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6.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11.xml" ContentType="application/vnd.openxmlformats-officedocument.drawingml.chart+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15.xml" ContentType="application/vnd.openxmlformats-officedocument.drawingml.chart+xml"/>
  <Override PartName="/ppt/slides/charts/chart16.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17.xml" ContentType="application/vnd.openxmlformats-officedocument.drawingml.chart+xml"/>
  <Override PartName="/ppt/slides/charts/chart18.xml" ContentType="application/vnd.openxmlformats-officedocument.drawingml.chart+xml"/>
  <Override PartName="/ppt/slides/charts/chart19.xml" ContentType="application/vnd.openxmlformats-officedocument.drawingml.chart+xml"/>
  <Override PartName="/ppt/slides/charts/chart20.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slides/charts/chart21.xml" ContentType="application/vnd.openxmlformats-officedocument.drawingml.chart+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slides/charts/chart22.xml" ContentType="application/vnd.openxmlformats-officedocument.drawingml.chart+xml"/>
  <Override PartName="/ppt/slides/charts/chart23.xml" ContentType="application/vnd.openxmlformats-officedocument.drawingml.chart+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slides/charts/chart24.xml" ContentType="application/vnd.openxmlformats-officedocument.drawingml.chart+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slides/charts/chart25.xml" ContentType="application/vnd.openxmlformats-officedocument.drawingml.chart+xml"/>
  <Override PartName="/ppt/slides/charts/chart26.xml" ContentType="application/vnd.openxmlformats-officedocument.drawingml.chart+xml"/>
  <Override PartName="/ppt/slides/charts/chart27.xml" ContentType="application/vnd.openxmlformats-officedocument.drawingml.chart+xml"/>
  <Override PartName="/ppt/notesSlides/notesSlide54.xml" ContentType="application/vnd.openxmlformats-officedocument.presentationml.notesSlide+xml"/>
  <Override PartName="/ppt/slides/slide55.xml" ContentType="application/vnd.openxmlformats-officedocument.presentationml.slide+xml"/>
  <Override PartName="/ppt/slides/charts/chart28.xml" ContentType="application/vnd.openxmlformats-officedocument.drawingml.chart+xml"/>
  <Override PartName="/ppt/slides/charts/chart29.xml" ContentType="application/vnd.openxmlformats-officedocument.drawingml.chart+xml"/>
  <Override PartName="/ppt/slides/charts/chart30.xml" ContentType="application/vnd.openxmlformats-officedocument.drawingml.chart+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slides/charts/chart31.xml" ContentType="application/vnd.openxmlformats-officedocument.drawingml.chart+xml"/>
  <Override PartName="/ppt/notesSlides/notesSlide62.xml" ContentType="application/vnd.openxmlformats-officedocument.presentationml.notesSlide+xml"/>
  <Override PartName="/ppt/slides/slide63.xml" ContentType="application/vnd.openxmlformats-officedocument.presentationml.slide+xml"/>
  <Override PartName="/ppt/slides/charts/chart32.xml" ContentType="application/vnd.openxmlformats-officedocument.drawingml.chart+xml"/>
  <Override PartName="/ppt/slides/charts/chart33.xml" ContentType="application/vnd.openxmlformats-officedocument.drawingml.chart+xml"/>
  <Override PartName="/ppt/notesSlides/notesSlide63.xml" ContentType="application/vnd.openxmlformats-officedocument.presentationml.notesSlide+xml"/>
  <Override PartName="/ppt/slides/slide64.xml" ContentType="application/vnd.openxmlformats-officedocument.presentationml.slide+xml"/>
  <Override PartName="/ppt/slides/charts/chart34.xml" ContentType="application/vnd.openxmlformats-officedocument.drawingml.chart+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f5db6790ae4ac1" /><Relationship Type="http://schemas.openxmlformats.org/officeDocument/2006/relationships/extended-properties" Target="/docProps/app.xml" Id="Re80e269674fe4e87" /><Relationship Type="http://schemas.openxmlformats.org/officeDocument/2006/relationships/officeDocument" Target="/ppt/presentation.xml" Id="R22e95af96e8549e6" /></Relationships>
</file>

<file path=ppt/presentation.xml><?xml version="1.0" encoding="utf-8"?>
<p:presentation xmlns:p="http://schemas.openxmlformats.org/presentationml/2006/main">
  <p:sldMasterIdLst>
    <p:sldMasterId xmlns:r="http://schemas.openxmlformats.org/officeDocument/2006/relationships" id="2147483648" r:id="R5d4d6c4ef37640fe"/>
  </p:sldMasterIdLst>
  <p:notesMasterIdLst>
    <p:notesMasterId xmlns:r="http://schemas.openxmlformats.org/officeDocument/2006/relationships" r:id="R5fbf5bb25ca84c58"/>
  </p:notesMasterIdLst>
  <p:sldIdLst>
    <p:sldId xmlns:r="http://schemas.openxmlformats.org/officeDocument/2006/relationships" id="256" r:id="R5eb7ba7819344a11"/>
    <p:sldId xmlns:r="http://schemas.openxmlformats.org/officeDocument/2006/relationships" id="257" r:id="Rb27ba8bb37e049ae"/>
    <p:sldId xmlns:r="http://schemas.openxmlformats.org/officeDocument/2006/relationships" id="258" r:id="R7f8160cfbfb44e5c"/>
    <p:sldId xmlns:r="http://schemas.openxmlformats.org/officeDocument/2006/relationships" id="259" r:id="R1bb35678e64a49c1"/>
    <p:sldId xmlns:r="http://schemas.openxmlformats.org/officeDocument/2006/relationships" id="260" r:id="R829513621e124917"/>
    <p:sldId xmlns:r="http://schemas.openxmlformats.org/officeDocument/2006/relationships" id="261" r:id="R3683c603ac934df1"/>
    <p:sldId xmlns:r="http://schemas.openxmlformats.org/officeDocument/2006/relationships" id="262" r:id="R8e518d81317440aa"/>
    <p:sldId xmlns:r="http://schemas.openxmlformats.org/officeDocument/2006/relationships" id="263" r:id="R66788cd9528042ef"/>
    <p:sldId xmlns:r="http://schemas.openxmlformats.org/officeDocument/2006/relationships" id="264" r:id="R09d002718a0146ed"/>
    <p:sldId xmlns:r="http://schemas.openxmlformats.org/officeDocument/2006/relationships" id="265" r:id="R29dbb0fd76f94ffb"/>
    <p:sldId xmlns:r="http://schemas.openxmlformats.org/officeDocument/2006/relationships" id="266" r:id="Ra655c35d19414cef"/>
    <p:sldId xmlns:r="http://schemas.openxmlformats.org/officeDocument/2006/relationships" id="267" r:id="R7f182e4b82324ec2"/>
    <p:sldId xmlns:r="http://schemas.openxmlformats.org/officeDocument/2006/relationships" id="268" r:id="Raa42d0ef3caf4ba9"/>
    <p:sldId xmlns:r="http://schemas.openxmlformats.org/officeDocument/2006/relationships" id="269" r:id="Rd3c9c25c68434753"/>
    <p:sldId xmlns:r="http://schemas.openxmlformats.org/officeDocument/2006/relationships" id="270" r:id="R9b645c30c1294df3"/>
    <p:sldId xmlns:r="http://schemas.openxmlformats.org/officeDocument/2006/relationships" id="271" r:id="R17c3acba4e504827"/>
    <p:sldId xmlns:r="http://schemas.openxmlformats.org/officeDocument/2006/relationships" id="272" r:id="R08cdb06dcebd488b"/>
    <p:sldId xmlns:r="http://schemas.openxmlformats.org/officeDocument/2006/relationships" id="273" r:id="Re06032b151fc47a5"/>
    <p:sldId xmlns:r="http://schemas.openxmlformats.org/officeDocument/2006/relationships" id="274" r:id="Rc55e55d9240444a6"/>
    <p:sldId xmlns:r="http://schemas.openxmlformats.org/officeDocument/2006/relationships" id="275" r:id="R9ce442abe16a4c6e"/>
    <p:sldId xmlns:r="http://schemas.openxmlformats.org/officeDocument/2006/relationships" id="276" r:id="Rd5569b6a30ab475d"/>
    <p:sldId xmlns:r="http://schemas.openxmlformats.org/officeDocument/2006/relationships" id="277" r:id="R33acadddd87a4551"/>
    <p:sldId xmlns:r="http://schemas.openxmlformats.org/officeDocument/2006/relationships" id="278" r:id="Rb24b872c5edd4b3c"/>
    <p:sldId xmlns:r="http://schemas.openxmlformats.org/officeDocument/2006/relationships" id="279" r:id="R68ab93d191ca411e"/>
    <p:sldId xmlns:r="http://schemas.openxmlformats.org/officeDocument/2006/relationships" id="280" r:id="R08d830a2bd5a4906"/>
    <p:sldId xmlns:r="http://schemas.openxmlformats.org/officeDocument/2006/relationships" id="281" r:id="Rd97105daa5614b84"/>
    <p:sldId xmlns:r="http://schemas.openxmlformats.org/officeDocument/2006/relationships" id="282" r:id="R6d4e62ed1fa24bf2"/>
    <p:sldId xmlns:r="http://schemas.openxmlformats.org/officeDocument/2006/relationships" id="283" r:id="R2d4dcfaf64d44214"/>
    <p:sldId xmlns:r="http://schemas.openxmlformats.org/officeDocument/2006/relationships" id="284" r:id="Rb329a3747c274f1b"/>
    <p:sldId xmlns:r="http://schemas.openxmlformats.org/officeDocument/2006/relationships" id="285" r:id="R159e07fd3ae54d61"/>
    <p:sldId xmlns:r="http://schemas.openxmlformats.org/officeDocument/2006/relationships" id="286" r:id="Re9524049092240b6"/>
    <p:sldId xmlns:r="http://schemas.openxmlformats.org/officeDocument/2006/relationships" id="287" r:id="Rc80dad0cba104593"/>
    <p:sldId xmlns:r="http://schemas.openxmlformats.org/officeDocument/2006/relationships" id="288" r:id="R8decdcebb60448ce"/>
    <p:sldId xmlns:r="http://schemas.openxmlformats.org/officeDocument/2006/relationships" id="289" r:id="R94b5508dad1e49fb"/>
    <p:sldId xmlns:r="http://schemas.openxmlformats.org/officeDocument/2006/relationships" id="290" r:id="R3804b53d7e1b4b1a"/>
    <p:sldId xmlns:r="http://schemas.openxmlformats.org/officeDocument/2006/relationships" id="291" r:id="R28099039bf9644c4"/>
    <p:sldId xmlns:r="http://schemas.openxmlformats.org/officeDocument/2006/relationships" id="292" r:id="R183d38868bb04ebb"/>
    <p:sldId xmlns:r="http://schemas.openxmlformats.org/officeDocument/2006/relationships" id="293" r:id="R43b1d712ffe74363"/>
    <p:sldId xmlns:r="http://schemas.openxmlformats.org/officeDocument/2006/relationships" id="294" r:id="Rddb0fe429ffd4323"/>
    <p:sldId xmlns:r="http://schemas.openxmlformats.org/officeDocument/2006/relationships" id="295" r:id="R2d687ff75769442d"/>
    <p:sldId xmlns:r="http://schemas.openxmlformats.org/officeDocument/2006/relationships" id="296" r:id="Rb4d377a50f1845ae"/>
    <p:sldId xmlns:r="http://schemas.openxmlformats.org/officeDocument/2006/relationships" id="297" r:id="R550e04b65e9b43c9"/>
    <p:sldId xmlns:r="http://schemas.openxmlformats.org/officeDocument/2006/relationships" id="298" r:id="Ra1a9603210c24327"/>
    <p:sldId xmlns:r="http://schemas.openxmlformats.org/officeDocument/2006/relationships" id="299" r:id="R6026715135a34ca6"/>
    <p:sldId xmlns:r="http://schemas.openxmlformats.org/officeDocument/2006/relationships" id="300" r:id="R733c5c83b4ad4cb1"/>
    <p:sldId xmlns:r="http://schemas.openxmlformats.org/officeDocument/2006/relationships" id="301" r:id="Rc26ff1b1d74a4bc0"/>
    <p:sldId xmlns:r="http://schemas.openxmlformats.org/officeDocument/2006/relationships" id="302" r:id="R3f29279e66584ec9"/>
    <p:sldId xmlns:r="http://schemas.openxmlformats.org/officeDocument/2006/relationships" id="303" r:id="R7c7e2d5e485f41f0"/>
    <p:sldId xmlns:r="http://schemas.openxmlformats.org/officeDocument/2006/relationships" id="304" r:id="R83cb8d9ce07c42cb"/>
    <p:sldId xmlns:r="http://schemas.openxmlformats.org/officeDocument/2006/relationships" id="305" r:id="R4d55ed3b59e34935"/>
    <p:sldId xmlns:r="http://schemas.openxmlformats.org/officeDocument/2006/relationships" id="306" r:id="R58f75cb1aa384ef8"/>
    <p:sldId xmlns:r="http://schemas.openxmlformats.org/officeDocument/2006/relationships" id="307" r:id="Re47c4b5c9962479c"/>
    <p:sldId xmlns:r="http://schemas.openxmlformats.org/officeDocument/2006/relationships" id="308" r:id="Raf40937936f84b10"/>
    <p:sldId xmlns:r="http://schemas.openxmlformats.org/officeDocument/2006/relationships" id="309" r:id="Re7f7707480ea4b4d"/>
    <p:sldId xmlns:r="http://schemas.openxmlformats.org/officeDocument/2006/relationships" id="310" r:id="Re85f0b677bd140b0"/>
    <p:sldId xmlns:r="http://schemas.openxmlformats.org/officeDocument/2006/relationships" id="311" r:id="Rf9bc718e57d043ba"/>
    <p:sldId xmlns:r="http://schemas.openxmlformats.org/officeDocument/2006/relationships" id="312" r:id="Rfb0ff48bda90443b"/>
    <p:sldId xmlns:r="http://schemas.openxmlformats.org/officeDocument/2006/relationships" id="313" r:id="R24d147aae9604484"/>
    <p:sldId xmlns:r="http://schemas.openxmlformats.org/officeDocument/2006/relationships" id="314" r:id="R6c2bd2b806b4427e"/>
    <p:sldId xmlns:r="http://schemas.openxmlformats.org/officeDocument/2006/relationships" id="315" r:id="R9eb65b1dd1ec4575"/>
    <p:sldId xmlns:r="http://schemas.openxmlformats.org/officeDocument/2006/relationships" id="316" r:id="Rbc693f799d06443b"/>
    <p:sldId xmlns:r="http://schemas.openxmlformats.org/officeDocument/2006/relationships" id="317" r:id="R236975c8ad1942ec"/>
    <p:sldId xmlns:r="http://schemas.openxmlformats.org/officeDocument/2006/relationships" id="318" r:id="Ree0fc70630b74202"/>
    <p:sldId xmlns:r="http://schemas.openxmlformats.org/officeDocument/2006/relationships" id="319" r:id="Rf4e3c21e4c4a442e"/>
    <p:sldId xmlns:r="http://schemas.openxmlformats.org/officeDocument/2006/relationships" id="320" r:id="R4c7060ef67b54cef"/>
    <p:sldId xmlns:r="http://schemas.openxmlformats.org/officeDocument/2006/relationships" id="321" r:id="R699cf7a59b574a86"/>
    <p:sldId xmlns:r="http://schemas.openxmlformats.org/officeDocument/2006/relationships" id="322" r:id="R898bf1f268db4405"/>
    <p:sldId xmlns:r="http://schemas.openxmlformats.org/officeDocument/2006/relationships" id="323" r:id="Rb94d186bd2d94982"/>
    <p:sldId xmlns:r="http://schemas.openxmlformats.org/officeDocument/2006/relationships" id="324" r:id="R7cf5e4d93df14e46"/>
    <p:sldId xmlns:r="http://schemas.openxmlformats.org/officeDocument/2006/relationships" id="325" r:id="Rb747a5d99dd0496a"/>
    <p:sldId xmlns:r="http://schemas.openxmlformats.org/officeDocument/2006/relationships" id="326" r:id="Rc731667b97af4cbe"/>
    <p:sldId xmlns:r="http://schemas.openxmlformats.org/officeDocument/2006/relationships" id="327" r:id="R2485d332627d44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eb7b41394240bc" /><Relationship Type="http://schemas.openxmlformats.org/officeDocument/2006/relationships/slideMaster" Target="/ppt/slideMasters/slideMaster1.xml" Id="R5d4d6c4ef37640fe" /><Relationship Type="http://schemas.openxmlformats.org/officeDocument/2006/relationships/notesMaster" Target="/ppt/notesMasters/notesMaster1.xml" Id="R5fbf5bb25ca84c58" /><Relationship Type="http://schemas.openxmlformats.org/officeDocument/2006/relationships/presProps" Target="/ppt/presProps.xml" Id="R11881a8337f74d41" /><Relationship Type="http://schemas.openxmlformats.org/officeDocument/2006/relationships/tableStyles" Target="/ppt/tableStyles.xml" Id="Rf11d9a31fef64c94" /><Relationship Type="http://schemas.openxmlformats.org/officeDocument/2006/relationships/slide" Target="/ppt/slides/slide1.xml" Id="R5eb7ba7819344a11" /><Relationship Type="http://schemas.openxmlformats.org/officeDocument/2006/relationships/slide" Target="/ppt/slides/slide2.xml" Id="Rb27ba8bb37e049ae" /><Relationship Type="http://schemas.openxmlformats.org/officeDocument/2006/relationships/slide" Target="/ppt/slides/slide3.xml" Id="R7f8160cfbfb44e5c" /><Relationship Type="http://schemas.openxmlformats.org/officeDocument/2006/relationships/slide" Target="/ppt/slides/slide4.xml" Id="R1bb35678e64a49c1" /><Relationship Type="http://schemas.openxmlformats.org/officeDocument/2006/relationships/slide" Target="/ppt/slides/slide5.xml" Id="R829513621e124917" /><Relationship Type="http://schemas.openxmlformats.org/officeDocument/2006/relationships/slide" Target="/ppt/slides/slide6.xml" Id="R3683c603ac934df1" /><Relationship Type="http://schemas.openxmlformats.org/officeDocument/2006/relationships/slide" Target="/ppt/slides/slide7.xml" Id="R8e518d81317440aa" /><Relationship Type="http://schemas.openxmlformats.org/officeDocument/2006/relationships/slide" Target="/ppt/slides/slide8.xml" Id="R66788cd9528042ef" /><Relationship Type="http://schemas.openxmlformats.org/officeDocument/2006/relationships/slide" Target="/ppt/slides/slide9.xml" Id="R09d002718a0146ed" /><Relationship Type="http://schemas.openxmlformats.org/officeDocument/2006/relationships/slide" Target="/ppt/slides/slide10.xml" Id="R29dbb0fd76f94ffb" /><Relationship Type="http://schemas.openxmlformats.org/officeDocument/2006/relationships/slide" Target="/ppt/slides/slide11.xml" Id="Ra655c35d19414cef" /><Relationship Type="http://schemas.openxmlformats.org/officeDocument/2006/relationships/slide" Target="/ppt/slides/slide12.xml" Id="R7f182e4b82324ec2" /><Relationship Type="http://schemas.openxmlformats.org/officeDocument/2006/relationships/slide" Target="/ppt/slides/slide13.xml" Id="Raa42d0ef3caf4ba9" /><Relationship Type="http://schemas.openxmlformats.org/officeDocument/2006/relationships/slide" Target="/ppt/slides/slide14.xml" Id="Rd3c9c25c68434753" /><Relationship Type="http://schemas.openxmlformats.org/officeDocument/2006/relationships/slide" Target="/ppt/slides/slide15.xml" Id="R9b645c30c1294df3" /><Relationship Type="http://schemas.openxmlformats.org/officeDocument/2006/relationships/slide" Target="/ppt/slides/slide16.xml" Id="R17c3acba4e504827" /><Relationship Type="http://schemas.openxmlformats.org/officeDocument/2006/relationships/slide" Target="/ppt/slides/slide17.xml" Id="R08cdb06dcebd488b" /><Relationship Type="http://schemas.openxmlformats.org/officeDocument/2006/relationships/slide" Target="/ppt/slides/slide18.xml" Id="Re06032b151fc47a5" /><Relationship Type="http://schemas.openxmlformats.org/officeDocument/2006/relationships/slide" Target="/ppt/slides/slide19.xml" Id="Rc55e55d9240444a6" /><Relationship Type="http://schemas.openxmlformats.org/officeDocument/2006/relationships/slide" Target="/ppt/slides/slide20.xml" Id="R9ce442abe16a4c6e" /><Relationship Type="http://schemas.openxmlformats.org/officeDocument/2006/relationships/slide" Target="/ppt/slides/slide21.xml" Id="Rd5569b6a30ab475d" /><Relationship Type="http://schemas.openxmlformats.org/officeDocument/2006/relationships/slide" Target="/ppt/slides/slide22.xml" Id="R33acadddd87a4551" /><Relationship Type="http://schemas.openxmlformats.org/officeDocument/2006/relationships/slide" Target="/ppt/slides/slide23.xml" Id="Rb24b872c5edd4b3c" /><Relationship Type="http://schemas.openxmlformats.org/officeDocument/2006/relationships/slide" Target="/ppt/slides/slide24.xml" Id="R68ab93d191ca411e" /><Relationship Type="http://schemas.openxmlformats.org/officeDocument/2006/relationships/slide" Target="/ppt/slides/slide25.xml" Id="R08d830a2bd5a4906" /><Relationship Type="http://schemas.openxmlformats.org/officeDocument/2006/relationships/slide" Target="/ppt/slides/slide26.xml" Id="Rd97105daa5614b84" /><Relationship Type="http://schemas.openxmlformats.org/officeDocument/2006/relationships/slide" Target="/ppt/slides/slide27.xml" Id="R6d4e62ed1fa24bf2" /><Relationship Type="http://schemas.openxmlformats.org/officeDocument/2006/relationships/slide" Target="/ppt/slides/slide28.xml" Id="R2d4dcfaf64d44214" /><Relationship Type="http://schemas.openxmlformats.org/officeDocument/2006/relationships/slide" Target="/ppt/slides/slide29.xml" Id="Rb329a3747c274f1b" /><Relationship Type="http://schemas.openxmlformats.org/officeDocument/2006/relationships/slide" Target="/ppt/slides/slide30.xml" Id="R159e07fd3ae54d61" /><Relationship Type="http://schemas.openxmlformats.org/officeDocument/2006/relationships/slide" Target="/ppt/slides/slide31.xml" Id="Re9524049092240b6" /><Relationship Type="http://schemas.openxmlformats.org/officeDocument/2006/relationships/slide" Target="/ppt/slides/slide32.xml" Id="Rc80dad0cba104593" /><Relationship Type="http://schemas.openxmlformats.org/officeDocument/2006/relationships/slide" Target="/ppt/slides/slide33.xml" Id="R8decdcebb60448ce" /><Relationship Type="http://schemas.openxmlformats.org/officeDocument/2006/relationships/slide" Target="/ppt/slides/slide34.xml" Id="R94b5508dad1e49fb" /><Relationship Type="http://schemas.openxmlformats.org/officeDocument/2006/relationships/slide" Target="/ppt/slides/slide35.xml" Id="R3804b53d7e1b4b1a" /><Relationship Type="http://schemas.openxmlformats.org/officeDocument/2006/relationships/slide" Target="/ppt/slides/slide36.xml" Id="R28099039bf9644c4" /><Relationship Type="http://schemas.openxmlformats.org/officeDocument/2006/relationships/slide" Target="/ppt/slides/slide37.xml" Id="R183d38868bb04ebb" /><Relationship Type="http://schemas.openxmlformats.org/officeDocument/2006/relationships/slide" Target="/ppt/slides/slide38.xml" Id="R43b1d712ffe74363" /><Relationship Type="http://schemas.openxmlformats.org/officeDocument/2006/relationships/slide" Target="/ppt/slides/slide39.xml" Id="Rddb0fe429ffd4323" /><Relationship Type="http://schemas.openxmlformats.org/officeDocument/2006/relationships/slide" Target="/ppt/slides/slide40.xml" Id="R2d687ff75769442d" /><Relationship Type="http://schemas.openxmlformats.org/officeDocument/2006/relationships/slide" Target="/ppt/slides/slide41.xml" Id="Rb4d377a50f1845ae" /><Relationship Type="http://schemas.openxmlformats.org/officeDocument/2006/relationships/slide" Target="/ppt/slides/slide42.xml" Id="R550e04b65e9b43c9" /><Relationship Type="http://schemas.openxmlformats.org/officeDocument/2006/relationships/slide" Target="/ppt/slides/slide43.xml" Id="Ra1a9603210c24327" /><Relationship Type="http://schemas.openxmlformats.org/officeDocument/2006/relationships/slide" Target="/ppt/slides/slide44.xml" Id="R6026715135a34ca6" /><Relationship Type="http://schemas.openxmlformats.org/officeDocument/2006/relationships/slide" Target="/ppt/slides/slide45.xml" Id="R733c5c83b4ad4cb1" /><Relationship Type="http://schemas.openxmlformats.org/officeDocument/2006/relationships/slide" Target="/ppt/slides/slide46.xml" Id="Rc26ff1b1d74a4bc0" /><Relationship Type="http://schemas.openxmlformats.org/officeDocument/2006/relationships/slide" Target="/ppt/slides/slide47.xml" Id="R3f29279e66584ec9" /><Relationship Type="http://schemas.openxmlformats.org/officeDocument/2006/relationships/slide" Target="/ppt/slides/slide48.xml" Id="R7c7e2d5e485f41f0" /><Relationship Type="http://schemas.openxmlformats.org/officeDocument/2006/relationships/slide" Target="/ppt/slides/slide49.xml" Id="R83cb8d9ce07c42cb" /><Relationship Type="http://schemas.openxmlformats.org/officeDocument/2006/relationships/slide" Target="/ppt/slides/slide50.xml" Id="R4d55ed3b59e34935" /><Relationship Type="http://schemas.openxmlformats.org/officeDocument/2006/relationships/slide" Target="/ppt/slides/slide51.xml" Id="R58f75cb1aa384ef8" /><Relationship Type="http://schemas.openxmlformats.org/officeDocument/2006/relationships/slide" Target="/ppt/slides/slide52.xml" Id="Re47c4b5c9962479c" /><Relationship Type="http://schemas.openxmlformats.org/officeDocument/2006/relationships/slide" Target="/ppt/slides/slide53.xml" Id="Raf40937936f84b10" /><Relationship Type="http://schemas.openxmlformats.org/officeDocument/2006/relationships/slide" Target="/ppt/slides/slide54.xml" Id="Re7f7707480ea4b4d" /><Relationship Type="http://schemas.openxmlformats.org/officeDocument/2006/relationships/slide" Target="/ppt/slides/slide55.xml" Id="Re85f0b677bd140b0" /><Relationship Type="http://schemas.openxmlformats.org/officeDocument/2006/relationships/slide" Target="/ppt/slides/slide56.xml" Id="Rf9bc718e57d043ba" /><Relationship Type="http://schemas.openxmlformats.org/officeDocument/2006/relationships/slide" Target="/ppt/slides/slide57.xml" Id="Rfb0ff48bda90443b" /><Relationship Type="http://schemas.openxmlformats.org/officeDocument/2006/relationships/slide" Target="/ppt/slides/slide58.xml" Id="R24d147aae9604484" /><Relationship Type="http://schemas.openxmlformats.org/officeDocument/2006/relationships/slide" Target="/ppt/slides/slide59.xml" Id="R6c2bd2b806b4427e" /><Relationship Type="http://schemas.openxmlformats.org/officeDocument/2006/relationships/slide" Target="/ppt/slides/slide60.xml" Id="R9eb65b1dd1ec4575" /><Relationship Type="http://schemas.openxmlformats.org/officeDocument/2006/relationships/slide" Target="/ppt/slides/slide61.xml" Id="Rbc693f799d06443b" /><Relationship Type="http://schemas.openxmlformats.org/officeDocument/2006/relationships/slide" Target="/ppt/slides/slide62.xml" Id="R236975c8ad1942ec" /><Relationship Type="http://schemas.openxmlformats.org/officeDocument/2006/relationships/slide" Target="/ppt/slides/slide63.xml" Id="Ree0fc70630b74202" /><Relationship Type="http://schemas.openxmlformats.org/officeDocument/2006/relationships/slide" Target="/ppt/slides/slide64.xml" Id="Rf4e3c21e4c4a442e" /><Relationship Type="http://schemas.openxmlformats.org/officeDocument/2006/relationships/slide" Target="/ppt/slides/slide65.xml" Id="R4c7060ef67b54cef" /><Relationship Type="http://schemas.openxmlformats.org/officeDocument/2006/relationships/slide" Target="/ppt/slides/slide66.xml" Id="R699cf7a59b574a86" /><Relationship Type="http://schemas.openxmlformats.org/officeDocument/2006/relationships/slide" Target="/ppt/slides/slide67.xml" Id="R898bf1f268db4405" /><Relationship Type="http://schemas.openxmlformats.org/officeDocument/2006/relationships/slide" Target="/ppt/slides/slide68.xml" Id="Rb94d186bd2d94982" /><Relationship Type="http://schemas.openxmlformats.org/officeDocument/2006/relationships/slide" Target="/ppt/slides/slide69.xml" Id="R7cf5e4d93df14e46" /><Relationship Type="http://schemas.openxmlformats.org/officeDocument/2006/relationships/slide" Target="/ppt/slides/slide70.xml" Id="Rb747a5d99dd0496a" /><Relationship Type="http://schemas.openxmlformats.org/officeDocument/2006/relationships/slide" Target="/ppt/slides/slide71.xml" Id="Rc731667b97af4cbe" /><Relationship Type="http://schemas.openxmlformats.org/officeDocument/2006/relationships/slide" Target="/ppt/slides/slide72.xml" Id="R2485d332627d44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9e799036b747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4f852d5b814abd" /><Relationship Type="http://schemas.openxmlformats.org/officeDocument/2006/relationships/notesMaster" Target="/ppt/notesMasters/notesMaster1.xml" Id="R6e3595bb569843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15c1a7b8cd424b" /><Relationship Type="http://schemas.openxmlformats.org/officeDocument/2006/relationships/notesMaster" Target="/ppt/notesMasters/notesMaster1.xml" Id="R95c3f9abc9134c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b3823e2b78410b" /><Relationship Type="http://schemas.openxmlformats.org/officeDocument/2006/relationships/notesMaster" Target="/ppt/notesMasters/notesMaster1.xml" Id="Rbc7df570ed1843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990bb6879142ad" /><Relationship Type="http://schemas.openxmlformats.org/officeDocument/2006/relationships/notesMaster" Target="/ppt/notesMasters/notesMaster1.xml" Id="R7f9d56d7375e48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f95812126d4962" /><Relationship Type="http://schemas.openxmlformats.org/officeDocument/2006/relationships/notesMaster" Target="/ppt/notesMasters/notesMaster1.xml" Id="R3a3731a69b0043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2c8e27b4d8404d" /><Relationship Type="http://schemas.openxmlformats.org/officeDocument/2006/relationships/notesMaster" Target="/ppt/notesMasters/notesMaster1.xml" Id="R624ce1143d0e42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72d8fe63cf45a9" /><Relationship Type="http://schemas.openxmlformats.org/officeDocument/2006/relationships/notesMaster" Target="/ppt/notesMasters/notesMaster1.xml" Id="R6d51d1fcf5fe48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f896b32e9a4c2d" /><Relationship Type="http://schemas.openxmlformats.org/officeDocument/2006/relationships/notesMaster" Target="/ppt/notesMasters/notesMaster1.xml" Id="R55aaf48bdcad40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fadac23b6a4788" /><Relationship Type="http://schemas.openxmlformats.org/officeDocument/2006/relationships/notesMaster" Target="/ppt/notesMasters/notesMaster1.xml" Id="R048ba29f60ce44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47026962eb40a3" /><Relationship Type="http://schemas.openxmlformats.org/officeDocument/2006/relationships/notesMaster" Target="/ppt/notesMasters/notesMaster1.xml" Id="R2dcad23db7c141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66252710c84cf5" /><Relationship Type="http://schemas.openxmlformats.org/officeDocument/2006/relationships/notesMaster" Target="/ppt/notesMasters/notesMaster1.xml" Id="Rde9ee8f4b0844a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4460f3f6d54d2e" /><Relationship Type="http://schemas.openxmlformats.org/officeDocument/2006/relationships/notesMaster" Target="/ppt/notesMasters/notesMaster1.xml" Id="R0b2b10f30faa4d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380e5aa8b04a81" /><Relationship Type="http://schemas.openxmlformats.org/officeDocument/2006/relationships/notesMaster" Target="/ppt/notesMasters/notesMaster1.xml" Id="R4dc55ff85d5a4e0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35a7ed34914a64" /><Relationship Type="http://schemas.openxmlformats.org/officeDocument/2006/relationships/notesMaster" Target="/ppt/notesMasters/notesMaster1.xml" Id="R966399309c4b420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2e5c4a124c491a" /><Relationship Type="http://schemas.openxmlformats.org/officeDocument/2006/relationships/notesMaster" Target="/ppt/notesMasters/notesMaster1.xml" Id="R69783f5a450e410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2e9463a37754746" /><Relationship Type="http://schemas.openxmlformats.org/officeDocument/2006/relationships/notesMaster" Target="/ppt/notesMasters/notesMaster1.xml" Id="R55737db6fd07407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f7ce8285194730" /><Relationship Type="http://schemas.openxmlformats.org/officeDocument/2006/relationships/notesMaster" Target="/ppt/notesMasters/notesMaster1.xml" Id="Raab25b06d0f849e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30206b1a5a84c66" /><Relationship Type="http://schemas.openxmlformats.org/officeDocument/2006/relationships/notesMaster" Target="/ppt/notesMasters/notesMaster1.xml" Id="R02cfb1c62c24450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80a42f830354fb4" /><Relationship Type="http://schemas.openxmlformats.org/officeDocument/2006/relationships/notesMaster" Target="/ppt/notesMasters/notesMaster1.xml" Id="Rd1eea37a246945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f7f637f920c4d25" /><Relationship Type="http://schemas.openxmlformats.org/officeDocument/2006/relationships/notesMaster" Target="/ppt/notesMasters/notesMaster1.xml" Id="R2fedbc9a626948c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5a2805d760549ef" /><Relationship Type="http://schemas.openxmlformats.org/officeDocument/2006/relationships/notesMaster" Target="/ppt/notesMasters/notesMaster1.xml" Id="Re93953de6b5f4ba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edf6fd02d1f40e4" /><Relationship Type="http://schemas.openxmlformats.org/officeDocument/2006/relationships/notesMaster" Target="/ppt/notesMasters/notesMaster1.xml" Id="Rd8f1627e0f7c490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ba4a06ca100486f" /><Relationship Type="http://schemas.openxmlformats.org/officeDocument/2006/relationships/notesMaster" Target="/ppt/notesMasters/notesMaster1.xml" Id="Rf86d46bbf296485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6417ca3595347e1" /><Relationship Type="http://schemas.openxmlformats.org/officeDocument/2006/relationships/notesMaster" Target="/ppt/notesMasters/notesMaster1.xml" Id="R26a26b35a104489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7f21cdb9b794ee6" /><Relationship Type="http://schemas.openxmlformats.org/officeDocument/2006/relationships/notesMaster" Target="/ppt/notesMasters/notesMaster1.xml" Id="Rde8c6089e53d465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1dc72f48d904cb5" /><Relationship Type="http://schemas.openxmlformats.org/officeDocument/2006/relationships/notesMaster" Target="/ppt/notesMasters/notesMaster1.xml" Id="Ra7199b71fd474a9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2f4ea7d387b4052" /><Relationship Type="http://schemas.openxmlformats.org/officeDocument/2006/relationships/notesMaster" Target="/ppt/notesMasters/notesMaster1.xml" Id="R288a02f4a9d548e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72c3cdef36d409c" /><Relationship Type="http://schemas.openxmlformats.org/officeDocument/2006/relationships/notesMaster" Target="/ppt/notesMasters/notesMaster1.xml" Id="R851e9710c59145a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fed1c1a0d154ed5" /><Relationship Type="http://schemas.openxmlformats.org/officeDocument/2006/relationships/notesMaster" Target="/ppt/notesMasters/notesMaster1.xml" Id="R09459fee5cc64d8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1794166ed8b4a23" /><Relationship Type="http://schemas.openxmlformats.org/officeDocument/2006/relationships/notesMaster" Target="/ppt/notesMasters/notesMaster1.xml" Id="Rbc7f5fb763fb4ed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4f65a2f0f3b4110" /><Relationship Type="http://schemas.openxmlformats.org/officeDocument/2006/relationships/notesMaster" Target="/ppt/notesMasters/notesMaster1.xml" Id="R8d44e183eb24493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fe8cb81d01e4999" /><Relationship Type="http://schemas.openxmlformats.org/officeDocument/2006/relationships/notesMaster" Target="/ppt/notesMasters/notesMaster1.xml" Id="R0ff9c404330b463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4343b4db5344a1d" /><Relationship Type="http://schemas.openxmlformats.org/officeDocument/2006/relationships/notesMaster" Target="/ppt/notesMasters/notesMaster1.xml" Id="R534294b3c83546f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8afb4a0a4c4419e" /><Relationship Type="http://schemas.openxmlformats.org/officeDocument/2006/relationships/notesMaster" Target="/ppt/notesMasters/notesMaster1.xml" Id="R83d656afcfbe41d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ed4a8c52f614509" /><Relationship Type="http://schemas.openxmlformats.org/officeDocument/2006/relationships/notesMaster" Target="/ppt/notesMasters/notesMaster1.xml" Id="R3b21f5b857584fd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ed4ee32afa64b1b" /><Relationship Type="http://schemas.openxmlformats.org/officeDocument/2006/relationships/notesMaster" Target="/ppt/notesMasters/notesMaster1.xml" Id="R00122d771a46406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5510edf039b44f3" /><Relationship Type="http://schemas.openxmlformats.org/officeDocument/2006/relationships/notesMaster" Target="/ppt/notesMasters/notesMaster1.xml" Id="R07f90ebe6d404ef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ebc5aa648c244cc" /><Relationship Type="http://schemas.openxmlformats.org/officeDocument/2006/relationships/notesMaster" Target="/ppt/notesMasters/notesMaster1.xml" Id="R5b4c073b966d477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9a6e3bab3f14123" /><Relationship Type="http://schemas.openxmlformats.org/officeDocument/2006/relationships/notesMaster" Target="/ppt/notesMasters/notesMaster1.xml" Id="R9e7c22decc30453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1a1c97fc56246d7" /><Relationship Type="http://schemas.openxmlformats.org/officeDocument/2006/relationships/notesMaster" Target="/ppt/notesMasters/notesMaster1.xml" Id="Rea3e54cf740a406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62966bef96b45af" /><Relationship Type="http://schemas.openxmlformats.org/officeDocument/2006/relationships/notesMaster" Target="/ppt/notesMasters/notesMaster1.xml" Id="R34dcf57b6afd4be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d635f1eedf8428a" /><Relationship Type="http://schemas.openxmlformats.org/officeDocument/2006/relationships/notesMaster" Target="/ppt/notesMasters/notesMaster1.xml" Id="R280c656adecc417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7903101fd5249fc" /><Relationship Type="http://schemas.openxmlformats.org/officeDocument/2006/relationships/notesMaster" Target="/ppt/notesMasters/notesMaster1.xml" Id="Rdca81d7e50f746f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18d487b15ed4109" /><Relationship Type="http://schemas.openxmlformats.org/officeDocument/2006/relationships/notesMaster" Target="/ppt/notesMasters/notesMaster1.xml" Id="R81b4fafdbd5c45a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7e809a563f24d04" /><Relationship Type="http://schemas.openxmlformats.org/officeDocument/2006/relationships/notesMaster" Target="/ppt/notesMasters/notesMaster1.xml" Id="R6a480f14b5de437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706ebb3a2734222" /><Relationship Type="http://schemas.openxmlformats.org/officeDocument/2006/relationships/notesMaster" Target="/ppt/notesMasters/notesMaster1.xml" Id="Re452752e0f184c8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2ab4b1972f640be" /><Relationship Type="http://schemas.openxmlformats.org/officeDocument/2006/relationships/notesMaster" Target="/ppt/notesMasters/notesMaster1.xml" Id="R8d29e89fc6794f6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71ae35fcf8a433a" /><Relationship Type="http://schemas.openxmlformats.org/officeDocument/2006/relationships/notesMaster" Target="/ppt/notesMasters/notesMaster1.xml" Id="R9fc880c038aa419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e6b2db57cf949ea" /><Relationship Type="http://schemas.openxmlformats.org/officeDocument/2006/relationships/notesMaster" Target="/ppt/notesMasters/notesMaster1.xml" Id="Rac74be4f20fb402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75e9d26a9f74c43" /><Relationship Type="http://schemas.openxmlformats.org/officeDocument/2006/relationships/notesMaster" Target="/ppt/notesMasters/notesMaster1.xml" Id="R5c0fa86a6f66474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29f1afc305f428a" /><Relationship Type="http://schemas.openxmlformats.org/officeDocument/2006/relationships/notesMaster" Target="/ppt/notesMasters/notesMaster1.xml" Id="R1d9c128a24694cd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e52bee62d884ee5" /><Relationship Type="http://schemas.openxmlformats.org/officeDocument/2006/relationships/notesMaster" Target="/ppt/notesMasters/notesMaster1.xml" Id="Ra9f09b90da5f454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1b4fa9f345c4816" /><Relationship Type="http://schemas.openxmlformats.org/officeDocument/2006/relationships/notesMaster" Target="/ppt/notesMasters/notesMaster1.xml" Id="R63b633c2b9b44e8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b20966492d24881" /><Relationship Type="http://schemas.openxmlformats.org/officeDocument/2006/relationships/notesMaster" Target="/ppt/notesMasters/notesMaster1.xml" Id="Rf4e86566a616465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848c2dbaccc4435" /><Relationship Type="http://schemas.openxmlformats.org/officeDocument/2006/relationships/notesMaster" Target="/ppt/notesMasters/notesMaster1.xml" Id="Rcf343c6fa2ec4eb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7d9808119aed4b87" /><Relationship Type="http://schemas.openxmlformats.org/officeDocument/2006/relationships/notesMaster" Target="/ppt/notesMasters/notesMaster1.xml" Id="R4600e34375474b3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e1e1c502bb01492a" /><Relationship Type="http://schemas.openxmlformats.org/officeDocument/2006/relationships/notesMaster" Target="/ppt/notesMasters/notesMaster1.xml" Id="R7af3915e1fb4421f"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af4a38cb1a142ac" /><Relationship Type="http://schemas.openxmlformats.org/officeDocument/2006/relationships/notesMaster" Target="/ppt/notesMasters/notesMaster1.xml" Id="Rdc98b64c19fc4ab2"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1faf6016674447d" /><Relationship Type="http://schemas.openxmlformats.org/officeDocument/2006/relationships/notesMaster" Target="/ppt/notesMasters/notesMaster1.xml" Id="Ra4e974f00b1e4ab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1938ab1f88d4698" /><Relationship Type="http://schemas.openxmlformats.org/officeDocument/2006/relationships/notesMaster" Target="/ppt/notesMasters/notesMaster1.xml" Id="Rdbf9c6bc978b4c0b"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e1afb786ec745c3" /><Relationship Type="http://schemas.openxmlformats.org/officeDocument/2006/relationships/notesMaster" Target="/ppt/notesMasters/notesMaster1.xml" Id="R9b70a9db93d94786"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731ae1e006d34258" /><Relationship Type="http://schemas.openxmlformats.org/officeDocument/2006/relationships/notesMaster" Target="/ppt/notesMasters/notesMaster1.xml" Id="R796893aa2ffe4653"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b297308e6feb46e8" /><Relationship Type="http://schemas.openxmlformats.org/officeDocument/2006/relationships/notesMaster" Target="/ppt/notesMasters/notesMaster1.xml" Id="R0fe5052395d74ff2"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1d4a995ae52b47f1" /><Relationship Type="http://schemas.openxmlformats.org/officeDocument/2006/relationships/notesMaster" Target="/ppt/notesMasters/notesMaster1.xml" Id="Rb5cf827ac1e1476d"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96f704cfc6c4b88" /><Relationship Type="http://schemas.openxmlformats.org/officeDocument/2006/relationships/notesMaster" Target="/ppt/notesMasters/notesMaster1.xml" Id="R4726f8cb59204bbf"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e79a121d32dd4b40" /><Relationship Type="http://schemas.openxmlformats.org/officeDocument/2006/relationships/notesMaster" Target="/ppt/notesMasters/notesMaster1.xml" Id="R584cba699b4b459e"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a008697026164dc6" /><Relationship Type="http://schemas.openxmlformats.org/officeDocument/2006/relationships/notesMaster" Target="/ppt/notesMasters/notesMaster1.xml" Id="R7554dbb6006f4618"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41a706d6a5f54103" /><Relationship Type="http://schemas.openxmlformats.org/officeDocument/2006/relationships/notesMaster" Target="/ppt/notesMasters/notesMaster1.xml" Id="R050c52ed3deb4077"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7c39c7607b3d4140" /><Relationship Type="http://schemas.openxmlformats.org/officeDocument/2006/relationships/notesMaster" Target="/ppt/notesMasters/notesMaster1.xml" Id="Rbf866fc9d55544ee"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50804ebd403e49c3" /><Relationship Type="http://schemas.openxmlformats.org/officeDocument/2006/relationships/notesMaster" Target="/ppt/notesMasters/notesMaster1.xml" Id="Raea64fc0f8a942fc"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a951ce4d6786441d" /><Relationship Type="http://schemas.openxmlformats.org/officeDocument/2006/relationships/notesMaster" Target="/ppt/notesMasters/notesMaster1.xml" Id="R59429966794944ee"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139bac86288f43ce" /><Relationship Type="http://schemas.openxmlformats.org/officeDocument/2006/relationships/notesMaster" Target="/ppt/notesMasters/notesMaster1.xml" Id="R629fbd6ce8dc4d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本資料は、電子Swarm計算の目的、4つの計算法、数値誤差、COMSOLへの入力、装置開発での使い方を同じ因果鎖で説明する。</a:t>
            </a:r>
          </a:p>
          <a:p xmlns:a="http://schemas.openxmlformats.org/drawingml/2006/main">
            <a:r>
              <a:t>表紙右の図は本資料内で評価する純ArのEEDF応答曲面であり、装飾画像ではない。</a:t>
            </a:r>
          </a:p>
          <a:p xmlns:a="http://schemas.openxmlformats.org/drawingml/2006/main">
            <a:r>
              <a:t>Visual-design reference: Tokyo Electron FY2027 Q1 IR Presentation, https://www.tel.com/ir/irta3a00000006g5-att/fy27q1presentations-e.pdf . Public visual principles only; no logo or proprietary template asset is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導入ではコード名を出さず、まず物理的な問いを共有する。</a:t>
            </a:r>
          </a:p>
          <a:p xmlns:a="http://schemas.openxmlformats.org/drawingml/2006/main">
            <a:r>
              <a:t>この資料の後半では、各問いに対して実データ、COMSOL空間分布、数値品質の証拠を示す。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この流れで重要なのは、Swarm計算と装置計算の責任範囲を分けることである。</a:t>
            </a:r>
          </a:p>
          <a:p xmlns:a="http://schemas.openxmlformats.org/drawingml/2006/main">
            <a:r>
              <a:t>Swarmは一様気体中の電子速度空間を解き、COMSOLはその物性を用いて実空間の保存則を解く。</a:t>
            </a:r>
          </a:p>
          <a:p xmlns:a="http://schemas.openxmlformats.org/drawingml/2006/main">
            <a:r>
              <a:t>表面反応、イオンエネルギー分布、形状変化まで予測するには別モデルが必要である。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Swarm近似では電子密度が十分小さく、空間電荷と電子間衝突を第一近似で無視する。</a:t>
            </a:r>
          </a:p>
          <a:p xmlns:a="http://schemas.openxmlformats.org/drawingml/2006/main">
            <a:r>
              <a:t>速度分布関数 f(v) は電場加熱と各衝突演算子のバランスで決まる。EEDFは f の角度積分から得る。</a:t>
            </a:r>
          </a:p>
          <a:p xmlns:a="http://schemas.openxmlformats.org/drawingml/2006/main">
            <a:r>
              <a:t>プラズマ装置内ではこの局所応答を、E/Nまたは平均エネルギーの関数として参照する。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図は概念図であり、実ガスの定量EEDFではない。後半に純Ar、Ar/N2、Ar/O2の実計算を示す。</a:t>
            </a:r>
          </a:p>
          <a:p xmlns:a="http://schemas.openxmlformats.org/drawingml/2006/main">
            <a:r>
              <a:t>反応速度係数はEEDFと断面積の重み付き積分であるため、閾値より上の小さな確率質量に敏感である。</a:t>
            </a:r>
          </a:p>
          <a:p xmlns:a="http://schemas.openxmlformats.org/drawingml/2006/main">
            <a:r>
              <a:t>同じ平均エネルギーをもつ分布でも、bi-Maxwellian型やDruyvesteyn型では尾部が異なる。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換算電界E/Nは、電子が平均自由時間中に得るエネルギーと衝突による損失の相対尺度である。</a:t>
            </a:r>
          </a:p>
          <a:p xmlns:a="http://schemas.openxmlformats.org/drawingml/2006/main">
            <a:r>
              <a:t>数密度は理想気体近似 N=p/(kBT) で評価した。13.3 Pa、300 Kでは約3.21×10^21 m^-3。</a:t>
            </a:r>
          </a:p>
          <a:p xmlns:a="http://schemas.openxmlformats.org/drawingml/2006/main">
            <a:r>
              <a:t>混合ガスでは同じE/Nでも断面積集合が変わるためEEDFは変化する。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EEDFとEEPFは定義が異なるため混同しない。資料内ではp(ε)をエネルギー確率密度として正規化する。</a:t>
            </a:r>
          </a:p>
          <a:p xmlns:a="http://schemas.openxmlformats.org/drawingml/2006/main">
            <a:r>
              <a:t>flux driftとbulk drift、flux diffusionとbulk diffusionも区別する。COMSOL入力側でどの定義を使うか固定する。</a:t>
            </a:r>
          </a:p>
          <a:p xmlns:a="http://schemas.openxmlformats.org/drawingml/2006/main">
            <a:r>
              <a:t>反応速度係数は断面積、相対速度、EEDFの積分である。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コードは電子Swarmの速度空間閉包を供給する。空間場はCOMSOLが解く。</a:t>
            </a:r>
          </a:p>
          <a:p xmlns:a="http://schemas.openxmlformats.org/drawingml/2006/main">
            <a:r>
              <a:t>表面反応やイオンエネルギー分布まで結論づけるには、表面化学・シース・実験診断との連携が必要である。</a:t>
            </a:r>
          </a:p>
          <a:p xmlns:a="http://schemas.openxmlformats.org/drawingml/2006/main">
            <a:r>
              <a:t>各計算法で未実装の物理機能は、結果メタデータでfail、skip、明示的近似のいずれかとして記録する。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相対コストは同じ問題設定での定性的な目安であり、実測時間は後半の計算速度スライドで示す。</a:t>
            </a:r>
          </a:p>
          <a:p xmlns:a="http://schemas.openxmlformats.org/drawingml/2006/main">
            <a:r>
              <a:t>全手法が同じ衝突物理を解くとは限らない。特にmulti-termの角度散乱入力、Monte Carloの粒子数と付着処理、propagatorの輸送出力範囲を確認する。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計算法の選択は、対象KPIがEEDFのどの領域を読むかで決める。</a:t>
            </a:r>
          </a:p>
          <a:p xmlns:a="http://schemas.openxmlformats.org/drawingml/2006/main">
            <a:r>
              <a:t>平均エネルギーや移動度が支配的ならtwo-termで十分な場合が多い。閾値反応、高E/N、強い角度異方性、B場では独立検算を優先する。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μ=cosθは速度と電場のなす角の余弦。PℓはLegendre多項式である。</a:t>
            </a:r>
          </a:p>
          <a:p xmlns:a="http://schemas.openxmlformats.org/drawingml/2006/main">
            <a:r>
              <a:t>F0は角度平均、F1は電場方向の非対称性を表し、two-term法ではℓ≥2を捨てる。</a:t>
            </a:r>
          </a:p>
          <a:p xmlns:a="http://schemas.openxmlformats.org/drawingml/2006/main">
            <a:r>
              <a:t>この近似誤差はエネルギー格子の細かさとは別物である。格子収束しても角度切断誤差は残る。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A(ε)はエネルギー空間のドリフト、D(ε)はエネルギー拡散を表す。</a:t>
            </a:r>
          </a:p>
          <a:p xmlns:a="http://schemas.openxmlformats.org/drawingml/2006/main">
            <a:r>
              <a:t>有限体積離散化は確率質量を保存する。コードではScharfetter-Gummel型の指数適合流束を使い、tailでの負値と振動を抑える。</a:t>
            </a:r>
          </a:p>
          <a:p xmlns:a="http://schemas.openxmlformats.org/drawingml/2006/main">
            <a:r>
              <a:t>衝突閾値は格子節点またはセル面へ挿入し、反応速度の補間誤差を抑える。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two-term法は開発初期の広域探索に最も実用的である。</a:t>
            </a:r>
          </a:p>
          <a:p xmlns:a="http://schemas.openxmlformats.org/drawingml/2006/main">
            <a:r>
              <a:t>ただしF2以上の角度成分を捨てる近似を含むため、数値収束と物理近似の妥当性を分けて確認する。</a:t>
            </a:r>
          </a:p>
          <a:p xmlns:a="http://schemas.openxmlformats.org/drawingml/2006/main">
            <a:r>
              <a:t>後半の純Ar結果では平均量の一致が良くても、電離のようなtail反応で差が増幅される例を示す。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multi-term PN法はLegendre次数Lまでの連立方程式をエネルギー空間で解く。</a:t>
            </a:r>
          </a:p>
          <a:p xmlns:a="http://schemas.openxmlformats.org/drawingml/2006/main">
            <a:r>
              <a:t>電場項はFℓとFℓ±1を結合し、衝突項は角度モーメントごとに減衰を与える。</a:t>
            </a:r>
          </a:p>
          <a:p xmlns:a="http://schemas.openxmlformats.org/drawingml/2006/main">
            <a:r>
              <a:t>任意の交差E-B場をm=0の軸対称PNだけで表現することはできない。完全な磁場対応にはYℓmまたは粒子軌道が必要である。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普通のtotal cross sectionとmomentum-transfer cross sectionは、散乱角分布の全情報を持たない。</a:t>
            </a:r>
          </a:p>
          <a:p xmlns:a="http://schemas.openxmlformats.org/drawingml/2006/main">
            <a:r>
              <a:t>そのため本リポジトリのordinary integral cross sectionを用いるmulti-termは、角度閉包を仮定したdirect PN solverとして扱う。</a:t>
            </a:r>
          </a:p>
          <a:p xmlns:a="http://schemas.openxmlformats.org/drawingml/2006/main">
            <a:r>
              <a:t>比較ではangular_model、source hash、Lmax、moment order、再構成仮定を記録する。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数値はリポジトリのAr 50 Td回帰基準から引用した。</a:t>
            </a:r>
          </a:p>
          <a:p xmlns:a="http://schemas.openxmlformats.org/drawingml/2006/main">
            <a:r>
              <a:t>平均エネルギーとドリフト速度はよく一致する一方、電離はEEDF tailを読むため差が大きい。</a:t>
            </a:r>
          </a:p>
          <a:p xmlns:a="http://schemas.openxmlformats.org/drawingml/2006/main">
            <a:r>
              <a:t>これはmulti-termが常に正しいことを示すのではなく、角度切断がtail反応に与える感度を示す。角度散乱入力の妥当性は別に確認する。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null-collision法では最大衝突周波数を用いて候補時刻を発生し、実衝突かnullかを受理棄却する。</a:t>
            </a:r>
          </a:p>
          <a:p xmlns:a="http://schemas.openxmlformats.org/drawingml/2006/main">
            <a:r>
              <a:t>磁場を含む場合はBoris型積分で速度を更新できるが、対象ケースでBが要求・実装されたかをメタデータで確認する。</a:t>
            </a:r>
          </a:p>
          <a:p xmlns:a="http://schemas.openxmlformats.org/drawingml/2006/main">
            <a:r>
              <a:t>粒子軌道を直接標本化するため角度展開の切断はないが、有限粒子数と衝突モデルの不確かさをもつ。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EEDFはenergy-bin residence timeで推定する。反応速度は同じ軌道上のhazard integralまたはイベント数から推定する。</a:t>
            </a:r>
          </a:p>
          <a:p xmlns:a="http://schemas.openxmlformats.org/drawingml/2006/main">
            <a:r>
              <a:t>両者から得た速度係数が一致するかを内部整合性として確認する。</a:t>
            </a:r>
          </a:p>
          <a:p xmlns:a="http://schemas.openxmlformats.org/drawingml/2006/main">
            <a:r>
              <a:t>電離分岐や重み付き粒子制御では系譜の退化が有効標本数を減らすため、単純な粒子数だけでは精度を判断できない。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RSEはrelative standard error、ESSはeffective sample size。</a:t>
            </a:r>
          </a:p>
          <a:p xmlns:a="http://schemas.openxmlformats.org/drawingml/2006/main">
            <a:r>
              <a:t>多数の重み付き粒子が同じ祖先から派生すると、見かけの粒子数より独立情報が少ない。</a:t>
            </a:r>
          </a:p>
          <a:p xmlns:a="http://schemas.openxmlformats.org/drawingml/2006/main">
            <a:r>
              <a:t>本データでは混合ガス12条件のうちEEDF・反応速度として採用可能な条件と、輸送係数まで収束した条件を分けて示す。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propagator法では位相空間セルの確率質量を未知量とし、短時間の遷移作用素を構成する。</a:t>
            </a:r>
          </a:p>
          <a:p xmlns:a="http://schemas.openxmlformats.org/drawingml/2006/main">
            <a:r>
              <a:t>電場加速はcharacteristicに沿ったセル間移送、衝突は角度・エネルギーの遷移として表現する。</a:t>
            </a:r>
          </a:p>
          <a:p xmlns:a="http://schemas.openxmlformats.org/drawingml/2006/main">
            <a:r>
              <a:t>現行実装はP1衝突閉包であり、two-termと独立な離散化だが、完全な高次角度散乱ではない。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非負遷移行列の主固有ベクトルが定常な確率分布を与える。成長・減衰がある場合はgを調整し、正規化されたモードを求める。</a:t>
            </a:r>
          </a:p>
          <a:p xmlns:a="http://schemas.openxmlformats.org/drawingml/2006/main">
            <a:r>
              <a:t>Cayley近似や作用素の積は内部実装名であり、説明の中心は定常確率分布と保存性である。</a:t>
            </a:r>
          </a:p>
          <a:p xmlns:a="http://schemas.openxmlformats.org/drawingml/2006/main">
            <a:r>
              <a:t>Monte Carloの標本化ノイズとは独立だが、格子と時間刻みの離散化誤差をもつ。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表はリポジトリのgrid-refinement qualification結果。δはmediumとfine格子の相対差。</a:t>
            </a:r>
          </a:p>
          <a:p xmlns:a="http://schemas.openxmlformats.org/drawingml/2006/main">
            <a:r>
              <a:t>propagatorはEEDFとflux driftの独立検算に有用だが、未提供・未検証のbulk diffusionやenergy transportを補間や推定で埋めてはならない。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手法間差を一つの数値へまとめず、入力・物理モデル・離散化・統計に分ける。</a:t>
            </a:r>
          </a:p>
          <a:p xmlns:a="http://schemas.openxmlformats.org/drawingml/2006/main">
            <a:r>
              <a:t>最終的な開発優先度は、物性qαの不確かさをCOMSOLのKPI感度へ伝播して決める。</a:t>
            </a:r>
          </a:p>
          <a:p xmlns:a="http://schemas.openxmlformats.org/drawingml/2006/main">
            <a:r>
              <a:t>同じ誤った断面積を全手法で使えば、全手法が一致する可能性がある。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コード内部ではschema v2、solve plan、canonical result、COMSOL input bundleなどの名称を使う。次ページで対応を示す。</a:t>
            </a:r>
          </a:p>
          <a:p xmlns:a="http://schemas.openxmlformats.org/drawingml/2006/main">
            <a:r>
              <a:t>重要なのは、未対応物理を暗黙に無視せず、fail・skip・明示的近似として記録することである。</a:t>
            </a:r>
          </a:p>
          <a:p xmlns:a="http://schemas.openxmlformats.org/drawingml/2006/main">
            <a:r>
              <a:t>結果には各計算法が各物理機能をどう扱ったかをメタデータとして残す。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この対応表は、実装レビューと物理レビューの言葉を合わせるためのもの。</a:t>
            </a:r>
          </a:p>
          <a:p xmlns:a="http://schemas.openxmlformats.org/drawingml/2006/main">
            <a:r>
              <a:t>以降のスライドでは、コード固有名を必要最小限にし、平易な物理用語を優先する。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断面積の出所と比較条件。O2の主比較はattachmentを落とした共通閉包であり、電気陰性プラズマの完全モデルではない。</a:t>
            </a:r>
          </a:p>
          <a:p xmlns:a="http://schemas.openxmlformats.org/drawingml/2006/main">
            <a:r>
              <a:t/>
            </a:r>
          </a:p>
          <a:p xmlns:a="http://schemas.openxmlformats.org/drawingml/2006/main">
            <a:r>
              <a:t>Sources:</a:t>
            </a:r>
          </a:p>
          <a:p xmlns:a="http://schemas.openxmlformats.org/drawingml/2006/main">
            <a:r>
              <a:t>- Pitchford et al., Plasma Process. Polym. 14 (2017) 1600098. DOI:10.1002/ppap.201600098</a:t>
            </a:r>
          </a:p>
          <a:p xmlns:a="http://schemas.openxmlformats.org/drawingml/2006/main">
            <a:r>
              <a:t>- outputs/lxcat_swarm_validation/evaluation/README_ja.md</a:t>
            </a:r>
          </a:p>
          <a:p xmlns:a="http://schemas.openxmlformats.org/drawingml/2006/main">
            <a:r>
              <a:t>- outputs/lxcat_swarm_validation/raw_lxcat/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純Arの実EEDF。比較の見やすさのためlog-energy共通格子へ対数補間した。元CSVは各solverの規格化済みEEDF。</a:t>
            </a:r>
          </a:p>
          <a:p xmlns:a="http://schemas.openxmlformats.org/drawingml/2006/main">
            <a:r>
              <a:t/>
            </a:r>
          </a:p>
          <a:p xmlns:a="http://schemas.openxmlformats.org/drawingml/2006/main">
            <a:r>
              <a:t>Sources:</a:t>
            </a:r>
          </a:p>
          <a:p xmlns:a="http://schemas.openxmlformats.org/drawingml/2006/main">
            <a:r>
              <a:t>- Hagelaar &amp; Pitchford, Plasma Sources Sci. Technol. 14 (2005) 722–733. DOI:10.1088/0963-0252/14/4/011</a:t>
            </a:r>
          </a:p>
          <a:p xmlns:a="http://schemas.openxmlformats.org/drawingml/2006/main">
            <a:r>
              <a:t>- Pitchford et al., Plasma Process. Polym. 14 (2017) 1600098. DOI:10.1002/ppap.201600098</a:t>
            </a:r>
          </a:p>
          <a:p xmlns:a="http://schemas.openxmlformats.org/drawingml/2006/main">
            <a:r>
              <a:t>- outputs/argon_gec_icp/two_term_tables_tail_converged/mixture_0000/eedf.csv</a:t>
            </a:r>
          </a:p>
          <a:p xmlns:a="http://schemas.openxmlformats.org/drawingml/2006/main">
            <a:r>
              <a:t>- outputs/argon_gec_icp/monte_carlo_tables/mixture_0000/eedf.csv</a:t>
            </a:r>
          </a:p>
          <a:p xmlns:a="http://schemas.openxmlformats.org/drawingml/2006/main">
            <a:r>
              <a:t>- outputs/argon_gec_icp/propagator_tables/mixture_0000/eedf.csv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純ArのEEDF距離。selected closureはqualified MCがある点ではMCを使用する。</a:t>
            </a:r>
          </a:p>
          <a:p xmlns:a="http://schemas.openxmlformats.org/drawingml/2006/main">
            <a:r>
              <a:t/>
            </a:r>
          </a:p>
          <a:p xmlns:a="http://schemas.openxmlformats.org/drawingml/2006/main">
            <a:r>
              <a:t>Sources:</a:t>
            </a:r>
          </a:p>
          <a:p xmlns:a="http://schemas.openxmlformats.org/drawingml/2006/main">
            <a:r>
              <a:t>- outputs/argon_gec_icp/eedf_comparison/eedf_comparison_metrics.csv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純Arの輸送比較。横軸はcampaign anchorであり、category spacingは対数間隔ではない。数値は元表のflux definitions。</a:t>
            </a:r>
          </a:p>
          <a:p xmlns:a="http://schemas.openxmlformats.org/drawingml/2006/main">
            <a:r>
              <a:t/>
            </a:r>
          </a:p>
          <a:p xmlns:a="http://schemas.openxmlformats.org/drawingml/2006/main">
            <a:r>
              <a:t>Sources:</a:t>
            </a:r>
          </a:p>
          <a:p xmlns:a="http://schemas.openxmlformats.org/drawingml/2006/main">
            <a:r>
              <a:t>- outputs/argon_gec_icp/two_term_tables_tail_converged/mixture_0000/transport_vs_en.csv</a:t>
            </a:r>
          </a:p>
          <a:p xmlns:a="http://schemas.openxmlformats.org/drawingml/2006/main">
            <a:r>
              <a:t>- outputs/argon_gec_icp/monte_carlo_tables/mixture_0000/transport_vs_en.csv</a:t>
            </a:r>
          </a:p>
          <a:p xmlns:a="http://schemas.openxmlformats.org/drawingml/2006/main">
            <a:r>
              <a:t>- outputs/argon_gec_icp/propagator_tables/mixture_0000/transport_vs_en.csv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Ar励起・電離rate。縦軸はlog10。rateの大きな変化はtail確率の増加と断面積kernelの重なりによる。</a:t>
            </a:r>
          </a:p>
          <a:p xmlns:a="http://schemas.openxmlformats.org/drawingml/2006/main">
            <a:r>
              <a:t/>
            </a:r>
          </a:p>
          <a:p xmlns:a="http://schemas.openxmlformats.org/drawingml/2006/main">
            <a:r>
              <a:t>Sources:</a:t>
            </a:r>
          </a:p>
          <a:p xmlns:a="http://schemas.openxmlformats.org/drawingml/2006/main">
            <a:r>
              <a:t>- outputs/argon_gec_icp/two_term_tables_tail_converged/mixture_0000/rates_vs_en.csv</a:t>
            </a:r>
          </a:p>
          <a:p xmlns:a="http://schemas.openxmlformats.org/drawingml/2006/main">
            <a:r>
              <a:t>- outputs/argon_gec_icp/monte_carlo_tables/mixture_0000/rates_vs_en.csv</a:t>
            </a:r>
          </a:p>
          <a:p xmlns:a="http://schemas.openxmlformats.org/drawingml/2006/main">
            <a:r>
              <a:t>- outputs/argon_gec_icp/propagator_tables/mixture_0000/rates_vs_en.csv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純Ar campaignのquality。MC active-closure profileはCOMSOLで必要なEEDF/rate/transport subsetに対する適格性。</a:t>
            </a:r>
          </a:p>
          <a:p xmlns:a="http://schemas.openxmlformats.org/drawingml/2006/main">
            <a:r>
              <a:t/>
            </a:r>
          </a:p>
          <a:p xmlns:a="http://schemas.openxmlformats.org/drawingml/2006/main">
            <a:r>
              <a:t>Sources:</a:t>
            </a:r>
          </a:p>
          <a:p xmlns:a="http://schemas.openxmlformats.org/drawingml/2006/main">
            <a:r>
              <a:t>- outputs/argon_gec_icp/monte_carlo_tables/mixture_0000/quality.csv</a:t>
            </a:r>
          </a:p>
          <a:p xmlns:a="http://schemas.openxmlformats.org/drawingml/2006/main">
            <a:r>
              <a:t>- outputs/argon_gec_icp/propagator_tables/mixture_0000/quality.csv</a:t>
            </a:r>
          </a:p>
          <a:p xmlns:a="http://schemas.openxmlformats.org/drawingml/2006/main">
            <a:r>
              <a:t>- outputs/argon_gec_icp/comsol_monte_carlo_function_eedf/run_status.json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混合条件と物理的期待。O2 attachment sensitivityはtwo-termとpropagatorで別途評価する。</a:t>
            </a:r>
          </a:p>
          <a:p xmlns:a="http://schemas.openxmlformats.org/drawingml/2006/main">
            <a:r>
              <a:t/>
            </a:r>
          </a:p>
          <a:p xmlns:a="http://schemas.openxmlformats.org/drawingml/2006/main">
            <a:r>
              <a:t>Sources:</a:t>
            </a:r>
          </a:p>
          <a:p xmlns:a="http://schemas.openxmlformats.org/drawingml/2006/main">
            <a:r>
              <a:t>- Pitchford et al., Plasma Process. Polym. 14 (2017) 1600098. DOI:10.1002/ppap.201600098</a:t>
            </a:r>
          </a:p>
          <a:p xmlns:a="http://schemas.openxmlformats.org/drawingml/2006/main">
            <a:r>
              <a:t>- outputs/lxcat_swarm_validation/evaluation/README_ja.md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Ar/N2実EEDF。MCは1/10/1000 Tdにv7最終DB、100 Tdにv8独立再計算を使用した。raw分布を平滑化・splice・two-term置換していない。</a:t>
            </a:r>
          </a:p>
          <a:p xmlns:a="http://schemas.openxmlformats.org/drawingml/2006/main">
            <a:r>
              <a:t/>
            </a:r>
          </a:p>
          <a:p xmlns:a="http://schemas.openxmlformats.org/drawingml/2006/main">
            <a:r>
              <a:t>Sources:</a:t>
            </a:r>
          </a:p>
          <a:p xmlns:a="http://schemas.openxmlformats.org/drawingml/2006/main">
            <a:r>
              <a:t>- Pitchford et al., Plasma Process. Polym. 14 (2017) 1600098. DOI:10.1002/ppap.201600098</a:t>
            </a:r>
          </a:p>
          <a:p xmlns:a="http://schemas.openxmlformats.org/drawingml/2006/main">
            <a:r>
              <a:t>- outputs/lxcat_swarm_validation/tables/two_term/mixture_0001/eedf.csv</a:t>
            </a:r>
          </a:p>
          <a:p xmlns:a="http://schemas.openxmlformats.org/drawingml/2006/main">
            <a:r>
              <a:t>- outputs/lxcat_swarm_validation/mc_refinement_v7/ar_n2/p2048/monte_carlo.sqlite</a:t>
            </a:r>
          </a:p>
          <a:p xmlns:a="http://schemas.openxmlformats.org/drawingml/2006/main">
            <a:r>
              <a:t>- outputs/lxcat_swarm_validation/mc_core_v8/ar_n2/monte_carlo.sqlite</a:t>
            </a:r>
          </a:p>
          <a:p xmlns:a="http://schemas.openxmlformats.org/drawingml/2006/main">
            <a:r>
              <a:t>- outputs/lxcat_swarm_validation/tables/propagator/mixture_0001/eedf.csv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Ar/N2のmean energy、TV、MC qualification。100 Tdはv8のexact-bin residence / piecewise-linear rate積分でactive closureを通過した。full transport failureはtime-horizonで、EEDF/rate閉包の不合格ではない。</a:t>
            </a:r>
          </a:p>
          <a:p xmlns:a="http://schemas.openxmlformats.org/drawingml/2006/main">
            <a:r>
              <a:t/>
            </a:r>
          </a:p>
          <a:p xmlns:a="http://schemas.openxmlformats.org/drawingml/2006/main">
            <a:r>
              <a:t>Sources:</a:t>
            </a:r>
          </a:p>
          <a:p xmlns:a="http://schemas.openxmlformats.org/drawingml/2006/main">
            <a:r>
              <a:t>- outputs/lxcat_swarm_validation/mc_refinement_v7/evaluation/ar_n2/eedf_comparison/eedf_comparison_metrics.csv</a:t>
            </a:r>
          </a:p>
          <a:p xmlns:a="http://schemas.openxmlformats.org/drawingml/2006/main">
            <a:r>
              <a:t>- outputs/lxcat_swarm_validation/mc_core_v8/evaluation/README_ja.md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Ar/O2 no-attachmentの実EEDF。MCはv7最終DB（1000 Tdはp2048）を使用。電気陰性粒子損失は主比較から除外し、次スライドで感度を示す。</a:t>
            </a:r>
          </a:p>
          <a:p xmlns:a="http://schemas.openxmlformats.org/drawingml/2006/main">
            <a:r>
              <a:t/>
            </a:r>
          </a:p>
          <a:p xmlns:a="http://schemas.openxmlformats.org/drawingml/2006/main">
            <a:r>
              <a:t>Sources:</a:t>
            </a:r>
          </a:p>
          <a:p xmlns:a="http://schemas.openxmlformats.org/drawingml/2006/main">
            <a:r>
              <a:t>- Pitchford et al., Plasma Process. Polym. 14 (2017) 1600098. DOI:10.1002/ppap.201600098</a:t>
            </a:r>
          </a:p>
          <a:p xmlns:a="http://schemas.openxmlformats.org/drawingml/2006/main">
            <a:r>
              <a:t>- outputs/lxcat_swarm_validation/tables/two_term/mixture_0000/eedf.csv</a:t>
            </a:r>
          </a:p>
          <a:p xmlns:a="http://schemas.openxmlformats.org/drawingml/2006/main">
            <a:r>
              <a:t>- outputs/lxcat_swarm_validation/mc_refinement_v7/ar_o2/p2048/monte_carlo.sqlite</a:t>
            </a:r>
          </a:p>
          <a:p xmlns:a="http://schemas.openxmlformats.org/drawingml/2006/main">
            <a:r>
              <a:t>- outputs/lxcat_swarm_validation/tables/propagator/mixture_0000/eedf.csv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O2のbinary dissociative attachment感度。three-body attachmentは誤用していない。MC attachment trajectory lossは未実装。</a:t>
            </a:r>
          </a:p>
          <a:p xmlns:a="http://schemas.openxmlformats.org/drawingml/2006/main">
            <a:r>
              <a:t/>
            </a:r>
          </a:p>
          <a:p xmlns:a="http://schemas.openxmlformats.org/drawingml/2006/main">
            <a:r>
              <a:t>Sources:</a:t>
            </a:r>
          </a:p>
          <a:p xmlns:a="http://schemas.openxmlformats.org/drawingml/2006/main">
            <a:r>
              <a:t>- outputs/lxcat_swarm_validation/evaluation/attachment_sensitivity.csv</a:t>
            </a:r>
          </a:p>
          <a:p xmlns:a="http://schemas.openxmlformats.org/drawingml/2006/main">
            <a:r>
              <a:t>- docs/physics_limitations.md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v7最終campaignへv8のAr/N2・Ar/Cl2 100 Td結果を反映した資格表。Ar/N2のactive closureはPASS。Ar/Cl2はgrowth整合にはPASSしたが、高閾値二重電離の未観測によりrare_tail軸が残る。full transportはdiffusion lagのtime_horizonを含む。</a:t>
            </a:r>
          </a:p>
          <a:p xmlns:a="http://schemas.openxmlformats.org/drawingml/2006/main">
            <a:r>
              <a:t/>
            </a:r>
          </a:p>
          <a:p xmlns:a="http://schemas.openxmlformats.org/drawingml/2006/main">
            <a:r>
              <a:t>Sources:</a:t>
            </a:r>
          </a:p>
          <a:p xmlns:a="http://schemas.openxmlformats.org/drawingml/2006/main">
            <a:r>
              <a:t>- outputs/lxcat_swarm_validation/mc_refinement_v7/evaluation/refinement/qualification_status.csv</a:t>
            </a:r>
          </a:p>
          <a:p xmlns:a="http://schemas.openxmlformats.org/drawingml/2006/main">
            <a:r>
              <a:t>- outputs/lxcat_swarm_validation/mc_core_v8/evaluation/metrics.csv</a:t>
            </a:r>
          </a:p>
          <a:p xmlns:a="http://schemas.openxmlformats.org/drawingml/2006/main">
            <a:r>
              <a:t>- outputs/lxcat_swarm_validation/mc_core_v8/evaluation/README_ja.md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Tdのmean energyとflux driftを、同一衝突集合を使う3 solverで比較。Ar/N2 MCはv8、Ar/O2 MCはv7 p2048 DBの100 Td scalar。O2はattachmentを除いた共通物理であり、電気陰性輸送の完全モデルではない。</a:t>
            </a:r>
          </a:p>
          <a:p xmlns:a="http://schemas.openxmlformats.org/drawingml/2006/main">
            <a:r>
              <a:t/>
            </a:r>
          </a:p>
          <a:p xmlns:a="http://schemas.openxmlformats.org/drawingml/2006/main">
            <a:r>
              <a:t>Sources:</a:t>
            </a:r>
          </a:p>
          <a:p xmlns:a="http://schemas.openxmlformats.org/drawingml/2006/main">
            <a:r>
              <a:t>- outputs/argon_gec_icp/*_tables/mixture_0000/transport_vs_en.csv</a:t>
            </a:r>
          </a:p>
          <a:p xmlns:a="http://schemas.openxmlformats.org/drawingml/2006/main">
            <a:r>
              <a:t>- outputs/lxcat_swarm_validation/tables/{two_term,propagator}/mixture_000{0,1}/transport_vs_en.csv</a:t>
            </a:r>
          </a:p>
          <a:p xmlns:a="http://schemas.openxmlformats.org/drawingml/2006/main">
            <a:r>
              <a:t>- outputs/lxcat_swarm_validation/mc_core_v8/ar_n2/aggregate/aggregate_scalars.csv</a:t>
            </a:r>
          </a:p>
          <a:p xmlns:a="http://schemas.openxmlformats.org/drawingml/2006/main">
            <a:r>
              <a:t>- outputs/lxcat_swarm_validation/mc_refinement_v7/ar_o2/p2048/monte_carlo.sqlite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Ar、Ar/N2、Ar/O2の共通E/N 1/10/100/1000 Tdについて、two_term、raw/selected MC、propagatorの全pairから最大TVを抽出した。O2はno-attachment共通物理。</a:t>
            </a:r>
          </a:p>
          <a:p xmlns:a="http://schemas.openxmlformats.org/drawingml/2006/main">
            <a:r>
              <a:t/>
            </a:r>
          </a:p>
          <a:p xmlns:a="http://schemas.openxmlformats.org/drawingml/2006/main">
            <a:r>
              <a:t>Sources:</a:t>
            </a:r>
          </a:p>
          <a:p xmlns:a="http://schemas.openxmlformats.org/drawingml/2006/main">
            <a:r>
              <a:t>- .tmp/swarm_physics_conference_20260914/build/conference_data.json</a:t>
            </a:r>
          </a:p>
          <a:p xmlns:a="http://schemas.openxmlformats.org/drawingml/2006/main">
            <a:r>
              <a:t>- outputs/lxcat_swarm_validation/evaluation/</a:t>
            </a:r>
          </a:p>
          <a:p xmlns:a="http://schemas.openxmlformats.org/drawingml/2006/main">
            <a:r>
              <a:t>- outputs/argon_gec_icp/eedf_comparison/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左のCOMSOL時間は同一モデルで比較可能。右のMC時間はAr/N2とAr/Cl2 campaignを同じホスト上で同時実行した実運用証拠であり、solver速度順位ではない。N2の低throughputは大きなunion-knot表の全process走査が支配する。</a:t>
            </a:r>
          </a:p>
          <a:p xmlns:a="http://schemas.openxmlformats.org/drawingml/2006/main">
            <a:r>
              <a:t/>
            </a:r>
          </a:p>
          <a:p xmlns:a="http://schemas.openxmlformats.org/drawingml/2006/main">
            <a:r>
              <a:t>Sources:</a:t>
            </a:r>
          </a:p>
          <a:p xmlns:a="http://schemas.openxmlformats.org/drawingml/2006/main">
            <a:r>
              <a:t>- outputs/argon_gec_icp/comsol_two_term_function_eedf/run_status.json</a:t>
            </a:r>
          </a:p>
          <a:p xmlns:a="http://schemas.openxmlformats.org/drawingml/2006/main">
            <a:r>
              <a:t>- outputs/argon_gec_icp/comsol_monte_carlo_function_eedf/run_status.json</a:t>
            </a:r>
          </a:p>
          <a:p xmlns:a="http://schemas.openxmlformats.org/drawingml/2006/main">
            <a:r>
              <a:t>- outputs/argon_gec_icp/comsol_propagator_function_eedf/run_status.json</a:t>
            </a:r>
          </a:p>
          <a:p xmlns:a="http://schemas.openxmlformats.org/drawingml/2006/main">
            <a:r>
              <a:t>- outputs/lxcat_swarm_validation/mc_core_v8/evaluation/metrics.csv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誤差予算の分類。最後の式は線形誤差伝播の概念式で、独立性がない場合は共分散項を含める。</a:t>
            </a:r>
          </a:p>
          <a:p xmlns:a="http://schemas.openxmlformats.org/drawingml/2006/main">
            <a:r>
              <a:t/>
            </a:r>
          </a:p>
          <a:p xmlns:a="http://schemas.openxmlformats.org/drawingml/2006/main">
            <a:r>
              <a:t>Sources:</a:t>
            </a:r>
          </a:p>
          <a:p xmlns:a="http://schemas.openxmlformats.org/drawingml/2006/main">
            <a:r>
              <a:t>- Pitchford et al., Plasma Process. Polym. 14 (2017) 1600098. DOI:10.1002/ppap.201600098</a:t>
            </a:r>
          </a:p>
          <a:p xmlns:a="http://schemas.openxmlformats.org/drawingml/2006/main">
            <a:r>
              <a:t>- Godyak, Piejak &amp; Alexandrovich, Plasma Sources Sci. Technol. 11 (2002) 525–543. DOI:10.1088/0963-0252/11/4/320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電子数保存式と平均エネルギー保存式の係数として、Swarm由来の移動度、拡散、反応速度、EEDFを使う。</a:t>
            </a:r>
          </a:p>
          <a:p xmlns:a="http://schemas.openxmlformats.org/drawingml/2006/main">
            <a:r>
              <a:t>RF場、壁境界、重粒子化学、装置形状、時間発展はCOMSOL側の責任である。</a:t>
            </a:r>
          </a:p>
          <a:p xmlns:a="http://schemas.openxmlformats.org/drawingml/2006/main">
            <a:r>
              <a:t>比較では同一MPH・同一境界条件・同一反応集合を固定し、Swarm由来の物性入力だけを変える。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旧資料のbundleは、物性表とmanifestをまとめた『COMSOLへ渡す表一式』を意味する。</a:t>
            </a:r>
          </a:p>
          <a:p xmlns:a="http://schemas.openxmlformats.org/drawingml/2006/main">
            <a:r>
              <a:t>装置モデル側の変数tagや反応番号を物性表へ埋め込まず、個別MPHの対応設定に分離する。</a:t>
            </a:r>
          </a:p>
          <a:p xmlns:a="http://schemas.openxmlformats.org/drawingml/2006/main">
            <a:r>
              <a:t>外挿を許さず、E/Nまたは平均エネルギーが表の対応範囲外になった点を検出する。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COMSOLは局所平均エネルギーu-barを状態量としてもつため、E/N表を平均エネルギー軸へ写像して参照する。</a:t>
            </a:r>
          </a:p>
          <a:p xmlns:a="http://schemas.openxmlformats.org/drawingml/2006/main">
            <a:r>
              <a:t>補間後も確率質量1と平均エネルギーu-barを満たすように正規化・補正する。</a:t>
            </a:r>
          </a:p>
          <a:p xmlns:a="http://schemas.openxmlformats.org/drawingml/2006/main">
            <a:r>
              <a:t>TVはtotal variation distance。rate誤差は対象反応速度の補間誤差。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純Arのsolver-native EEDFを共通13 E/N anchorとlog-energy格子へ表示用に補間した3D曲面。縦軸下限10^-8は描画クリップであり、数値積分やrate計算のfloorではない。各E/N断面は既存のEEDF比較図と同じ確率密度p(ε), ∫p dε=1。</a:t>
            </a:r>
          </a:p>
          <a:p xmlns:a="http://schemas.openxmlformats.org/drawingml/2006/main">
            <a:r>
              <a:t/>
            </a:r>
          </a:p>
          <a:p xmlns:a="http://schemas.openxmlformats.org/drawingml/2006/main">
            <a:r>
              <a:t>Sources:</a:t>
            </a:r>
          </a:p>
          <a:p xmlns:a="http://schemas.openxmlformats.org/drawingml/2006/main">
            <a:r>
              <a:t>- Hagelaar &amp; Pitchford, Plasma Sources Sci. Technol. 14 (2005) 722–733. DOI:10.1088/0963-0252/14/4/011</a:t>
            </a:r>
          </a:p>
          <a:p xmlns:a="http://schemas.openxmlformats.org/drawingml/2006/main">
            <a:r>
              <a:t>- Pitchford et al., Plasma Process. Polym. 14 (2017) 1600098. DOI:10.1002/ppap.201600098</a:t>
            </a:r>
          </a:p>
          <a:p xmlns:a="http://schemas.openxmlformats.org/drawingml/2006/main">
            <a:r>
              <a:t>- outputs/argon_gec_icp/two_term_tables_tail_converged/mixture_0000/eedf.csv</a:t>
            </a:r>
          </a:p>
          <a:p xmlns:a="http://schemas.openxmlformats.org/drawingml/2006/main">
            <a:r>
              <a:t>- outputs/argon_gec_icp/monte_carlo_tables/mixture_0000/eedf.csv</a:t>
            </a:r>
          </a:p>
          <a:p xmlns:a="http://schemas.openxmlformats.org/drawingml/2006/main">
            <a:r>
              <a:t>- outputs/argon_gec_icp/propagator_tables/mixture_0000/eedf.csv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COMSOLへ実際に渡すEEPF f0の2D lookup tableを3D表示した。p(ε)=sqrt(ε)f0(ε)で、f0の単位はeV^-3/2。図はε=10^-3–150 eV、ū=2.5–39 eVを表示し、log-density interpolationは可視化のみ。COMSOL adapterの入力は元CSVである。</a:t>
            </a:r>
          </a:p>
          <a:p xmlns:a="http://schemas.openxmlformats.org/drawingml/2006/main">
            <a:r>
              <a:t/>
            </a:r>
          </a:p>
          <a:p xmlns:a="http://schemas.openxmlformats.org/drawingml/2006/main">
            <a:r>
              <a:t>Sources:</a:t>
            </a:r>
          </a:p>
          <a:p xmlns:a="http://schemas.openxmlformats.org/drawingml/2006/main">
            <a:r>
              <a:t>- outputs/argon_gec_icp/two_term_bundle/mixture_0000/eedf_f0_comsol_2d.csv</a:t>
            </a:r>
          </a:p>
          <a:p xmlns:a="http://schemas.openxmlformats.org/drawingml/2006/main">
            <a:r>
              <a:t>- outputs/argon_gec_icp/monte_carlo_bundle/mixture_0000/eedf_f0_comsol_2d.csv</a:t>
            </a:r>
          </a:p>
          <a:p xmlns:a="http://schemas.openxmlformats.org/drawingml/2006/main">
            <a:r>
              <a:t>- outputs/argon_gec_icp/propagator_bundle/mixture_0000/eedf_f0_comsol_2d.csv</a:t>
            </a:r>
          </a:p>
          <a:p xmlns:a="http://schemas.openxmlformats.org/drawingml/2006/main">
            <a:r>
              <a:t>- tests/test_solver_smoke.py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GEC ICPの軸対称計算領域と運転条件。Qrhはoriginal COMSOLの1 ms result。originalは保存解が1 msまでで、Swarm閉包ケースは10 msまであるため、空間比較はすべてexact transient interpolationの1 msに統一した。図示には4545節点からmodified Shepard法で補間したが、ピーク値・積分値・差分統計は元節点またはCOMSOL積分演算子から得た。</a:t>
            </a:r>
          </a:p>
          <a:p xmlns:a="http://schemas.openxmlformats.org/drawingml/2006/main">
            <a:r>
              <a:t/>
            </a:r>
          </a:p>
          <a:p xmlns:a="http://schemas.openxmlformats.org/drawingml/2006/main">
            <a:r>
              <a:t>Sources:</a:t>
            </a:r>
          </a:p>
          <a:p xmlns:a="http://schemas.openxmlformats.org/drawingml/2006/main">
            <a:r>
              <a:t>- Hargis et al., Rev. Sci. Instrum. 65 (1994) 140–154. DOI:10.1063/1.1144770</a:t>
            </a:r>
          </a:p>
          <a:p xmlns:a="http://schemas.openxmlformats.org/drawingml/2006/main">
            <a:r>
              <a:t>- Miller et al., J. Res. NIST 100 (1995) 427–439. DOI:10.6028/jres.100.032</a:t>
            </a:r>
          </a:p>
          <a:p xmlns:a="http://schemas.openxmlformats.org/drawingml/2006/main">
            <a:r>
              <a:t>- COMSOL 6.4 Application Library: Argon GEC ICP, argon_gec_icp.html</a:t>
            </a:r>
          </a:p>
          <a:p xmlns:a="http://schemas.openxmlformats.org/drawingml/2006/main">
            <a:r>
              <a:t>- outputs/argon_gec_icp/comparison_exports/original/fields_common_time.csv</a:t>
            </a:r>
          </a:p>
          <a:p xmlns:a="http://schemas.openxmlformats.org/drawingml/2006/main">
            <a:r>
              <a:t>- outputs/argon_gec_icp/comsol_model_comparison/icp_stationarity_summary.csv</a:t>
            </a:r>
          </a:p>
          <a:p xmlns:a="http://schemas.openxmlformats.org/drawingml/2006/main">
            <a:r>
              <a:t>- docs/comsol_gec_icp.md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標準COMSOLケースとSwarm入力ケースの差は、EEDF familyと電子輸送係数の与え方を含む。</a:t>
            </a:r>
          </a:p>
          <a:p xmlns:a="http://schemas.openxmlformats.org/drawingml/2006/main">
            <a:r>
              <a:t>3つのSwarm入力ケース間では同じ反応集合、RF、壁境界、メッシュ、比較時刻を固定する。</a:t>
            </a:r>
          </a:p>
          <a:p xmlns:a="http://schemas.openxmlformats.org/drawingml/2006/main">
            <a:r>
              <a:t>diffusionはEinstein関係を共通に使うため、3 Swarm入力間の独立な拡散係数比較ではない。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電子密度 nₑ：originalは高密度、3つのkinetic閉包は相互に近い。各カラーマップは全4545共通節点をmodified Shepard inverse-distance法で可視化補間した。global rangeは4ケース間で固定。ピークと差分統計は元の節点値から計算し、補間画像から再計測していない。</a:t>
            </a:r>
          </a:p>
          <a:p xmlns:a="http://schemas.openxmlformats.org/drawingml/2006/main">
            <a:r>
              <a:t/>
            </a:r>
          </a:p>
          <a:p xmlns:a="http://schemas.openxmlformats.org/drawingml/2006/main">
            <a:r>
              <a:t>Sources:</a:t>
            </a:r>
          </a:p>
          <a:p xmlns:a="http://schemas.openxmlformats.org/drawingml/2006/main">
            <a:r>
              <a:t>- outputs/argon_gec_icp/comparison_exports/original/fields_common_time.csv</a:t>
            </a:r>
          </a:p>
          <a:p xmlns:a="http://schemas.openxmlformats.org/drawingml/2006/main">
            <a:r>
              <a:t>- outputs/argon_gec_icp/comparison_exports/two_term/fields_common_time.csv</a:t>
            </a:r>
          </a:p>
          <a:p xmlns:a="http://schemas.openxmlformats.org/drawingml/2006/main">
            <a:r>
              <a:t>- outputs/argon_gec_icp/comparison_exports/monte_carlo/fields_common_time.csv</a:t>
            </a:r>
          </a:p>
          <a:p xmlns:a="http://schemas.openxmlformats.org/drawingml/2006/main">
            <a:r>
              <a:t>- outputs/argon_gec_icp/comparison_exports/propagator/fields_common_time.csv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電子平均エネルギー：kinetic EEDFで高エネルギー領域が拡大。各カラーマップは全4545共通節点をmodified Shepard inverse-distance法で可視化補間した。global rangeは4ケース間で固定。ピークと差分統計は元の節点値から計算し、補間画像から再計測していない。</a:t>
            </a:r>
          </a:p>
          <a:p xmlns:a="http://schemas.openxmlformats.org/drawingml/2006/main">
            <a:r>
              <a:t/>
            </a:r>
          </a:p>
          <a:p xmlns:a="http://schemas.openxmlformats.org/drawingml/2006/main">
            <a:r>
              <a:t>Sources:</a:t>
            </a:r>
          </a:p>
          <a:p xmlns:a="http://schemas.openxmlformats.org/drawingml/2006/main">
            <a:r>
              <a:t>- outputs/argon_gec_icp/comparison_exports/original/fields_common_time.csv</a:t>
            </a:r>
          </a:p>
          <a:p xmlns:a="http://schemas.openxmlformats.org/drawingml/2006/main">
            <a:r>
              <a:t>- outputs/argon_gec_icp/comparison_exports/two_term/fields_common_time.csv</a:t>
            </a:r>
          </a:p>
          <a:p xmlns:a="http://schemas.openxmlformats.org/drawingml/2006/main">
            <a:r>
              <a:t>- outputs/argon_gec_icp/comparison_exports/monte_carlo/fields_common_time.csv</a:t>
            </a:r>
          </a:p>
          <a:p xmlns:a="http://schemas.openxmlformats.org/drawingml/2006/main">
            <a:r>
              <a:t>- outputs/argon_gec_icp/comparison_exports/propagator/fields_common_time.csv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 metastable：tail積分と過渡蓄積が空間差を増幅。各カラーマップは全4545共通節点をmodified Shepard inverse-distance法で可視化補間した。global rangeは4ケース間で固定。ピークと差分統計は元の節点値から計算し、補間画像から再計測していない。</a:t>
            </a:r>
          </a:p>
          <a:p xmlns:a="http://schemas.openxmlformats.org/drawingml/2006/main">
            <a:r>
              <a:t/>
            </a:r>
          </a:p>
          <a:p xmlns:a="http://schemas.openxmlformats.org/drawingml/2006/main">
            <a:r>
              <a:t>Sources:</a:t>
            </a:r>
          </a:p>
          <a:p xmlns:a="http://schemas.openxmlformats.org/drawingml/2006/main">
            <a:r>
              <a:t>- outputs/argon_gec_icp/comparison_exports/original/fields_common_time.csv</a:t>
            </a:r>
          </a:p>
          <a:p xmlns:a="http://schemas.openxmlformats.org/drawingml/2006/main">
            <a:r>
              <a:t>- outputs/argon_gec_icp/comparison_exports/two_term/fields_common_time.csv</a:t>
            </a:r>
          </a:p>
          <a:p xmlns:a="http://schemas.openxmlformats.org/drawingml/2006/main">
            <a:r>
              <a:t>- outputs/argon_gec_icp/comparison_exports/monte_carlo/fields_common_time.csv</a:t>
            </a:r>
          </a:p>
          <a:p xmlns:a="http://schemas.openxmlformats.org/drawingml/2006/main">
            <a:r>
              <a:t>- outputs/argon_gec_icp/comparison_exports/propagator/fields_common_time.csv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Ar⁺：電子密度応答を追随し、壁近傍で準中性から外れる。各カラーマップは全4545共通節点をmodified Shepard inverse-distance法で可視化補間した。global rangeは4ケース間で固定。ピークと差分統計は元の節点値から計算し、補間画像から再計測していない。</a:t>
            </a:r>
          </a:p>
          <a:p xmlns:a="http://schemas.openxmlformats.org/drawingml/2006/main">
            <a:r>
              <a:t/>
            </a:r>
          </a:p>
          <a:p xmlns:a="http://schemas.openxmlformats.org/drawingml/2006/main">
            <a:r>
              <a:t>Sources:</a:t>
            </a:r>
          </a:p>
          <a:p xmlns:a="http://schemas.openxmlformats.org/drawingml/2006/main">
            <a:r>
              <a:t>- outputs/argon_gec_icp/comparison_exports/original/fields_common_time.csv</a:t>
            </a:r>
          </a:p>
          <a:p xmlns:a="http://schemas.openxmlformats.org/drawingml/2006/main">
            <a:r>
              <a:t>- outputs/argon_gec_icp/comparison_exports/two_term/fields_common_time.csv</a:t>
            </a:r>
          </a:p>
          <a:p xmlns:a="http://schemas.openxmlformats.org/drawingml/2006/main">
            <a:r>
              <a:t>- outputs/argon_gec_icp/comparison_exports/monte_carlo/fields_common_time.csv</a:t>
            </a:r>
          </a:p>
          <a:p xmlns:a="http://schemas.openxmlformats.org/drawingml/2006/main">
            <a:r>
              <a:t>- outputs/argon_gec_icp/comparison_exports/propagator/fields_common_time.csv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RF吸収 Qrh：kinetic transportがconductivityと場を自己整合に変更。各カラーマップは全4545共通節点をmodified Shepard inverse-distance法で可視化補間した。global rangeは4ケース間で固定。ピークと差分統計は元の節点値から計算し、補間画像から再計測していない。</a:t>
            </a:r>
          </a:p>
          <a:p xmlns:a="http://schemas.openxmlformats.org/drawingml/2006/main">
            <a:r>
              <a:t/>
            </a:r>
          </a:p>
          <a:p xmlns:a="http://schemas.openxmlformats.org/drawingml/2006/main">
            <a:r>
              <a:t>Sources:</a:t>
            </a:r>
          </a:p>
          <a:p xmlns:a="http://schemas.openxmlformats.org/drawingml/2006/main">
            <a:r>
              <a:t>- outputs/argon_gec_icp/comparison_exports/original/fields_common_time.csv</a:t>
            </a:r>
          </a:p>
          <a:p xmlns:a="http://schemas.openxmlformats.org/drawingml/2006/main">
            <a:r>
              <a:t>- outputs/argon_gec_icp/comparison_exports/two_term/fields_common_time.csv</a:t>
            </a:r>
          </a:p>
          <a:p xmlns:a="http://schemas.openxmlformats.org/drawingml/2006/main">
            <a:r>
              <a:t>- outputs/argon_gec_icp/comparison_exports/monte_carlo/fields_common_time.csv</a:t>
            </a:r>
          </a:p>
          <a:p xmlns:a="http://schemas.openxmlformats.org/drawingml/2006/main">
            <a:r>
              <a:t>- outputs/argon_gec_icp/comparison_exports/propagator/fields_common_time.csv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2Dカラーマップの読みを定量化するwafer面line-out。z=0の保存節点だけを使用し、画像補間値は使っていない。geometry corner側の最外点r=8.28 cmは除外し、r≤8.0 cmを比較した。densityとAr*はshape comparisonのためcaseごとにr=0値で規格化し、mean energyは絶対値を示す。</a:t>
            </a:r>
          </a:p>
          <a:p xmlns:a="http://schemas.openxmlformats.org/drawingml/2006/main">
            <a:r>
              <a:t/>
            </a:r>
          </a:p>
          <a:p xmlns:a="http://schemas.openxmlformats.org/drawingml/2006/main">
            <a:r>
              <a:t>Sources:</a:t>
            </a:r>
          </a:p>
          <a:p xmlns:a="http://schemas.openxmlformats.org/drawingml/2006/main">
            <a:r>
              <a:t>- .tmp/swarm_physics_conference_20260914/build/conference_data.json</a:t>
            </a:r>
          </a:p>
          <a:p xmlns:a="http://schemas.openxmlformats.org/drawingml/2006/main">
            <a:r>
              <a:t>- outputs/argon_gec_icp/comparison_exports/*/fields_common_time.csv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r=0のaxis line-out。電子密度、Ar*、RF吸収密度を同じz座標で比較する。Qrh=0近傍のみ表示上10^-6 W/m3へfloorし、元データと積分値は変更していない。</a:t>
            </a:r>
          </a:p>
          <a:p xmlns:a="http://schemas.openxmlformats.org/drawingml/2006/main">
            <a:r>
              <a:t/>
            </a:r>
          </a:p>
          <a:p xmlns:a="http://schemas.openxmlformats.org/drawingml/2006/main">
            <a:r>
              <a:t>Sources:</a:t>
            </a:r>
          </a:p>
          <a:p xmlns:a="http://schemas.openxmlformats.org/drawingml/2006/main">
            <a:r>
              <a:t>- .tmp/swarm_physics_conference_20260914/build/conference_data.json</a:t>
            </a:r>
          </a:p>
          <a:p xmlns:a="http://schemas.openxmlformats.org/drawingml/2006/main">
            <a:r>
              <a:t>- outputs/argon_gec_icp/comparison_exports/*/fields_common_time.csv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original基準差 I：電子密度。差分画像は1 ms・4545節点上のsigned symmetric differenceを計算した後、absolute mapと同じmodified Shepard法で可視化した。median、p95、correlationは補間前の節点値。ゼロ近傍のQrhでは局所相対差が100%へ近づくため、COMSOL積分Pabsも併記した。</a:t>
            </a:r>
          </a:p>
          <a:p xmlns:a="http://schemas.openxmlformats.org/drawingml/2006/main">
            <a:r>
              <a:t/>
            </a:r>
          </a:p>
          <a:p xmlns:a="http://schemas.openxmlformats.org/drawingml/2006/main">
            <a:r>
              <a:t>Sources:</a:t>
            </a:r>
          </a:p>
          <a:p xmlns:a="http://schemas.openxmlformats.org/drawingml/2006/main">
            <a:r>
              <a:t>- outputs/argon_gec_icp/comparison_exports/*/fields_common_time.csv</a:t>
            </a:r>
          </a:p>
          <a:p xmlns:a="http://schemas.openxmlformats.org/drawingml/2006/main">
            <a:r>
              <a:t>- outputs/argon_gec_icp/comsol_model_comparison/icp_comparison_summary.csv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original基準差 II：電子平均エネルギー。差分画像は1 ms・4545節点上のsigned symmetric differenceを計算した後、absolute mapと同じmodified Shepard法で可視化した。median、p95、correlationは補間前の節点値。ゼロ近傍のQrhでは局所相対差が100%へ近づくため、COMSOL積分Pabsも併記した。</a:t>
            </a:r>
          </a:p>
          <a:p xmlns:a="http://schemas.openxmlformats.org/drawingml/2006/main">
            <a:r>
              <a:t/>
            </a:r>
          </a:p>
          <a:p xmlns:a="http://schemas.openxmlformats.org/drawingml/2006/main">
            <a:r>
              <a:t>Sources:</a:t>
            </a:r>
          </a:p>
          <a:p xmlns:a="http://schemas.openxmlformats.org/drawingml/2006/main">
            <a:r>
              <a:t>- outputs/argon_gec_icp/comparison_exports/*/fields_common_time.csv</a:t>
            </a:r>
          </a:p>
          <a:p xmlns:a="http://schemas.openxmlformats.org/drawingml/2006/main">
            <a:r>
              <a:t>- outputs/argon_gec_icp/comsol_model_comparison/icp_comparison_summary.csv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original基準差 III：Ar* metastable。差分画像は1 ms・4545節点上のsigned symmetric differenceを計算した後、absolute mapと同じmodified Shepard法で可視化した。median、p95、correlationは補間前の節点値。ゼロ近傍のQrhでは局所相対差が100%へ近づくため、COMSOL積分Pabsも併記した。</a:t>
            </a:r>
          </a:p>
          <a:p xmlns:a="http://schemas.openxmlformats.org/drawingml/2006/main">
            <a:r>
              <a:t/>
            </a:r>
          </a:p>
          <a:p xmlns:a="http://schemas.openxmlformats.org/drawingml/2006/main">
            <a:r>
              <a:t>Sources:</a:t>
            </a:r>
          </a:p>
          <a:p xmlns:a="http://schemas.openxmlformats.org/drawingml/2006/main">
            <a:r>
              <a:t>- outputs/argon_gec_icp/comparison_exports/*/fields_common_time.csv</a:t>
            </a:r>
          </a:p>
          <a:p xmlns:a="http://schemas.openxmlformats.org/drawingml/2006/main">
            <a:r>
              <a:t>- outputs/argon_gec_icp/comsol_model_comparison/icp_comparison_summary.csv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original基準差 IV：Ar⁺。差分画像は1 ms・4545節点上のsigned symmetric differenceを計算した後、absolute mapと同じmodified Shepard法で可視化した。median、p95、correlationは補間前の節点値。ゼロ近傍のQrhでは局所相対差が100%へ近づくため、COMSOL積分Pabsも併記した。</a:t>
            </a:r>
          </a:p>
          <a:p xmlns:a="http://schemas.openxmlformats.org/drawingml/2006/main">
            <a:r>
              <a:t/>
            </a:r>
          </a:p>
          <a:p xmlns:a="http://schemas.openxmlformats.org/drawingml/2006/main">
            <a:r>
              <a:t>Sources:</a:t>
            </a:r>
          </a:p>
          <a:p xmlns:a="http://schemas.openxmlformats.org/drawingml/2006/main">
            <a:r>
              <a:t>- outputs/argon_gec_icp/comparison_exports/*/fields_common_time.csv</a:t>
            </a:r>
          </a:p>
          <a:p xmlns:a="http://schemas.openxmlformats.org/drawingml/2006/main">
            <a:r>
              <a:t>- outputs/argon_gec_icp/comsol_model_comparison/icp_comparison_summary.csv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original基準差 V：RF吸収密度。差分画像は1 ms・4545節点上のsigned symmetric differenceを計算した後、absolute mapと同じmodified Shepard法で可視化した。median、p95、correlationは補間前の節点値。ゼロ近傍のQrhでは局所相対差が100%へ近づくため、COMSOL積分Pabsも併記した。</a:t>
            </a:r>
          </a:p>
          <a:p xmlns:a="http://schemas.openxmlformats.org/drawingml/2006/main">
            <a:r>
              <a:t/>
            </a:r>
          </a:p>
          <a:p xmlns:a="http://schemas.openxmlformats.org/drawingml/2006/main">
            <a:r>
              <a:t>Sources:</a:t>
            </a:r>
          </a:p>
          <a:p xmlns:a="http://schemas.openxmlformats.org/drawingml/2006/main">
            <a:r>
              <a:t>- outputs/argon_gec_icp/comparison_exports/*/fields_common_time.csv</a:t>
            </a:r>
          </a:p>
          <a:p xmlns:a="http://schemas.openxmlformats.org/drawingml/2006/main">
            <a:r>
              <a:t>- outputs/argon_gec_icp/comsol_model_comparison/icp_comparison_summary.csv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COMSOL基準の空間差。対称相対差は±100%に有界だが、双方が小さい領域では物理的重要度を表さない。したがってCOMSOL積分演算子によるinventory/Pabsのsigned changeを併記する。</a:t>
            </a:r>
          </a:p>
          <a:p xmlns:a="http://schemas.openxmlformats.org/drawingml/2006/main">
            <a:r>
              <a:t/>
            </a:r>
          </a:p>
          <a:p xmlns:a="http://schemas.openxmlformats.org/drawingml/2006/main">
            <a:r>
              <a:t>Sources:</a:t>
            </a:r>
          </a:p>
          <a:p xmlns:a="http://schemas.openxmlformats.org/drawingml/2006/main">
            <a:r>
              <a:t>- outputs/argon_gec_icp/comparison_exports/*/fields_common_time.csv</a:t>
            </a:r>
          </a:p>
          <a:p xmlns:a="http://schemas.openxmlformats.org/drawingml/2006/main">
            <a:r>
              <a:t>- outputs/argon_gec_icp/comsol_model_comparison/icp_comparison_summary.csv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msの同時刻積分量。3つのFunction EEDF casesは10 ms terminalでstationarity acceptedだが、originalは1 msまでしか保存されず、metastable inventoryがこの時刻でstationarity gate未通過。この表は厳密な同時刻比較であり、全ケース定常比較ではない。</a:t>
            </a:r>
          </a:p>
          <a:p xmlns:a="http://schemas.openxmlformats.org/drawingml/2006/main">
            <a:r>
              <a:t/>
            </a:r>
          </a:p>
          <a:p xmlns:a="http://schemas.openxmlformats.org/drawingml/2006/main">
            <a:r>
              <a:t>Sources:</a:t>
            </a:r>
          </a:p>
          <a:p xmlns:a="http://schemas.openxmlformats.org/drawingml/2006/main">
            <a:r>
              <a:t>- outputs/argon_gec_icp/comsol_model_comparison/icp_comparison_summary.csv</a:t>
            </a:r>
          </a:p>
          <a:p xmlns:a="http://schemas.openxmlformats.org/drawingml/2006/main">
            <a:r>
              <a:t>- outputs/argon_gec_icp/comsol_model_comparison/icp_stationarity_summary.csv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histories。originalは1 msまで、Function EEDF casesは10 msまで。Ar* gate failureによりoriginalをstationary baselineとは扱わない。</a:t>
            </a:r>
          </a:p>
          <a:p xmlns:a="http://schemas.openxmlformats.org/drawingml/2006/main">
            <a:r>
              <a:t/>
            </a:r>
          </a:p>
          <a:p xmlns:a="http://schemas.openxmlformats.org/drawingml/2006/main">
            <a:r>
              <a:t>Sources:</a:t>
            </a:r>
          </a:p>
          <a:p xmlns:a="http://schemas.openxmlformats.org/drawingml/2006/main">
            <a:r>
              <a:t>- outputs/argon_gec_icp/comparison_exports/*/volume_time_series.csv</a:t>
            </a:r>
          </a:p>
          <a:p xmlns:a="http://schemas.openxmlformats.org/drawingml/2006/main">
            <a:r>
              <a:t>- outputs/argon_gec_icp/comsol_model_comparison/icp_stationarity_summary.csv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同時刻1 ms比較。originalはstationarity未達なので、モデルfamily差の瞬時比較としてのみ解釈する。</a:t>
            </a:r>
          </a:p>
          <a:p xmlns:a="http://schemas.openxmlformats.org/drawingml/2006/main">
            <a:r>
              <a:t/>
            </a:r>
          </a:p>
          <a:p xmlns:a="http://schemas.openxmlformats.org/drawingml/2006/main">
            <a:r>
              <a:t>Sources:</a:t>
            </a:r>
          </a:p>
          <a:p xmlns:a="http://schemas.openxmlformats.org/drawingml/2006/main">
            <a:r>
              <a:t>- outputs/argon_gec_icp/comsol_model_comparison/icp_comparison_summary.csv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CCPの入力契約。two-term/propagatorとMCではreaction/elastic-loss materializationが異なる。</a:t>
            </a:r>
          </a:p>
          <a:p xmlns:a="http://schemas.openxmlformats.org/drawingml/2006/main">
            <a:r>
              <a:t/>
            </a:r>
          </a:p>
          <a:p xmlns:a="http://schemas.openxmlformats.org/drawingml/2006/main">
            <a:r>
              <a:t>Sources:</a:t>
            </a:r>
          </a:p>
          <a:p xmlns:a="http://schemas.openxmlformats.org/drawingml/2006/main">
            <a:r>
              <a:t>- COMSOL 6.4 Application Library: GEC CCP Reactor, argon_gec_ccp.html</a:t>
            </a:r>
          </a:p>
          <a:p xmlns:a="http://schemas.openxmlformats.org/drawingml/2006/main">
            <a:r>
              <a:t>- docs/comsol_gec_ccp.md</a:t>
            </a:r>
          </a:p>
          <a:p xmlns:a="http://schemas.openxmlformats.org/drawingml/2006/main">
            <a:r>
              <a:t>- config/comsol/argon_gec_ccp_two_term_map.yaml</a:t>
            </a:r>
          </a:p>
          <a:p xmlns:a="http://schemas.openxmlformats.org/drawingml/2006/main">
            <a:r>
              <a:t>- config/comsol/argon_gec_ccp_monte_carlo_map.yaml</a:t>
            </a:r>
          </a:p>
          <a:p xmlns:a="http://schemas.openxmlformats.org/drawingml/2006/main">
            <a:r>
              <a:t>- config/comsol/argon_gec_ccp_propagator_map.yaml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CCP用のSwarm表と変数対応は存在するが、COMSOL空間CSVと周期定常性の監査結果が保存物にない。</a:t>
            </a:r>
          </a:p>
          <a:p xmlns:a="http://schemas.openxmlformats.org/drawingml/2006/main">
            <a:r>
              <a:t>従って本資料ではCCPの空間比較図を生成しない。次の検証は同一MPH、同一RF位相、同一周期定常性で実行する。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Swarm計算は電子反応源・輸送係数のモデルリスクを評価するもので、ウェハ結果を直接予測するものではない。</a:t>
            </a:r>
          </a:p>
          <a:p xmlns:a="http://schemas.openxmlformats.org/drawingml/2006/main">
            <a:r>
              <a:t>装置判断にはCOMSOLの空間分布、表面反応、シース、実験診断を組み合わせる。</a:t>
            </a:r>
          </a:p>
          <a:p xmlns:a="http://schemas.openxmlformats.org/drawingml/2006/main">
            <a:r>
              <a:t>有用性が高いのは、反応閾値、付着、輸送、非局所性のどれがKPIを支配するかを絞る場面である。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λeは電子の代表平均自由行程、Lは装置場・密度の勾配長。νmは運動量移行衝突周波数。</a:t>
            </a:r>
          </a:p>
          <a:p xmlns:a="http://schemas.openxmlformats.org/drawingml/2006/main">
            <a:r>
              <a:t>ωRFは駆動角周波数、ωceは電子サイクロトロン周波数。</a:t>
            </a:r>
          </a:p>
          <a:p xmlns:a="http://schemas.openxmlformats.org/drawingml/2006/main">
            <a:r>
              <a:t>Aは二項近似の角度切断を測る一つの指標。実際には対象観測量のLmax収束で確認する。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本スライドは装置開発での推奨運用。旧資料の内部処理名を外し、意思決定に必要な順序へ並べた。</a:t>
            </a:r>
          </a:p>
          <a:p xmlns:a="http://schemas.openxmlformats.org/drawingml/2006/main">
            <a:r>
              <a:t>実験差が残る場合は、solverを変える前に断面積、化学、局所近似、壁境界、診断解釈へ戻る。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数値は後半の実データとGEC ICP比較から要約した。</a:t>
            </a:r>
          </a:p>
          <a:p xmlns:a="http://schemas.openxmlformats.org/drawingml/2006/main">
            <a:r>
              <a:t>純Ar・ICPでは3 Swarm入力間差は小さい一方、標準COMSOLのMaxwell型EEDF familyとの差が空間解を大きく変える。</a:t>
            </a:r>
          </a:p>
          <a:p xmlns:a="http://schemas.openxmlformats.org/drawingml/2006/main">
            <a:r>
              <a:t>CCPは必要な空間出力が未取得のため未評価とする。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電子Swarm理論・数値法の主要文献。</a:t>
            </a:r>
          </a:p>
          <a:p xmlns:a="http://schemas.openxmlformats.org/drawingml/2006/main">
            <a:r>
              <a:t/>
            </a:r>
          </a:p>
          <a:p xmlns:a="http://schemas.openxmlformats.org/drawingml/2006/main">
            <a:r>
              <a:t>Sources:</a:t>
            </a:r>
          </a:p>
          <a:p xmlns:a="http://schemas.openxmlformats.org/drawingml/2006/main">
            <a:r>
              <a:t>- Hagelaar &amp; Pitchford, Plasma Sources Sci. Technol. 14 (2005) 722–733. DOI:10.1088/0963-0252/14/4/011</a:t>
            </a:r>
          </a:p>
          <a:p xmlns:a="http://schemas.openxmlformats.org/drawingml/2006/main">
            <a:r>
              <a:t>- Pitchford et al., Plasma Process. Polym. 14 (2017) 1600098. DOI:10.1002/ppap.201600098</a:t>
            </a:r>
          </a:p>
          <a:p xmlns:a="http://schemas.openxmlformats.org/drawingml/2006/main">
            <a:r>
              <a:t>- Leyh, Loffhagen &amp; Winkler, Comput. Phys. Commun. 113 (1998) 33–48. DOI:10.1016/S0010-4655(98)00062-9</a:t>
            </a:r>
          </a:p>
          <a:p xmlns:a="http://schemas.openxmlformats.org/drawingml/2006/main">
            <a:r>
              <a:t>- White, Robson &amp; Ness, Phys. Rev. E 60 (1999) 7457. DOI:10.1103/PhysRevE.60.7457</a:t>
            </a:r>
          </a:p>
          <a:p xmlns:a="http://schemas.openxmlformats.org/drawingml/2006/main">
            <a:r>
              <a:t>- Longo, Plasma Sources Sci. Technol. 15 (2006) S181–S188. DOI:10.1088/0963-0252/15/4/S04</a:t>
            </a:r>
          </a:p>
          <a:p xmlns:a="http://schemas.openxmlformats.org/drawingml/2006/main">
            <a:r>
              <a:t>- Longo &amp; Diomede, Eur. Phys. J. Appl. Phys. 26 (2004). DOI:10.1051/epjap:2004030</a:t>
            </a:r>
          </a:p>
          <a:p xmlns:a="http://schemas.openxmlformats.org/drawingml/2006/main">
            <a:r>
              <a:t>- Scharfetter &amp; Gummel, IEEE Trans. Electron Devices 16 (1969) 64–77. DOI:10.1109/T-ED.1969.16566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GEC reactor、nonlocal kinetics、COMSOL公式資料およびリポジトリ内一次データ。</a:t>
            </a:r>
          </a:p>
          <a:p xmlns:a="http://schemas.openxmlformats.org/drawingml/2006/main">
            <a:r>
              <a:t/>
            </a:r>
          </a:p>
          <a:p xmlns:a="http://schemas.openxmlformats.org/drawingml/2006/main">
            <a:r>
              <a:t>Sources:</a:t>
            </a:r>
          </a:p>
          <a:p xmlns:a="http://schemas.openxmlformats.org/drawingml/2006/main">
            <a:r>
              <a:t>- Hargis et al., Rev. Sci. Instrum. 65 (1994) 140–154. DOI:10.1063/1.1144770</a:t>
            </a:r>
          </a:p>
          <a:p xmlns:a="http://schemas.openxmlformats.org/drawingml/2006/main">
            <a:r>
              <a:t>- Miller et al., J. Res. NIST 100 (1995) 427–439. DOI:10.6028/jres.100.032</a:t>
            </a:r>
          </a:p>
          <a:p xmlns:a="http://schemas.openxmlformats.org/drawingml/2006/main">
            <a:r>
              <a:t>- Godyak, Piejak &amp; Alexandrovich, Plasma Sources Sci. Technol. 11 (2002) 525–543. DOI:10.1088/0963-0252/11/4/320</a:t>
            </a:r>
          </a:p>
          <a:p xmlns:a="http://schemas.openxmlformats.org/drawingml/2006/main">
            <a:r>
              <a:t>- Godyak &amp; Kolobov, Phys. Rev. Lett. 81 (1998) 369. DOI:10.1103/PhysRevLett.81.369</a:t>
            </a:r>
          </a:p>
          <a:p xmlns:a="http://schemas.openxmlformats.org/drawingml/2006/main">
            <a:r>
              <a:t>- Godyak et al., Phys. Rev. E 64 (2001) 026406. DOI:10.1103/PhysRevE.64.026406</a:t>
            </a:r>
          </a:p>
          <a:p xmlns:a="http://schemas.openxmlformats.org/drawingml/2006/main">
            <a:r>
              <a:t>- COMSOL 6.4 Application Library: Argon GEC ICP, argon_gec_icp.html</a:t>
            </a:r>
          </a:p>
          <a:p xmlns:a="http://schemas.openxmlformats.org/drawingml/2006/main">
            <a:r>
              <a:t>- COMSOL 6.4 Application Library: GEC CCP Reactor, argon_gec_ccp.html</a:t>
            </a:r>
          </a:p>
          <a:p xmlns:a="http://schemas.openxmlformats.org/drawingml/2006/main">
            <a:r>
              <a:t>- docs/comsol_workflow.md</a:t>
            </a:r>
          </a:p>
          <a:p xmlns:a="http://schemas.openxmlformats.org/drawingml/2006/main">
            <a:r>
              <a:t>- outputs/argon_gec_icp/</a:t>
            </a:r>
          </a:p>
          <a:p xmlns:a="http://schemas.openxmlformats.org/drawingml/2006/main">
            <a:r>
              <a:t>- outputs/lxcat_swarm_validation/evaluation/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a86a7cb0b748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b1a93fa1a94a36" /><Relationship Type="http://schemas.openxmlformats.org/officeDocument/2006/relationships/slideLayout" Target="/ppt/slideLayouts/slideLayout1.xml" Id="R658ea9ad25fb4b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8ea9ad25fb4b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37312f4c6b049b8" /><Relationship Type="http://schemas.openxmlformats.org/officeDocument/2006/relationships/image" Target="/ppt/media/image.png" Id="Ra36d9814587742f5" /><Relationship Type="http://schemas.openxmlformats.org/officeDocument/2006/relationships/notesSlide" Target="/ppt/notesSlides/notesSlide1.xml" Id="Ra6d30277c92444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693a2c0fb34cba" /><Relationship Type="http://schemas.openxmlformats.org/officeDocument/2006/relationships/notesSlide" Target="/ppt/notesSlides/notesSlide2.xml" Id="Rf80ff7104f554e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db86d1665b4fcb" /><Relationship Type="http://schemas.openxmlformats.org/officeDocument/2006/relationships/notesSlide" Target="/ppt/notesSlides/notesSlide3.xml" Id="Rd3f9362f95a846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f9788dce3a445d" /><Relationship Type="http://schemas.openxmlformats.org/officeDocument/2006/relationships/notesSlide" Target="/ppt/notesSlides/notesSlide4.xml" Id="Rb679abcf20e849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4e98251eca4666" /><Relationship Type="http://schemas.openxmlformats.org/officeDocument/2006/relationships/chart" Target="/ppt/slides/charts/chart1.xml" Id="R5985d7326f7c46b9" /><Relationship Type="http://schemas.openxmlformats.org/officeDocument/2006/relationships/notesSlide" Target="/ppt/notesSlides/notesSlide5.xml" Id="Re6867002372c4d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cca35c4567d4de0" /><Relationship Type="http://schemas.openxmlformats.org/officeDocument/2006/relationships/notesSlide" Target="/ppt/notesSlides/notesSlide6.xml" Id="Re7f1d8b3b32d44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7eb3e58be14715" /><Relationship Type="http://schemas.openxmlformats.org/officeDocument/2006/relationships/notesSlide" Target="/ppt/notesSlides/notesSlide7.xml" Id="R573d71cce97643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ca8e8331f44558" /><Relationship Type="http://schemas.openxmlformats.org/officeDocument/2006/relationships/notesSlide" Target="/ppt/notesSlides/notesSlide8.xml" Id="R97b43e37ceb1409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2824e63e0ae49a7" /><Relationship Type="http://schemas.openxmlformats.org/officeDocument/2006/relationships/notesSlide" Target="/ppt/notesSlides/notesSlide9.xml" Id="R1716c9f1db0447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de9c2eeb9d94352" /><Relationship Type="http://schemas.openxmlformats.org/officeDocument/2006/relationships/notesSlide" Target="/ppt/notesSlides/notesSlide10.xml" Id="R12a4e67e04dc4e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d59535b25f844c4" /><Relationship Type="http://schemas.openxmlformats.org/officeDocument/2006/relationships/notesSlide" Target="/ppt/notesSlides/notesSlide11.xml" Id="R7d740def473741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67a2273df8483f" /><Relationship Type="http://schemas.openxmlformats.org/officeDocument/2006/relationships/notesSlide" Target="/ppt/notesSlides/notesSlide12.xml" Id="Rfc5e4f124e7749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c080a38d6a34047" /><Relationship Type="http://schemas.openxmlformats.org/officeDocument/2006/relationships/notesSlide" Target="/ppt/notesSlides/notesSlide13.xml" Id="R63f3077d385349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3041a0eba8e4be8" /><Relationship Type="http://schemas.openxmlformats.org/officeDocument/2006/relationships/notesSlide" Target="/ppt/notesSlides/notesSlide14.xml" Id="R758bbfb14b8b45f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03c49b805314330" /><Relationship Type="http://schemas.openxmlformats.org/officeDocument/2006/relationships/notesSlide" Target="/ppt/notesSlides/notesSlide15.xml" Id="Rb7ed7f8d72594bf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d1c313f3c0b449e" /><Relationship Type="http://schemas.openxmlformats.org/officeDocument/2006/relationships/notesSlide" Target="/ppt/notesSlides/notesSlide16.xml" Id="R23869b0e7b7a48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e60bddf151342c2" /><Relationship Type="http://schemas.openxmlformats.org/officeDocument/2006/relationships/notesSlide" Target="/ppt/notesSlides/notesSlide17.xml" Id="Re0ee8f42d76b4c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a67629358254993" /><Relationship Type="http://schemas.openxmlformats.org/officeDocument/2006/relationships/notesSlide" Target="/ppt/notesSlides/notesSlide18.xml" Id="Rc8a390ba87b3455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4fc026088404284" /><Relationship Type="http://schemas.openxmlformats.org/officeDocument/2006/relationships/notesSlide" Target="/ppt/notesSlides/notesSlide19.xml" Id="Re3aa5bac8bfc49c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2b0b6bc3dab4a94" /><Relationship Type="http://schemas.openxmlformats.org/officeDocument/2006/relationships/notesSlide" Target="/ppt/notesSlides/notesSlide20.xml" Id="R5f572c82a7314de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4fe324fc3b1430d" /><Relationship Type="http://schemas.openxmlformats.org/officeDocument/2006/relationships/notesSlide" Target="/ppt/notesSlides/notesSlide21.xml" Id="R00d1cd9884fe4ff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f5d4eed3bc54b96" /><Relationship Type="http://schemas.openxmlformats.org/officeDocument/2006/relationships/notesSlide" Target="/ppt/notesSlides/notesSlide22.xml" Id="R6668b36b3ada486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ee830381aa145f0" /><Relationship Type="http://schemas.openxmlformats.org/officeDocument/2006/relationships/notesSlide" Target="/ppt/notesSlides/notesSlide23.xml" Id="R8178f1489c644c3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115bf793da04ff9" /><Relationship Type="http://schemas.openxmlformats.org/officeDocument/2006/relationships/notesSlide" Target="/ppt/notesSlides/notesSlide24.xml" Id="R9a85877f7b884ac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95bbdc34ac84b9b" /><Relationship Type="http://schemas.openxmlformats.org/officeDocument/2006/relationships/notesSlide" Target="/ppt/notesSlides/notesSlide25.xml" Id="R74cea1c059584f8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6d92df385c7437b" /><Relationship Type="http://schemas.openxmlformats.org/officeDocument/2006/relationships/notesSlide" Target="/ppt/notesSlides/notesSlide26.xml" Id="R0a3b50283b9b41b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a481729c8fd4656" /><Relationship Type="http://schemas.openxmlformats.org/officeDocument/2006/relationships/chart" Target="/ppt/slides/charts/chart2.xml" Id="R564365037b63469a" /><Relationship Type="http://schemas.openxmlformats.org/officeDocument/2006/relationships/chart" Target="/ppt/slides/charts/chart3.xml" Id="R367fc18654904c59" /><Relationship Type="http://schemas.openxmlformats.org/officeDocument/2006/relationships/chart" Target="/ppt/slides/charts/chart4.xml" Id="Rf4f24a6fa7db4440" /><Relationship Type="http://schemas.openxmlformats.org/officeDocument/2006/relationships/chart" Target="/ppt/slides/charts/chart5.xml" Id="Ra4dde97d73304183" /><Relationship Type="http://schemas.openxmlformats.org/officeDocument/2006/relationships/notesSlide" Target="/ppt/notesSlides/notesSlide27.xml" Id="R4d04d047dc444b2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aba836b671842a7" /><Relationship Type="http://schemas.openxmlformats.org/officeDocument/2006/relationships/chart" Target="/ppt/slides/charts/chart6.xml" Id="R9776b13acdd84a9e" /><Relationship Type="http://schemas.openxmlformats.org/officeDocument/2006/relationships/notesSlide" Target="/ppt/notesSlides/notesSlide28.xml" Id="R914d24be63b2466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0a226b150064822" /><Relationship Type="http://schemas.openxmlformats.org/officeDocument/2006/relationships/chart" Target="/ppt/slides/charts/chart7.xml" Id="Rf43636cc1da543c4" /><Relationship Type="http://schemas.openxmlformats.org/officeDocument/2006/relationships/chart" Target="/ppt/slides/charts/chart8.xml" Id="Rcf1ce9df7ff1452a" /><Relationship Type="http://schemas.openxmlformats.org/officeDocument/2006/relationships/notesSlide" Target="/ppt/notesSlides/notesSlide29.xml" Id="Rbf8971c7a3da458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c02c30078254516" /><Relationship Type="http://schemas.openxmlformats.org/officeDocument/2006/relationships/chart" Target="/ppt/slides/charts/chart9.xml" Id="R27da08760b9c4958" /><Relationship Type="http://schemas.openxmlformats.org/officeDocument/2006/relationships/chart" Target="/ppt/slides/charts/chart10.xml" Id="R487773d60f31456e" /><Relationship Type="http://schemas.openxmlformats.org/officeDocument/2006/relationships/notesSlide" Target="/ppt/notesSlides/notesSlide30.xml" Id="Rdec2e218e707495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8c51502d01d4f55" /><Relationship Type="http://schemas.openxmlformats.org/officeDocument/2006/relationships/notesSlide" Target="/ppt/notesSlides/notesSlide31.xml" Id="R3da6c00919154f4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a881ad9977d49fb" /><Relationship Type="http://schemas.openxmlformats.org/officeDocument/2006/relationships/notesSlide" Target="/ppt/notesSlides/notesSlide32.xml" Id="R1794a6cd6c754ed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1c94835f9aa4c50" /><Relationship Type="http://schemas.openxmlformats.org/officeDocument/2006/relationships/chart" Target="/ppt/slides/charts/chart11.xml" Id="R518259d401fd41b1" /><Relationship Type="http://schemas.openxmlformats.org/officeDocument/2006/relationships/chart" Target="/ppt/slides/charts/chart12.xml" Id="Rd68d4ac8cdba4a7a" /><Relationship Type="http://schemas.openxmlformats.org/officeDocument/2006/relationships/chart" Target="/ppt/slides/charts/chart13.xml" Id="R995ae5581a054e9f" /><Relationship Type="http://schemas.openxmlformats.org/officeDocument/2006/relationships/chart" Target="/ppt/slides/charts/chart14.xml" Id="R83d7eadb78984209" /><Relationship Type="http://schemas.openxmlformats.org/officeDocument/2006/relationships/notesSlide" Target="/ppt/notesSlides/notesSlide33.xml" Id="R041000a3ea574c6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53e881598f245f0" /><Relationship Type="http://schemas.openxmlformats.org/officeDocument/2006/relationships/chart" Target="/ppt/slides/charts/chart15.xml" Id="R8e64a1c84c6e457e" /><Relationship Type="http://schemas.openxmlformats.org/officeDocument/2006/relationships/chart" Target="/ppt/slides/charts/chart16.xml" Id="Rf05629309eb94a33" /><Relationship Type="http://schemas.openxmlformats.org/officeDocument/2006/relationships/notesSlide" Target="/ppt/notesSlides/notesSlide34.xml" Id="R26cef23d3730427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284ef96084e4ef3" /><Relationship Type="http://schemas.openxmlformats.org/officeDocument/2006/relationships/chart" Target="/ppt/slides/charts/chart17.xml" Id="Rc0382a09d246401f" /><Relationship Type="http://schemas.openxmlformats.org/officeDocument/2006/relationships/chart" Target="/ppt/slides/charts/chart18.xml" Id="R3b81cb2d4d624d7e" /><Relationship Type="http://schemas.openxmlformats.org/officeDocument/2006/relationships/chart" Target="/ppt/slides/charts/chart19.xml" Id="R9ce712bdb6134f1d" /><Relationship Type="http://schemas.openxmlformats.org/officeDocument/2006/relationships/chart" Target="/ppt/slides/charts/chart20.xml" Id="Rdc4b60c1a2fb4d47" /><Relationship Type="http://schemas.openxmlformats.org/officeDocument/2006/relationships/notesSlide" Target="/ppt/notesSlides/notesSlide35.xml" Id="R9f7dce5f3f844e2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0a8327a72804064" /><Relationship Type="http://schemas.openxmlformats.org/officeDocument/2006/relationships/chart" Target="/ppt/slides/charts/chart21.xml" Id="R2c2107c5d74f4e0a" /><Relationship Type="http://schemas.openxmlformats.org/officeDocument/2006/relationships/notesSlide" Target="/ppt/notesSlides/notesSlide36.xml" Id="Re2b6c558d375443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d018c30b3a4464e" /><Relationship Type="http://schemas.openxmlformats.org/officeDocument/2006/relationships/notesSlide" Target="/ppt/notesSlides/notesSlide37.xml" Id="Ra776634c459f449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ba6fa158cdc45d0" /><Relationship Type="http://schemas.openxmlformats.org/officeDocument/2006/relationships/chart" Target="/ppt/slides/charts/chart22.xml" Id="R42e7a64db8d8442b" /><Relationship Type="http://schemas.openxmlformats.org/officeDocument/2006/relationships/chart" Target="/ppt/slides/charts/chart23.xml" Id="Rd9716dd3fed5413a" /><Relationship Type="http://schemas.openxmlformats.org/officeDocument/2006/relationships/notesSlide" Target="/ppt/notesSlides/notesSlide38.xml" Id="R6103a7d17b9f460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be3f1b05d904b6f" /><Relationship Type="http://schemas.openxmlformats.org/officeDocument/2006/relationships/notesSlide" Target="/ppt/notesSlides/notesSlide39.xml" Id="R3c8f5c432ec84ac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62dce456eb84e66" /><Relationship Type="http://schemas.openxmlformats.org/officeDocument/2006/relationships/chart" Target="/ppt/slides/charts/chart24.xml" Id="Rdbf9932d3ab04180" /><Relationship Type="http://schemas.openxmlformats.org/officeDocument/2006/relationships/notesSlide" Target="/ppt/notesSlides/notesSlide40.xml" Id="R074c802355e74b0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aa2cde03c0a4b8d" /><Relationship Type="http://schemas.openxmlformats.org/officeDocument/2006/relationships/notesSlide" Target="/ppt/notesSlides/notesSlide41.xml" Id="R6acf5038b839410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da12db3747b14fea" /><Relationship Type="http://schemas.openxmlformats.org/officeDocument/2006/relationships/notesSlide" Target="/ppt/notesSlides/notesSlide42.xml" Id="R2d0b7f45d0b541b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d00b60feff4c460b" /><Relationship Type="http://schemas.openxmlformats.org/officeDocument/2006/relationships/notesSlide" Target="/ppt/notesSlides/notesSlide43.xml" Id="R73a5e999e4d6425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f5ae212ddc547c3" /><Relationship Type="http://schemas.openxmlformats.org/officeDocument/2006/relationships/notesSlide" Target="/ppt/notesSlides/notesSlide44.xml" Id="R7c9b71031a44438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fe129d6ce8e34410" /><Relationship Type="http://schemas.openxmlformats.org/officeDocument/2006/relationships/image" Target="/ppt/media/image2.png" Id="Rd4fd9e9657234df6" /><Relationship Type="http://schemas.openxmlformats.org/officeDocument/2006/relationships/notesSlide" Target="/ppt/notesSlides/notesSlide45.xml" Id="Re6fa123303c44bb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b82e090783f04453" /><Relationship Type="http://schemas.openxmlformats.org/officeDocument/2006/relationships/image" Target="/ppt/media/image3.png" Id="R307b6a6a48f04061" /><Relationship Type="http://schemas.openxmlformats.org/officeDocument/2006/relationships/notesSlide" Target="/ppt/notesSlides/notesSlide46.xml" Id="R65a01d7ea7b04df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bdc66f7ebd4d4cb0" /><Relationship Type="http://schemas.openxmlformats.org/officeDocument/2006/relationships/image" Target="/ppt/media/image4.png" Id="R6d637419982a4e4d" /><Relationship Type="http://schemas.openxmlformats.org/officeDocument/2006/relationships/notesSlide" Target="/ppt/notesSlides/notesSlide47.xml" Id="R164a9cd7315a447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d3bab67ba912422d" /><Relationship Type="http://schemas.openxmlformats.org/officeDocument/2006/relationships/notesSlide" Target="/ppt/notesSlides/notesSlide48.xml" Id="Redf54d99dbed468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907edde769b342cb" /><Relationship Type="http://schemas.openxmlformats.org/officeDocument/2006/relationships/image" Target="/ppt/media/image5.png" Id="Rc6312c00d1944d71" /><Relationship Type="http://schemas.openxmlformats.org/officeDocument/2006/relationships/image" Target="/ppt/media/image6.png" Id="Ra30f7e697d44417b" /><Relationship Type="http://schemas.openxmlformats.org/officeDocument/2006/relationships/image" Target="/ppt/media/image7.png" Id="R09e6cfb8a88747f4" /><Relationship Type="http://schemas.openxmlformats.org/officeDocument/2006/relationships/image" Target="/ppt/media/image8.png" Id="Rc81acdc3d0ce4e83" /><Relationship Type="http://schemas.openxmlformats.org/officeDocument/2006/relationships/notesSlide" Target="/ppt/notesSlides/notesSlide49.xml" Id="R9aa6aac2fac34d4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c4c8ec9bb9e47e4" /><Relationship Type="http://schemas.openxmlformats.org/officeDocument/2006/relationships/image" Target="/ppt/media/image9.png" Id="Re7f82f151c254d66" /><Relationship Type="http://schemas.openxmlformats.org/officeDocument/2006/relationships/image" Target="/ppt/media/image10.png" Id="Rec3d6698cdda4262" /><Relationship Type="http://schemas.openxmlformats.org/officeDocument/2006/relationships/image" Target="/ppt/media/image11.png" Id="Rf4d6ea84e3154d81" /><Relationship Type="http://schemas.openxmlformats.org/officeDocument/2006/relationships/image" Target="/ppt/media/image12.png" Id="R4f3cc88b2d9d4fe0" /><Relationship Type="http://schemas.openxmlformats.org/officeDocument/2006/relationships/notesSlide" Target="/ppt/notesSlides/notesSlide50.xml" Id="R62f6131e931b488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bbed1bacb129424d" /><Relationship Type="http://schemas.openxmlformats.org/officeDocument/2006/relationships/image" Target="/ppt/media/image13.png" Id="Rd090af9cfdef467d" /><Relationship Type="http://schemas.openxmlformats.org/officeDocument/2006/relationships/image" Target="/ppt/media/image14.png" Id="R1fee4f5242c7474e" /><Relationship Type="http://schemas.openxmlformats.org/officeDocument/2006/relationships/image" Target="/ppt/media/image15.png" Id="Rfc23bf3f979d4af6" /><Relationship Type="http://schemas.openxmlformats.org/officeDocument/2006/relationships/image" Target="/ppt/media/image16.png" Id="R5b3a18501fd046ff" /><Relationship Type="http://schemas.openxmlformats.org/officeDocument/2006/relationships/notesSlide" Target="/ppt/notesSlides/notesSlide51.xml" Id="R17709084679844f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8cbf5deeb7c5413a" /><Relationship Type="http://schemas.openxmlformats.org/officeDocument/2006/relationships/image" Target="/ppt/media/image17.png" Id="Re4198466c3434f68" /><Relationship Type="http://schemas.openxmlformats.org/officeDocument/2006/relationships/image" Target="/ppt/media/image18.png" Id="R4ce6407a83804e2c" /><Relationship Type="http://schemas.openxmlformats.org/officeDocument/2006/relationships/image" Target="/ppt/media/image19.png" Id="Rfa5370c19e344a4b" /><Relationship Type="http://schemas.openxmlformats.org/officeDocument/2006/relationships/image" Target="/ppt/media/image20.png" Id="R2e360bd245d64fa8" /><Relationship Type="http://schemas.openxmlformats.org/officeDocument/2006/relationships/notesSlide" Target="/ppt/notesSlides/notesSlide52.xml" Id="R13ec7ec2056e467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748af4c379c64c1e" /><Relationship Type="http://schemas.openxmlformats.org/officeDocument/2006/relationships/image" Target="/ppt/media/image21.png" Id="R1b73549ed5a74de1" /><Relationship Type="http://schemas.openxmlformats.org/officeDocument/2006/relationships/image" Target="/ppt/media/image22.png" Id="R896487e4f0584667" /><Relationship Type="http://schemas.openxmlformats.org/officeDocument/2006/relationships/image" Target="/ppt/media/image23.png" Id="R25663b1c45e049b4" /><Relationship Type="http://schemas.openxmlformats.org/officeDocument/2006/relationships/image" Target="/ppt/media/image24.png" Id="R66905252c3e54cbd" /><Relationship Type="http://schemas.openxmlformats.org/officeDocument/2006/relationships/notesSlide" Target="/ppt/notesSlides/notesSlide53.xml" Id="R3b323aee6b51422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e84ab4b366664dd0" /><Relationship Type="http://schemas.openxmlformats.org/officeDocument/2006/relationships/chart" Target="/ppt/slides/charts/chart25.xml" Id="Rea0ce86a8b4343a4" /><Relationship Type="http://schemas.openxmlformats.org/officeDocument/2006/relationships/chart" Target="/ppt/slides/charts/chart26.xml" Id="R019047fb1281462a" /><Relationship Type="http://schemas.openxmlformats.org/officeDocument/2006/relationships/chart" Target="/ppt/slides/charts/chart27.xml" Id="R02f31f4caec240fb" /><Relationship Type="http://schemas.openxmlformats.org/officeDocument/2006/relationships/notesSlide" Target="/ppt/notesSlides/notesSlide54.xml" Id="Rc15557eab07746d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62597921b46c4fad" /><Relationship Type="http://schemas.openxmlformats.org/officeDocument/2006/relationships/chart" Target="/ppt/slides/charts/chart28.xml" Id="Re9ce5310d0144248" /><Relationship Type="http://schemas.openxmlformats.org/officeDocument/2006/relationships/chart" Target="/ppt/slides/charts/chart29.xml" Id="R9a5048fab7b54d66" /><Relationship Type="http://schemas.openxmlformats.org/officeDocument/2006/relationships/chart" Target="/ppt/slides/charts/chart30.xml" Id="R6506a809e68947ab" /><Relationship Type="http://schemas.openxmlformats.org/officeDocument/2006/relationships/notesSlide" Target="/ppt/notesSlides/notesSlide55.xml" Id="R58454801d132481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6878e94e9e74d07" /><Relationship Type="http://schemas.openxmlformats.org/officeDocument/2006/relationships/image" Target="/ppt/media/image25.png" Id="R67c1bc056a6d4860" /><Relationship Type="http://schemas.openxmlformats.org/officeDocument/2006/relationships/image" Target="/ppt/media/image26.png" Id="Rdff923cac3684982" /><Relationship Type="http://schemas.openxmlformats.org/officeDocument/2006/relationships/image" Target="/ppt/media/image27.png" Id="R3f1859c0c68c40f7" /><Relationship Type="http://schemas.openxmlformats.org/officeDocument/2006/relationships/notesSlide" Target="/ppt/notesSlides/notesSlide56.xml" Id="R10231804b33442a5"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37c21ce7ccf94381" /><Relationship Type="http://schemas.openxmlformats.org/officeDocument/2006/relationships/image" Target="/ppt/media/image28.png" Id="R741c28a352a947b9" /><Relationship Type="http://schemas.openxmlformats.org/officeDocument/2006/relationships/image" Target="/ppt/media/image29.png" Id="R0e22aa87545d4cdb" /><Relationship Type="http://schemas.openxmlformats.org/officeDocument/2006/relationships/image" Target="/ppt/media/image30.png" Id="R5a346aca7ab94826" /><Relationship Type="http://schemas.openxmlformats.org/officeDocument/2006/relationships/notesSlide" Target="/ppt/notesSlides/notesSlide57.xml" Id="R2dbe610e8749443e"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7ffcdd33cd7a4b65" /><Relationship Type="http://schemas.openxmlformats.org/officeDocument/2006/relationships/image" Target="/ppt/media/image31.png" Id="R61ece59b772e4cb8" /><Relationship Type="http://schemas.openxmlformats.org/officeDocument/2006/relationships/image" Target="/ppt/media/image32.png" Id="R66342c20aca44792" /><Relationship Type="http://schemas.openxmlformats.org/officeDocument/2006/relationships/image" Target="/ppt/media/image33.png" Id="R074e876f28bb4874" /><Relationship Type="http://schemas.openxmlformats.org/officeDocument/2006/relationships/notesSlide" Target="/ppt/notesSlides/notesSlide58.xml" Id="Rd169310bec6d4daf"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6e460b278664167" /><Relationship Type="http://schemas.openxmlformats.org/officeDocument/2006/relationships/image" Target="/ppt/media/image34.png" Id="Rb0fea2ddda3f448b" /><Relationship Type="http://schemas.openxmlformats.org/officeDocument/2006/relationships/image" Target="/ppt/media/image35.png" Id="R49dd191c62594f96" /><Relationship Type="http://schemas.openxmlformats.org/officeDocument/2006/relationships/image" Target="/ppt/media/image36.png" Id="Rf1ff971147e14a0e" /><Relationship Type="http://schemas.openxmlformats.org/officeDocument/2006/relationships/notesSlide" Target="/ppt/notesSlides/notesSlide59.xml" Id="R889059637fad43a4"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315bcbca4bcd44e9" /><Relationship Type="http://schemas.openxmlformats.org/officeDocument/2006/relationships/image" Target="/ppt/media/image37.png" Id="R971e5e38c6014775" /><Relationship Type="http://schemas.openxmlformats.org/officeDocument/2006/relationships/image" Target="/ppt/media/image38.png" Id="R7f5dc79a82e64a1d" /><Relationship Type="http://schemas.openxmlformats.org/officeDocument/2006/relationships/image" Target="/ppt/media/image39.png" Id="Rb12f591724184a61" /><Relationship Type="http://schemas.openxmlformats.org/officeDocument/2006/relationships/notesSlide" Target="/ppt/notesSlides/notesSlide60.xml" Id="R7cdfa7f2db0f4f2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f0d8b2ec09e44902" /><Relationship Type="http://schemas.openxmlformats.org/officeDocument/2006/relationships/notesSlide" Target="/ppt/notesSlides/notesSlide61.xml" Id="R9b68a4098ba3417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8aeee693dfac4940" /><Relationship Type="http://schemas.openxmlformats.org/officeDocument/2006/relationships/chart" Target="/ppt/slides/charts/chart31.xml" Id="R15f7b028a8fb4788" /><Relationship Type="http://schemas.openxmlformats.org/officeDocument/2006/relationships/notesSlide" Target="/ppt/notesSlides/notesSlide62.xml" Id="Rd5e7666c7f934469"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cabad3361a7141a6" /><Relationship Type="http://schemas.openxmlformats.org/officeDocument/2006/relationships/chart" Target="/ppt/slides/charts/chart32.xml" Id="Rfd1aeec34ef74e29" /><Relationship Type="http://schemas.openxmlformats.org/officeDocument/2006/relationships/chart" Target="/ppt/slides/charts/chart33.xml" Id="Re93849de0796483a" /><Relationship Type="http://schemas.openxmlformats.org/officeDocument/2006/relationships/notesSlide" Target="/ppt/notesSlides/notesSlide63.xml" Id="R2aedeb740a604d28"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1332761cc2af4943" /><Relationship Type="http://schemas.openxmlformats.org/officeDocument/2006/relationships/chart" Target="/ppt/slides/charts/chart34.xml" Id="Reb380febd2aa439d" /><Relationship Type="http://schemas.openxmlformats.org/officeDocument/2006/relationships/notesSlide" Target="/ppt/notesSlides/notesSlide64.xml" Id="R6cc29e2c612149df"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12774dff67324724" /><Relationship Type="http://schemas.openxmlformats.org/officeDocument/2006/relationships/notesSlide" Target="/ppt/notesSlides/notesSlide65.xml" Id="Rd64efe5cfac04cde"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1b0d7b4881be407d" /><Relationship Type="http://schemas.openxmlformats.org/officeDocument/2006/relationships/notesSlide" Target="/ppt/notesSlides/notesSlide66.xml" Id="R2f64eff544b048e3"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fe5180411d024409" /><Relationship Type="http://schemas.openxmlformats.org/officeDocument/2006/relationships/notesSlide" Target="/ppt/notesSlides/notesSlide67.xml" Id="Ra0127c8f2ca54fb5"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46f3062506984cf7" /><Relationship Type="http://schemas.openxmlformats.org/officeDocument/2006/relationships/notesSlide" Target="/ppt/notesSlides/notesSlide68.xml" Id="Rb3fdd4f32de646c4"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9cbea86a74e34904" /><Relationship Type="http://schemas.openxmlformats.org/officeDocument/2006/relationships/notesSlide" Target="/ppt/notesSlides/notesSlide69.xml" Id="R077c92ef6a2f4269"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02a2f8c432c0430f" /><Relationship Type="http://schemas.openxmlformats.org/officeDocument/2006/relationships/notesSlide" Target="/ppt/notesSlides/notesSlide70.xml" Id="Rdfeb6cf217984ab5"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5d6e9585ef2d432d" /><Relationship Type="http://schemas.openxmlformats.org/officeDocument/2006/relationships/notesSlide" Target="/ppt/notesSlides/notesSlide71.xml" Id="R9f3186f983af446e"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591fc85aed994847" /><Relationship Type="http://schemas.openxmlformats.org/officeDocument/2006/relationships/notesSlide" Target="/ppt/notesSlides/notesSlide72.xml" Id="R8b5f8c3be26a4d1b"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75" b="1">
                <a:solidFill>
                  <a:srgbClr val="241646"/>
                </a:solidFill>
                <a:latin typeface="Noto Sans JP"/>
                <a:ea typeface="Noto Sans JP"/>
                <a:cs typeface="Noto Sans JP"/>
              </a:rPr>
              <a:t>概念図：EEDFの尾部が異なる2分布</a:t>
            </a:r>
          </a:p>
        </c:rich>
      </c:tx>
      <c:overlay val="0"/>
      <c:txPr>
        <a:bodyPr xmlns:a="http://schemas.openxmlformats.org/drawingml/2006/main" anchorCtr="1"/>
        <a:lstStyle xmlns:a="http://schemas.openxmlformats.org/drawingml/2006/main"/>
        <a:p xmlns:a="http://schemas.openxmlformats.org/drawingml/2006/main">
          <a:pPr>
            <a:defRPr sz="1275" b="1">
              <a:solidFill>
                <a:srgbClr val="241646"/>
              </a:solidFill>
              <a:latin typeface="Noto Sans JP"/>
              <a:ea typeface="Noto Sans JP"/>
              <a:cs typeface="Noto Sans JP"/>
            </a:defRPr>
          </a:pPr>
        </a:p>
      </c:txPr>
    </c:title>
    <c:plotArea>
      <c:scatterChart>
        <c:scatterStyle val="line"/>
        <c:ser>
          <c:idx val="0"/>
          <c:order val="0"/>
          <c:tx>
            <c:v>分布A：単一温度型</c:v>
          </c:tx>
          <c:spPr>
            <a:ln xmlns:a="http://schemas.openxmlformats.org/drawingml/2006/main" w="28575">
              <a:solidFill>
                <a:srgbClr val="00A6D6"/>
              </a:solidFill>
              <a:prstDash val="solid"/>
            </a:ln>
          </c:spPr>
          <c:marker>
            <c:symbol val="none"/>
          </c:marker>
          <c:xVal>
            <c:numLit>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Lit>
          </c:xVal>
          <c:yVal>
            <c:numLit>
              <c:formatCode>General</c:formatCode>
              <c:ptCount val="31"/>
              <c:pt idx="0">
                <c:v>8.620026464723539E-06</c:v>
              </c:pt>
              <c:pt idx="1">
                <c:v>0.18743534496852857</c:v>
              </c:pt>
              <c:pt idx="2">
                <c:v>0.18226755941131492</c:v>
              </c:pt>
              <c:pt idx="3">
                <c:v>0.1534962954763666</c:v>
              </c:pt>
              <c:pt idx="4">
                <c:v>0.12187374527084982</c:v>
              </c:pt>
              <c:pt idx="5">
                <c:v>0.09369319624572381</c:v>
              </c:pt>
              <c:pt idx="6">
                <c:v>0.07057348572757041</c:v>
              </c:pt>
              <c:pt idx="7">
                <c:v>0.052415273213725175</c:v>
              </c:pt>
              <c:pt idx="8">
                <c:v>0.038529796749754514</c:v>
              </c:pt>
              <c:pt idx="9">
                <c:v>0.028100617919892282</c:v>
              </c:pt>
              <c:pt idx="10">
                <c:v>0.02036748972561595</c:v>
              </c:pt>
              <c:pt idx="11">
                <c:v>0.014688476039487528</c:v>
              </c:pt>
              <c:pt idx="12">
                <c:v>0.010549063589963657</c:v>
              </c:pt>
              <c:pt idx="13">
                <c:v>0.007549841845067623</c:v>
              </c:pt>
              <c:pt idx="14">
                <c:v>0.005387323889863933</c:v>
              </c:pt>
              <c:pt idx="15">
                <c:v>0.003834401525759569</c:v>
              </c:pt>
              <c:pt idx="16">
                <c:v>0.002723045143487801</c:v>
              </c:pt>
              <c:pt idx="17">
                <c:v>0.0019300217414275932</c:v>
              </c:pt>
              <c:pt idx="18">
                <c:v>0.001365579170740744</c:v>
              </c:pt>
              <c:pt idx="19">
                <c:v>0.0009647178681367614</c:v>
              </c:pt>
              <c:pt idx="20">
                <c:v>0.0006805834914903737</c:v>
              </c:pt>
              <c:pt idx="21">
                <c:v>0.00047953349832560884</c:v>
              </c:pt>
              <c:pt idx="22">
                <c:v>0.0003374920402010422</c:v>
              </c:pt>
              <c:pt idx="23">
                <c:v>0.00023727883570187272</c:v>
              </c:pt>
              <c:pt idx="24">
                <c:v>0.00016666468897401837</c:v>
              </c:pt>
              <c:pt idx="25">
                <c:v>0.00011696363863312797</c:v>
              </c:pt>
              <c:pt idx="26">
                <c:v>8.201823716215421E-05</c:v>
              </c:pt>
              <c:pt idx="27">
                <c:v>5.74709702867495E-05</c:v>
              </c:pt>
              <c:pt idx="28">
                <c:v>4.024283367284476E-05</c:v>
              </c:pt>
              <c:pt idx="29">
                <c:v>2.816121755284821E-05</c:v>
              </c:pt>
              <c:pt idx="30">
                <c:v>1.9694998257506013E-05</c:v>
              </c:pt>
            </c:numLit>
          </c:yVal>
        </c:ser>
        <c:ser>
          <c:idx val="1"/>
          <c:order val="1"/>
          <c:tx>
            <c:v>分布B：高エネルギー尾部あり</c:v>
          </c:tx>
          <c:spPr>
            <a:ln xmlns:a="http://schemas.openxmlformats.org/drawingml/2006/main" w="28575">
              <a:solidFill>
                <a:srgbClr val="7B2FA3"/>
              </a:solidFill>
              <a:prstDash val="solid"/>
            </a:ln>
          </c:spPr>
          <c:marker>
            <c:symbol val="none"/>
          </c:marker>
          <c:xVal>
            <c:numLit>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Lit>
          </c:xVal>
          <c:yVal>
            <c:numLit>
              <c:formatCode>General</c:formatCode>
              <c:ptCount val="31"/>
              <c:pt idx="0">
                <c:v>7.406683452631408E-06</c:v>
              </c:pt>
              <c:pt idx="1">
                <c:v>0.14563274442743146</c:v>
              </c:pt>
              <c:pt idx="2">
                <c:v>0.13092368806924595</c:v>
              </c:pt>
              <c:pt idx="3">
                <c:v>0.10493450214586937</c:v>
              </c:pt>
              <c:pt idx="4">
                <c:v>0.0821972540218558</c:v>
              </c:pt>
              <c:pt idx="5">
                <c:v>0.06498142012483818</c:v>
              </c:pt>
              <c:pt idx="6">
                <c:v>0.05260145467783472</c:v>
              </c:pt>
              <c:pt idx="7">
                <c:v>0.04382818066145312</c:v>
              </c:pt>
              <c:pt idx="8">
                <c:v>0.03756302476571141</c:v>
              </c:pt>
              <c:pt idx="9">
                <c:v>0.03297954379371405</c:v>
              </c:pt>
              <c:pt idx="10">
                <c:v>0.029502747902583674</c:v>
              </c:pt>
              <c:pt idx="11">
                <c:v>0.026750178119268466</c:v>
              </c:pt>
              <c:pt idx="12">
                <c:v>0.024474896304933262</c:v>
              </c:pt>
              <c:pt idx="13">
                <c:v>0.022520860450283356</c:v>
              </c:pt>
              <c:pt idx="14">
                <c:v>0.020791051221929178</c:v>
              </c:pt>
              <c:pt idx="15">
                <c:v>0.01922584375087315</c:v>
              </c:pt>
              <c:pt idx="16">
                <c:v>0.017788814693122008</c:v>
              </c:pt>
              <c:pt idx="17">
                <c:v>0.0164576551501067</c:v>
              </c:pt>
              <c:pt idx="18">
                <c:v>0.015218469135465814</c:v>
              </c:pt>
              <c:pt idx="19">
                <c:v>0.014062261885289978</c:v>
              </c:pt>
              <c:pt idx="20">
                <c:v>0.012982817443979841</c:v>
              </c:pt>
              <c:pt idx="21">
                <c:v>0.011975443098218142</c:v>
              </c:pt>
              <c:pt idx="22">
                <c:v>0.011036246224505025</c:v>
              </c:pt>
              <c:pt idx="23">
                <c:v>0.010161732772170504</c:v>
              </c:pt>
              <c:pt idx="24">
                <c:v>0.009348596353260397</c:v>
              </c:pt>
              <c:pt idx="25">
                <c:v>0.008593617559658323</c:v>
              </c:pt>
              <c:pt idx="26">
                <c:v>0.0078936248855567</c:v>
              </c:pt>
              <c:pt idx="27">
                <c:v>0.00724548831834659</c:v>
              </c:pt>
              <c:pt idx="28">
                <c:v>0.006646128727069664</c:v>
              </c:pt>
              <c:pt idx="29">
                <c:v>0.006092533486781163</c:v>
              </c:pt>
              <c:pt idx="30">
                <c:v>0.005581773145191087</c:v>
              </c:pt>
            </c:numLit>
          </c:yVal>
        </c:ser>
        <c:ser>
          <c:idx val="2"/>
          <c:order val="2"/>
          <c:tx>
            <c:v>Ar電離閾値 15.8 eV</c:v>
          </c:tx>
          <c:spPr>
            <a:ln xmlns:a="http://schemas.openxmlformats.org/drawingml/2006/main" w="19050">
              <a:solidFill>
                <a:srgbClr val="D64045"/>
              </a:solidFill>
              <a:prstDash val="dash"/>
            </a:ln>
          </c:spPr>
          <c:marker>
            <c:symbol val="none"/>
          </c:marker>
          <c:xVal>
            <c:numLit>
              <c:formatCode>General</c:formatCode>
              <c:ptCount val="2"/>
              <c:pt idx="0">
                <c:v>15.8</c:v>
              </c:pt>
              <c:pt idx="1">
                <c:v>15.8</c:v>
              </c:pt>
            </c:numLit>
          </c:xVal>
          <c:yVal>
            <c:numLit>
              <c:formatCode>General</c:formatCode>
              <c:ptCount val="2"/>
              <c:pt idx="0">
                <c:v>0</c:v>
              </c:pt>
              <c:pt idx="1">
                <c:v>0.21555064671380783</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21555064671380783"/>
          <c:min val="0"/>
        </c:scaling>
        <c:delete val="0"/>
        <c:axPos val="l"/>
        <c:majorGridlines>
          <c:spPr>
            <a:ln xmlns:a="http://schemas.openxmlformats.org/drawingml/2006/main" w="9525">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333333"/>
                    </a:solidFill>
                    <a:latin typeface="Noto Sans JP"/>
                    <a:ea typeface="Noto Sans JP"/>
                    <a:cs typeface="Noto Sans JP"/>
                  </a:rPr>
                  <a:t>確率密度 p(ε) [eV⁻¹]</a:t>
                </a:r>
              </a:p>
            </c:rich>
          </c:tx>
          <c:overlay val="0"/>
          <c:txPr>
            <a:bodyPr xmlns:a="http://schemas.openxmlformats.org/drawingml/2006/main" anchorCtr="1"/>
            <a:lstStyle xmlns:a="http://schemas.openxmlformats.org/drawingml/2006/main"/>
            <a:p xmlns:a="http://schemas.openxmlformats.org/drawingml/2006/main">
              <a:pPr>
                <a:defRPr sz="1050">
                  <a:solidFill>
                    <a:srgbClr val="333333"/>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Noto Sans JP"/>
                <a:ea typeface="Noto Sans JP"/>
                <a:cs typeface="Noto Sans JP"/>
              </a:defRPr>
            </a:pPr>
          </a:p>
        </c:txPr>
        <c:crossAx val="48650112"/>
      </c:valAx>
      <c:valAx>
        <c:axId val="48650112"/>
        <c:scaling>
          <c:orientation val="minMax"/>
          <c:max val="30"/>
          <c:min val="0"/>
        </c:scaling>
        <c:delete val="0"/>
        <c:axPos val="b"/>
        <c:majorGridlines>
          <c:spPr>
            <a:ln xmlns:a="http://schemas.openxmlformats.org/drawingml/2006/main" w="9525">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333333"/>
                    </a:solidFill>
                    <a:latin typeface="Noto Sans JP"/>
                    <a:ea typeface="Noto Sans JP"/>
                    <a:cs typeface="Noto Sans JP"/>
                  </a:rPr>
                  <a:t>電子エネルギー ε [eV]</a:t>
                </a:r>
              </a:p>
            </c:rich>
          </c:tx>
          <c:overlay val="0"/>
          <c:txPr>
            <a:bodyPr xmlns:a="http://schemas.openxmlformats.org/drawingml/2006/main" anchorCtr="1"/>
            <a:lstStyle xmlns:a="http://schemas.openxmlformats.org/drawingml/2006/main"/>
            <a:p xmlns:a="http://schemas.openxmlformats.org/drawingml/2006/main">
              <a:pPr>
                <a:defRPr sz="1050">
                  <a:solidFill>
                    <a:srgbClr val="333333"/>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Noto Sans JP"/>
                <a:ea typeface="Noto Sans JP"/>
                <a:cs typeface="Noto Sans JP"/>
              </a:defRPr>
            </a:pPr>
          </a:p>
        </c:txPr>
        <c:crossAx val="48672768"/>
        <c:majorUnit val="5"/>
      </c:valAx>
      <c:spPr>
        <a:solidFill xmlns:a="http://schemas.openxmlformats.org/drawingml/2006/main">
          <a:srgbClr val="FFFFFF"/>
        </a:solidFill>
        <a:ln xmlns:a="http://schemas.openxmlformats.org/drawingml/2006/main" w="7620">
          <a:solidFill>
            <a:srgbClr val="D0D5D8"/>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333333"/>
              </a:solidFill>
              <a:latin typeface="Noto Sans JP"/>
              <a:ea typeface="Noto Sans JP"/>
              <a:cs typeface="Noto Sans JP"/>
            </a:defRPr>
          </a:pPr>
        </a:p>
      </c:txPr>
    </c:legend>
    <c:plotVisOnly val="1"/>
  </c:chart>
  <c:spPr>
    <a:solidFill xmlns:a="http://schemas.openxmlformats.org/drawingml/2006/main">
      <a:srgbClr val="FFFFFF"/>
    </a:solidFill>
    <a:ln xmlns:a="http://schemas.openxmlformats.org/drawingml/2006/main" w="7620">
      <a:solidFill>
        <a:srgbClr val="D0D5D8"/>
      </a:solid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10 Td</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A6D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-2.6693853526557647</c:v>
              </c:pt>
              <c:pt idx="1">
                <c:v>-2.625232092627511</c:v>
              </c:pt>
              <c:pt idx="2">
                <c:v>-2.581685971759862</c:v>
              </c:pt>
              <c:pt idx="3">
                <c:v>-2.5440430576972966</c:v>
              </c:pt>
              <c:pt idx="4">
                <c:v>-2.5064001436347314</c:v>
              </c:pt>
              <c:pt idx="5">
                <c:v>-2.4687572295721663</c:v>
              </c:pt>
              <c:pt idx="6">
                <c:v>-2.4311143155096007</c:v>
              </c:pt>
              <c:pt idx="7">
                <c:v>-2.394572896383905</c:v>
              </c:pt>
              <c:pt idx="8">
                <c:v>-2.358641913965163</c:v>
              </c:pt>
              <c:pt idx="9">
                <c:v>-2.322710931546421</c:v>
              </c:pt>
              <c:pt idx="10">
                <c:v>-2.2870030038988363</c:v>
              </c:pt>
              <c:pt idx="11">
                <c:v>-2.2519000204071076</c:v>
              </c:pt>
              <c:pt idx="12">
                <c:v>-2.2167970369153784</c:v>
              </c:pt>
              <c:pt idx="13">
                <c:v>-2.181880743924697</c:v>
              </c:pt>
              <c:pt idx="14">
                <c:v>-2.1471001142478827</c:v>
              </c:pt>
              <c:pt idx="15">
                <c:v>-2.1123511354853384</c:v>
              </c:pt>
              <c:pt idx="16">
                <c:v>-2.077660911591231</c:v>
              </c:pt>
              <c:pt idx="17">
                <c:v>-2.043000278877103</c:v>
              </c:pt>
              <c:pt idx="18">
                <c:v>-2.008375780133658</c:v>
              </c:pt>
              <c:pt idx="19">
                <c:v>-1.9737813066907761</c:v>
              </c:pt>
              <c:pt idx="20">
                <c:v>-1.939220324281925</c:v>
              </c:pt>
              <c:pt idx="21">
                <c:v>-1.9047113001730271</c:v>
              </c:pt>
              <c:pt idx="22">
                <c:v>-1.8702066945286502</c:v>
              </c:pt>
              <c:pt idx="23">
                <c:v>-1.8357140180468834</c:v>
              </c:pt>
              <c:pt idx="24">
                <c:v>-1.8012150686264476</c:v>
              </c:pt>
              <c:pt idx="25">
                <c:v>-1.7667378302400687</c:v>
              </c:pt>
              <c:pt idx="26">
                <c:v>-1.7323001585657483</c:v>
              </c:pt>
              <c:pt idx="27">
                <c:v>-1.6979173746030052</c:v>
              </c:pt>
              <c:pt idx="28">
                <c:v>-1.6635174952707539</c:v>
              </c:pt>
              <c:pt idx="29">
                <c:v>-1.6291744173041172</c:v>
              </c:pt>
              <c:pt idx="30">
                <c:v>-1.5947950168645664</c:v>
              </c:pt>
              <c:pt idx="31">
                <c:v>-1.5604109968818454</c:v>
              </c:pt>
              <c:pt idx="32">
                <c:v>-1.526042961259534</c:v>
              </c:pt>
              <c:pt idx="33">
                <c:v>-1.4916453626691886</c:v>
              </c:pt>
              <c:pt idx="34">
                <c:v>-1.457171770818637</c:v>
              </c:pt>
              <c:pt idx="35">
                <c:v>-1.4226278203007197</c:v>
              </c:pt>
              <c:pt idx="36">
                <c:v>-1.3880159617038412</c:v>
              </c:pt>
              <c:pt idx="37">
                <c:v>-1.3534731656189194</c:v>
              </c:pt>
              <c:pt idx="38">
                <c:v>-1.319024060753241</c:v>
              </c:pt>
              <c:pt idx="39">
                <c:v>-1.284741104198917</c:v>
              </c:pt>
              <c:pt idx="40">
                <c:v>-1.250655477176779</c:v>
              </c:pt>
              <c:pt idx="41">
                <c:v>-1.216890984280824</c:v>
              </c:pt>
              <c:pt idx="42">
                <c:v>-1.1836045811630402</c:v>
              </c:pt>
              <c:pt idx="43">
                <c:v>-1.1509863069425752</c:v>
              </c:pt>
              <c:pt idx="44">
                <c:v>-1.1192760667220376</c:v>
              </c:pt>
              <c:pt idx="45">
                <c:v>-1.0886545172639366</c:v>
              </c:pt>
              <c:pt idx="46">
                <c:v>-1.0594739303196499</c:v>
              </c:pt>
              <c:pt idx="47">
                <c:v>-1.0318455454314999</c:v>
              </c:pt>
              <c:pt idx="48">
                <c:v>-1.0059345869988257</c:v>
              </c:pt>
              <c:pt idx="49">
                <c:v>-0.9822744005260876</c:v>
              </c:pt>
              <c:pt idx="50">
                <c:v>-0.9615038665618594</c:v>
              </c:pt>
              <c:pt idx="51">
                <c:v>-0.9445672563078936</c:v>
              </c:pt>
              <c:pt idx="52">
                <c:v>-0.9322409757732864</c:v>
              </c:pt>
              <c:pt idx="53">
                <c:v>-0.9263251468190531</c:v>
              </c:pt>
              <c:pt idx="54">
                <c:v>-0.9298343723585427</c:v>
              </c:pt>
              <c:pt idx="55">
                <c:v>-0.9487083891407398</c:v>
              </c:pt>
              <c:pt idx="56">
                <c:v>-0.9952556751994589</c:v>
              </c:pt>
              <c:pt idx="57">
                <c:v>-1.102138038777596</c:v>
              </c:pt>
              <c:pt idx="58">
                <c:v>-1.342170694641132</c:v>
              </c:pt>
              <c:pt idx="59">
                <c:v>-1.9800317953618867</c:v>
              </c:pt>
              <c:pt idx="60">
                <c:v>-3.8972166351976845</c:v>
              </c:pt>
              <c:pt idx="61">
                <c:v>-7.662379480651983</c:v>
              </c:pt>
              <c:pt idx="62">
                <c:v>-7.95</c:v>
              </c:pt>
              <c:pt idx="63">
                <c:v>-7.95</c:v>
              </c:pt>
              <c:pt idx="64">
                <c:v>-7.95</c:v>
              </c:pt>
              <c:pt idx="65">
                <c:v>-7.95</c:v>
              </c:pt>
              <c:pt idx="66">
                <c:v>-7.95</c:v>
              </c:pt>
              <c:pt idx="67">
                <c:v>-7.95</c:v>
              </c:pt>
              <c:pt idx="68">
                <c:v>-7.95</c:v>
              </c:pt>
              <c:pt idx="69">
                <c:v>-7.95</c:v>
              </c:pt>
              <c:pt idx="70">
                <c:v>-7.95</c:v>
              </c:pt>
              <c:pt idx="71">
                <c:v>-7.95</c:v>
              </c:pt>
            </c:numLit>
          </c:yVal>
        </c:ser>
        <c:ser>
          <c:idx val="1"/>
          <c:order val="1"/>
          <c:tx>
            <c:v>Monte Carlo</c:v>
          </c:tx>
          <c:spPr>
            <a:ln xmlns:a="http://schemas.openxmlformats.org/drawingml/2006/main" w="20955">
              <a:solidFill>
                <a:srgbClr val="72B51F"/>
              </a:solidFill>
              <a:prstDash val="dash"/>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-1.8012868844628152</c:v>
              </c:pt>
              <c:pt idx="1">
                <c:v>-1.8012868844628152</c:v>
              </c:pt>
              <c:pt idx="2">
                <c:v>-1.8012868844628152</c:v>
              </c:pt>
              <c:pt idx="3">
                <c:v>-1.8012868844628152</c:v>
              </c:pt>
              <c:pt idx="4">
                <c:v>-1.8012868844628152</c:v>
              </c:pt>
              <c:pt idx="5">
                <c:v>-1.8012868844628152</c:v>
              </c:pt>
              <c:pt idx="6">
                <c:v>-1.8012868844628152</c:v>
              </c:pt>
              <c:pt idx="7">
                <c:v>-1.8012868844628152</c:v>
              </c:pt>
              <c:pt idx="8">
                <c:v>-1.8012868844628152</c:v>
              </c:pt>
              <c:pt idx="9">
                <c:v>-1.8012868844628152</c:v>
              </c:pt>
              <c:pt idx="10">
                <c:v>-1.8012868844628152</c:v>
              </c:pt>
              <c:pt idx="11">
                <c:v>-1.8012868844628152</c:v>
              </c:pt>
              <c:pt idx="12">
                <c:v>-1.8012868844628152</c:v>
              </c:pt>
              <c:pt idx="13">
                <c:v>-1.8012868844628152</c:v>
              </c:pt>
              <c:pt idx="14">
                <c:v>-1.8012868844628152</c:v>
              </c:pt>
              <c:pt idx="15">
                <c:v>-1.8012868844628152</c:v>
              </c:pt>
              <c:pt idx="16">
                <c:v>-1.8012868844628152</c:v>
              </c:pt>
              <c:pt idx="17">
                <c:v>-1.8012868844628152</c:v>
              </c:pt>
              <c:pt idx="18">
                <c:v>-1.8012868844628152</c:v>
              </c:pt>
              <c:pt idx="19">
                <c:v>-1.8012868844628152</c:v>
              </c:pt>
              <c:pt idx="20">
                <c:v>-1.8012868844628152</c:v>
              </c:pt>
              <c:pt idx="21">
                <c:v>-1.8012868844628152</c:v>
              </c:pt>
              <c:pt idx="22">
                <c:v>-1.8012868844628152</c:v>
              </c:pt>
              <c:pt idx="23">
                <c:v>-1.8012868844628152</c:v>
              </c:pt>
              <c:pt idx="24">
                <c:v>-1.8012868844628152</c:v>
              </c:pt>
              <c:pt idx="25">
                <c:v>-1.786439791339797</c:v>
              </c:pt>
              <c:pt idx="26">
                <c:v>-1.7491154456964297</c:v>
              </c:pt>
              <c:pt idx="27">
                <c:v>-1.7117911000530628</c:v>
              </c:pt>
              <c:pt idx="28">
                <c:v>-1.6744667544096956</c:v>
              </c:pt>
              <c:pt idx="29">
                <c:v>-1.6371424087663287</c:v>
              </c:pt>
              <c:pt idx="30">
                <c:v>-1.5998180631229613</c:v>
              </c:pt>
              <c:pt idx="31">
                <c:v>-1.562493717479594</c:v>
              </c:pt>
              <c:pt idx="32">
                <c:v>-1.5265379375209112</c:v>
              </c:pt>
              <c:pt idx="33">
                <c:v>-1.4920137087907823</c:v>
              </c:pt>
              <c:pt idx="34">
                <c:v>-1.4574894800606535</c:v>
              </c:pt>
              <c:pt idx="35">
                <c:v>-1.4239511180039892</c:v>
              </c:pt>
              <c:pt idx="36">
                <c:v>-1.392995821013501</c:v>
              </c:pt>
              <c:pt idx="37">
                <c:v>-1.361003125980404</c:v>
              </c:pt>
              <c:pt idx="38">
                <c:v>-1.3235723783071531</c:v>
              </c:pt>
              <c:pt idx="39">
                <c:v>-1.2853959134955135</c:v>
              </c:pt>
              <c:pt idx="40">
                <c:v>-1.249751974441175</c:v>
              </c:pt>
              <c:pt idx="41">
                <c:v>-1.2182648594093906</c:v>
              </c:pt>
              <c:pt idx="42">
                <c:v>-1.1821889651808746</c:v>
              </c:pt>
              <c:pt idx="43">
                <c:v>-1.1532328504363687</c:v>
              </c:pt>
              <c:pt idx="44">
                <c:v>-1.1200937390930394</c:v>
              </c:pt>
              <c:pt idx="45">
                <c:v>-1.085437826780193</c:v>
              </c:pt>
              <c:pt idx="46">
                <c:v>-1.0607494862464308</c:v>
              </c:pt>
              <c:pt idx="47">
                <c:v>-1.0336036120459338</c:v>
              </c:pt>
              <c:pt idx="48">
                <c:v>-1.0065424527237306</c:v>
              </c:pt>
              <c:pt idx="49">
                <c:v>-0.983433745268348</c:v>
              </c:pt>
              <c:pt idx="50">
                <c:v>-0.9608854694931895</c:v>
              </c:pt>
              <c:pt idx="51">
                <c:v>-0.9429910025992945</c:v>
              </c:pt>
              <c:pt idx="52">
                <c:v>-0.9345092165971896</c:v>
              </c:pt>
              <c:pt idx="53">
                <c:v>-0.9297311751008387</c:v>
              </c:pt>
              <c:pt idx="54">
                <c:v>-0.9234108944302803</c:v>
              </c:pt>
              <c:pt idx="55">
                <c:v>-0.9486314692995159</c:v>
              </c:pt>
              <c:pt idx="56">
                <c:v>-0.9930824390221726</c:v>
              </c:pt>
              <c:pt idx="57">
                <c:v>-1.1014849789212147</c:v>
              </c:pt>
              <c:pt idx="58">
                <c:v>-1.3438057309028166</c:v>
              </c:pt>
              <c:pt idx="59">
                <c:v>-1.989451619716236</c:v>
              </c:pt>
              <c:pt idx="60">
                <c:v>-3.8794091507678674</c:v>
              </c:pt>
              <c:pt idx="61">
                <c:v>-7.95</c:v>
              </c:pt>
              <c:pt idx="62">
                <c:v>-7.95</c:v>
              </c:pt>
              <c:pt idx="63">
                <c:v>-7.95</c:v>
              </c:pt>
              <c:pt idx="64">
                <c:v>-7.95</c:v>
              </c:pt>
              <c:pt idx="65">
                <c:v>-7.95</c:v>
              </c:pt>
              <c:pt idx="66">
                <c:v>-7.95</c:v>
              </c:pt>
              <c:pt idx="67">
                <c:v>-7.95</c:v>
              </c:pt>
              <c:pt idx="68">
                <c:v>-7.95</c:v>
              </c:pt>
              <c:pt idx="69">
                <c:v>-7.95</c:v>
              </c:pt>
              <c:pt idx="70">
                <c:v>-7.95</c:v>
              </c:pt>
              <c:pt idx="71">
                <c:v>-7.95</c:v>
              </c:pt>
            </c:numLit>
          </c:yVal>
        </c:ser>
        <c:ser>
          <c:idx val="2"/>
          <c:order val="2"/>
          <c:tx>
            <c:v>propagator P1</c:v>
          </c:tx>
          <c:spPr>
            <a:ln xmlns:a="http://schemas.openxmlformats.org/drawingml/2006/main" w="20955">
              <a:solidFill>
                <a:srgbClr val="00AFA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-2.6317724221538072</c:v>
              </c:pt>
              <c:pt idx="1">
                <c:v>-2.5965184349489405</c:v>
              </c:pt>
              <c:pt idx="2">
                <c:v>-2.5615311069086895</c:v>
              </c:pt>
              <c:pt idx="3">
                <c:v>-2.5266686796048825</c:v>
              </c:pt>
              <c:pt idx="4">
                <c:v>-2.491806252301076</c:v>
              </c:pt>
              <c:pt idx="5">
                <c:v>-2.456943824997269</c:v>
              </c:pt>
              <c:pt idx="6">
                <c:v>-2.422158453623395</c:v>
              </c:pt>
              <c:pt idx="7">
                <c:v>-2.38743176435168</c:v>
              </c:pt>
              <c:pt idx="8">
                <c:v>-2.352705075079965</c:v>
              </c:pt>
              <c:pt idx="9">
                <c:v>-2.3179983776737116</c:v>
              </c:pt>
              <c:pt idx="10">
                <c:v>-2.28331558470582</c:v>
              </c:pt>
              <c:pt idx="11">
                <c:v>-2.2486327917379287</c:v>
              </c:pt>
              <c:pt idx="12">
                <c:v>-2.213972436171338</c:v>
              </c:pt>
              <c:pt idx="13">
                <c:v>-2.179313128092905</c:v>
              </c:pt>
              <c:pt idx="14">
                <c:v>-2.1447473979197618</c:v>
              </c:pt>
              <c:pt idx="15">
                <c:v>-2.1101928925255513</c:v>
              </c:pt>
              <c:pt idx="16">
                <c:v>-2.0755996869817324</c:v>
              </c:pt>
              <c:pt idx="17">
                <c:v>-2.0409861061740235</c:v>
              </c:pt>
              <c:pt idx="18">
                <c:v>-2.006344417571039</c:v>
              </c:pt>
              <c:pt idx="19">
                <c:v>-1.9716353119481154</c:v>
              </c:pt>
              <c:pt idx="20">
                <c:v>-1.9368361969693435</c:v>
              </c:pt>
              <c:pt idx="21">
                <c:v>-1.9023531426665339</c:v>
              </c:pt>
              <c:pt idx="22">
                <c:v>-1.8679120665567028</c:v>
              </c:pt>
              <c:pt idx="23">
                <c:v>-1.8333326720766463</c:v>
              </c:pt>
              <c:pt idx="24">
                <c:v>-1.7985919227361442</c:v>
              </c:pt>
              <c:pt idx="25">
                <c:v>-1.7636951102044107</c:v>
              </c:pt>
              <c:pt idx="26">
                <c:v>-1.7293164271124275</c:v>
              </c:pt>
              <c:pt idx="27">
                <c:v>-1.6948240434378459</c:v>
              </c:pt>
              <c:pt idx="28">
                <c:v>-1.6598228034851168</c:v>
              </c:pt>
              <c:pt idx="29">
                <c:v>-1.6253525075390465</c:v>
              </c:pt>
              <c:pt idx="30">
                <c:v>-1.590749139945559</c:v>
              </c:pt>
              <c:pt idx="31">
                <c:v>-1.5559625953952567</c:v>
              </c:pt>
              <c:pt idx="32">
                <c:v>-1.5213262810820811</c:v>
              </c:pt>
              <c:pt idx="33">
                <c:v>-1.4867621370075388</c:v>
              </c:pt>
              <c:pt idx="34">
                <c:v>-1.4522507820058803</c:v>
              </c:pt>
              <c:pt idx="35">
                <c:v>-1.4177579588253932</c:v>
              </c:pt>
              <c:pt idx="36">
                <c:v>-1.3830661519456018</c:v>
              </c:pt>
              <c:pt idx="37">
                <c:v>-1.348745830053997</c:v>
              </c:pt>
              <c:pt idx="38">
                <c:v>-1.314470485366002</c:v>
              </c:pt>
              <c:pt idx="39">
                <c:v>-1.2804590224336132</c:v>
              </c:pt>
              <c:pt idx="40">
                <c:v>-1.246638432748973</c:v>
              </c:pt>
              <c:pt idx="41">
                <c:v>-1.2132500694673276</c:v>
              </c:pt>
              <c:pt idx="42">
                <c:v>-1.1802889089182456</c:v>
              </c:pt>
              <c:pt idx="43">
                <c:v>-1.1480702647262306</c:v>
              </c:pt>
              <c:pt idx="44">
                <c:v>-1.1166308081726815</c:v>
              </c:pt>
              <c:pt idx="45">
                <c:v>-1.0863287056220186</c:v>
              </c:pt>
              <c:pt idx="46">
                <c:v>-1.05738819657248</c:v>
              </c:pt>
              <c:pt idx="47">
                <c:v>-1.0299488870396154</c:v>
              </c:pt>
              <c:pt idx="48">
                <c:v>-1.0041848833286402</c:v>
              </c:pt>
              <c:pt idx="49">
                <c:v>-0.9806464085431886</c:v>
              </c:pt>
              <c:pt idx="50">
                <c:v>-0.9600106685477482</c:v>
              </c:pt>
              <c:pt idx="51">
                <c:v>-0.9432744505623804</c:v>
              </c:pt>
              <c:pt idx="52">
                <c:v>-0.93121671300305</c:v>
              </c:pt>
              <c:pt idx="53">
                <c:v>-0.9256913409300259</c:v>
              </c:pt>
              <c:pt idx="54">
                <c:v>-0.9296707120292828</c:v>
              </c:pt>
              <c:pt idx="55">
                <c:v>-0.9491988507486652</c:v>
              </c:pt>
              <c:pt idx="56">
                <c:v>-0.996619058327411</c:v>
              </c:pt>
              <c:pt idx="57">
                <c:v>-1.10479936155702</c:v>
              </c:pt>
              <c:pt idx="58">
                <c:v>-1.3455727897520544</c:v>
              </c:pt>
              <c:pt idx="59">
                <c:v>-1.9831963806653796</c:v>
              </c:pt>
              <c:pt idx="60">
                <c:v>-3.8766754716169083</c:v>
              </c:pt>
              <c:pt idx="61">
                <c:v>-7.589306994409211</c:v>
              </c:pt>
              <c:pt idx="62">
                <c:v>-7.95</c:v>
              </c:pt>
              <c:pt idx="63">
                <c:v>-7.95</c:v>
              </c:pt>
              <c:pt idx="64">
                <c:v>-7.95</c:v>
              </c:pt>
              <c:pt idx="65">
                <c:v>-7.95</c:v>
              </c:pt>
              <c:pt idx="66">
                <c:v>-7.95</c:v>
              </c:pt>
              <c:pt idx="67">
                <c:v>-7.95</c:v>
              </c:pt>
              <c:pt idx="68">
                <c:v>-7.95</c:v>
              </c:pt>
              <c:pt idx="69">
                <c:v>-7.95</c:v>
              </c:pt>
              <c:pt idx="70">
                <c:v>-7.95</c:v>
              </c:pt>
              <c:pt idx="71">
                <c:v>-7.95</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8"/>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1.9"/>
          <c:min val="-3"/>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100 Td</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A6D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-2.8332464152248287</c:v>
              </c:pt>
              <c:pt idx="1">
                <c:v>-2.7895902707796454</c:v>
              </c:pt>
              <c:pt idx="2">
                <c:v>-2.746504127831717</c:v>
              </c:pt>
              <c:pt idx="3">
                <c:v>-2.7089601026317967</c:v>
              </c:pt>
              <c:pt idx="4">
                <c:v>-2.6714160774318767</c:v>
              </c:pt>
              <c:pt idx="5">
                <c:v>-2.6338720522319563</c:v>
              </c:pt>
              <c:pt idx="6">
                <c:v>-2.5963280270320364</c:v>
              </c:pt>
              <c:pt idx="7">
                <c:v>-2.559843170608526</c:v>
              </c:pt>
              <c:pt idx="8">
                <c:v>-2.523945294186773</c:v>
              </c:pt>
              <c:pt idx="9">
                <c:v>-2.4880474177650203</c:v>
              </c:pt>
              <c:pt idx="10">
                <c:v>-2.4523660591248353</c:v>
              </c:pt>
              <c:pt idx="11">
                <c:v>-2.4172719157498466</c:v>
              </c:pt>
              <c:pt idx="12">
                <c:v>-2.382177772374858</c:v>
              </c:pt>
              <c:pt idx="13">
                <c:v>-2.347266127440948</c:v>
              </c:pt>
              <c:pt idx="14">
                <c:v>-2.3124870995558626</c:v>
              </c:pt>
              <c:pt idx="15">
                <c:v>-2.27773969785315</c:v>
              </c:pt>
              <c:pt idx="16">
                <c:v>-2.2430510051080557</c:v>
              </c:pt>
              <c:pt idx="17">
                <c:v>-2.208391485915475</c:v>
              </c:pt>
              <c:pt idx="18">
                <c:v>-2.173767590726128</c:v>
              </c:pt>
              <c:pt idx="19">
                <c:v>-2.1391684254771004</c:v>
              </c:pt>
              <c:pt idx="20">
                <c:v>-2.1045960452448287</c:v>
              </c:pt>
              <c:pt idx="21">
                <c:v>-2.0700649307909025</c:v>
              </c:pt>
              <c:pt idx="22">
                <c:v>-2.0355413709598613</c:v>
              </c:pt>
              <c:pt idx="23">
                <c:v>-2.001032310612182</c:v>
              </c:pt>
              <c:pt idx="24">
                <c:v>-1.9665189734332242</c:v>
              </c:pt>
              <c:pt idx="25">
                <c:v>-1.9320281972481121</c:v>
              </c:pt>
              <c:pt idx="26">
                <c:v>-1.8975782620163704</c:v>
              </c:pt>
              <c:pt idx="27">
                <c:v>-1.8631644596551573</c:v>
              </c:pt>
              <c:pt idx="28">
                <c:v>-1.8287367211248218</c:v>
              </c:pt>
              <c:pt idx="29">
                <c:v>-1.7943651674775996</c:v>
              </c:pt>
              <c:pt idx="30">
                <c:v>-1.759949767169446</c:v>
              </c:pt>
              <c:pt idx="31">
                <c:v>-1.7255325576869918</c:v>
              </c:pt>
              <c:pt idx="32">
                <c:v>-1.6911267145367328</c:v>
              </c:pt>
              <c:pt idx="33">
                <c:v>-1.6566909028218706</c:v>
              </c:pt>
              <c:pt idx="34">
                <c:v>-1.6221941088265928</c:v>
              </c:pt>
              <c:pt idx="35">
                <c:v>-1.5876371505541949</c:v>
              </c:pt>
              <c:pt idx="36">
                <c:v>-1.5530191177655366</c:v>
              </c:pt>
              <c:pt idx="37">
                <c:v>-1.5184203020996199</c:v>
              </c:pt>
              <c:pt idx="38">
                <c:v>-1.4838562407466127</c:v>
              </c:pt>
              <c:pt idx="39">
                <c:v>-1.449340605463163</c:v>
              </c:pt>
              <c:pt idx="40">
                <c:v>-1.4148823921194476</c:v>
              </c:pt>
              <c:pt idx="41">
                <c:v>-1.3805063334883596</c:v>
              </c:pt>
              <c:pt idx="42">
                <c:v>-1.346259235735682</c:v>
              </c:pt>
              <c:pt idx="43">
                <c:v>-1.3122051521994096</c:v>
              </c:pt>
              <c:pt idx="44">
                <c:v>-1.2784429720311898</c:v>
              </c:pt>
              <c:pt idx="45">
                <c:v>-1.2450782905685416</c:v>
              </c:pt>
              <c:pt idx="46">
                <c:v>-1.212301594419286</c:v>
              </c:pt>
              <c:pt idx="47">
                <c:v>-1.1802789657950112</c:v>
              </c:pt>
              <c:pt idx="48">
                <c:v>-1.1492502064770402</c:v>
              </c:pt>
              <c:pt idx="49">
                <c:v>-1.119669017343785</c:v>
              </c:pt>
              <c:pt idx="50">
                <c:v>-1.0921554445943327</c:v>
              </c:pt>
              <c:pt idx="51">
                <c:v>-1.067596053955885</c:v>
              </c:pt>
              <c:pt idx="52">
                <c:v>-1.0468641828458065</c:v>
              </c:pt>
              <c:pt idx="53">
                <c:v>-1.0314948129483903</c:v>
              </c:pt>
              <c:pt idx="54">
                <c:v>-1.023671581154812</c:v>
              </c:pt>
              <c:pt idx="55">
                <c:v>-1.0268153933274438</c:v>
              </c:pt>
              <c:pt idx="56">
                <c:v>-1.0464181068020582</c:v>
              </c:pt>
              <c:pt idx="57">
                <c:v>-1.0943504375776423</c:v>
              </c:pt>
              <c:pt idx="58">
                <c:v>-1.1887029016261708</c:v>
              </c:pt>
              <c:pt idx="59">
                <c:v>-1.3523490619744025</c:v>
              </c:pt>
              <c:pt idx="60">
                <c:v>-1.6315758144311596</c:v>
              </c:pt>
              <c:pt idx="61">
                <c:v>-2.1144989938152796</c:v>
              </c:pt>
              <c:pt idx="62">
                <c:v>-2.8799833982857743</c:v>
              </c:pt>
              <c:pt idx="63">
                <c:v>-4.003083674480074</c:v>
              </c:pt>
              <c:pt idx="64">
                <c:v>-5.471877026094171</c:v>
              </c:pt>
              <c:pt idx="65">
                <c:v>-7.284280299159711</c:v>
              </c:pt>
              <c:pt idx="66">
                <c:v>-7.95</c:v>
              </c:pt>
              <c:pt idx="67">
                <c:v>-7.95</c:v>
              </c:pt>
              <c:pt idx="68">
                <c:v>-7.95</c:v>
              </c:pt>
              <c:pt idx="69">
                <c:v>-7.95</c:v>
              </c:pt>
              <c:pt idx="70">
                <c:v>-7.95</c:v>
              </c:pt>
              <c:pt idx="71">
                <c:v>-7.95</c:v>
              </c:pt>
            </c:numLit>
          </c:yVal>
        </c:ser>
        <c:ser>
          <c:idx val="1"/>
          <c:order val="1"/>
          <c:tx>
            <c:v>Monte Carlo</c:v>
          </c:tx>
          <c:spPr>
            <a:ln xmlns:a="http://schemas.openxmlformats.org/drawingml/2006/main" w="20955">
              <a:solidFill>
                <a:srgbClr val="72B51F"/>
              </a:solidFill>
              <a:prstDash val="dash"/>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-1.9639187361510058</c:v>
              </c:pt>
              <c:pt idx="1">
                <c:v>-1.9639187361510058</c:v>
              </c:pt>
              <c:pt idx="2">
                <c:v>-1.9639187361510058</c:v>
              </c:pt>
              <c:pt idx="3">
                <c:v>-1.9639187361510058</c:v>
              </c:pt>
              <c:pt idx="4">
                <c:v>-1.9639187361510058</c:v>
              </c:pt>
              <c:pt idx="5">
                <c:v>-1.9639187361510058</c:v>
              </c:pt>
              <c:pt idx="6">
                <c:v>-1.9639187361510058</c:v>
              </c:pt>
              <c:pt idx="7">
                <c:v>-1.9639187361510058</c:v>
              </c:pt>
              <c:pt idx="8">
                <c:v>-1.9639187361510058</c:v>
              </c:pt>
              <c:pt idx="9">
                <c:v>-1.9639187361510058</c:v>
              </c:pt>
              <c:pt idx="10">
                <c:v>-1.9639187361510058</c:v>
              </c:pt>
              <c:pt idx="11">
                <c:v>-1.9639187361510058</c:v>
              </c:pt>
              <c:pt idx="12">
                <c:v>-1.9639187361510058</c:v>
              </c:pt>
              <c:pt idx="13">
                <c:v>-1.9639187361510058</c:v>
              </c:pt>
              <c:pt idx="14">
                <c:v>-1.9639187361510058</c:v>
              </c:pt>
              <c:pt idx="15">
                <c:v>-1.9639187361510058</c:v>
              </c:pt>
              <c:pt idx="16">
                <c:v>-1.9639187361510058</c:v>
              </c:pt>
              <c:pt idx="17">
                <c:v>-1.9639187361510058</c:v>
              </c:pt>
              <c:pt idx="18">
                <c:v>-1.9639187361510058</c:v>
              </c:pt>
              <c:pt idx="19">
                <c:v>-1.9639187361510058</c:v>
              </c:pt>
              <c:pt idx="20">
                <c:v>-1.9639187361510058</c:v>
              </c:pt>
              <c:pt idx="21">
                <c:v>-1.9639187361510058</c:v>
              </c:pt>
              <c:pt idx="22">
                <c:v>-1.9639187361510058</c:v>
              </c:pt>
              <c:pt idx="23">
                <c:v>-1.9639187361510058</c:v>
              </c:pt>
              <c:pt idx="24">
                <c:v>-1.9639187361510058</c:v>
              </c:pt>
              <c:pt idx="25">
                <c:v>-1.9488279620349633</c:v>
              </c:pt>
              <c:pt idx="26">
                <c:v>-1.9108910228330458</c:v>
              </c:pt>
              <c:pt idx="27">
                <c:v>-1.8729540836311285</c:v>
              </c:pt>
              <c:pt idx="28">
                <c:v>-1.835017144429211</c:v>
              </c:pt>
              <c:pt idx="29">
                <c:v>-1.7970802052272936</c:v>
              </c:pt>
              <c:pt idx="30">
                <c:v>-1.759143266025376</c:v>
              </c:pt>
              <c:pt idx="31">
                <c:v>-1.7212063268234585</c:v>
              </c:pt>
              <c:pt idx="32">
                <c:v>-1.6847865342592558</c:v>
              </c:pt>
              <c:pt idx="33">
                <c:v>-1.6499537120227645</c:v>
              </c:pt>
              <c:pt idx="34">
                <c:v>-1.615120889786273</c:v>
              </c:pt>
              <c:pt idx="35">
                <c:v>-1.5800900359420722</c:v>
              </c:pt>
              <c:pt idx="36">
                <c:v>-1.5445403203271655</c:v>
              </c:pt>
              <c:pt idx="37">
                <c:v>-1.5090961321194554</c:v>
              </c:pt>
              <c:pt idx="38">
                <c:v>-1.4742051198112003</c:v>
              </c:pt>
              <c:pt idx="39">
                <c:v>-1.4394702935968116</c:v>
              </c:pt>
              <c:pt idx="40">
                <c:v>-1.4047411411039148</c:v>
              </c:pt>
              <c:pt idx="41">
                <c:v>-1.3702453644663415</c:v>
              </c:pt>
              <c:pt idx="42">
                <c:v>-1.336986295730516</c:v>
              </c:pt>
              <c:pt idx="43">
                <c:v>-1.3035279523586387</c:v>
              </c:pt>
              <c:pt idx="44">
                <c:v>-1.2710286168705014</c:v>
              </c:pt>
              <c:pt idx="45">
                <c:v>-1.2388751554879067</c:v>
              </c:pt>
              <c:pt idx="46">
                <c:v>-1.206919629414242</c:v>
              </c:pt>
              <c:pt idx="47">
                <c:v>-1.1765645110199217</c:v>
              </c:pt>
              <c:pt idx="48">
                <c:v>-1.1468040727727769</c:v>
              </c:pt>
              <c:pt idx="49">
                <c:v>-1.118475393992256</c:v>
              </c:pt>
              <c:pt idx="50">
                <c:v>-1.0915605300851179</c:v>
              </c:pt>
              <c:pt idx="51">
                <c:v>-1.0678288857192721</c:v>
              </c:pt>
              <c:pt idx="52">
                <c:v>-1.047865906740537</c:v>
              </c:pt>
              <c:pt idx="53">
                <c:v>-1.0325775670186765</c:v>
              </c:pt>
              <c:pt idx="54">
                <c:v>-1.024842985344917</c:v>
              </c:pt>
              <c:pt idx="55">
                <c:v>-1.028254083614507</c:v>
              </c:pt>
              <c:pt idx="56">
                <c:v>-1.0477227087840824</c:v>
              </c:pt>
              <c:pt idx="57">
                <c:v>-1.0945063855527344</c:v>
              </c:pt>
              <c:pt idx="58">
                <c:v>-1.1889413173705752</c:v>
              </c:pt>
              <c:pt idx="59">
                <c:v>-1.3525880473490577</c:v>
              </c:pt>
              <c:pt idx="60">
                <c:v>-1.6325542997370341</c:v>
              </c:pt>
              <c:pt idx="61">
                <c:v>-2.120687926160887</c:v>
              </c:pt>
              <c:pt idx="62">
                <c:v>-2.884330419897459</c:v>
              </c:pt>
              <c:pt idx="63">
                <c:v>-3.9681082640634844</c:v>
              </c:pt>
              <c:pt idx="64">
                <c:v>-5.337337060672975</c:v>
              </c:pt>
              <c:pt idx="65">
                <c:v>-6.880207465110665</c:v>
              </c:pt>
              <c:pt idx="66">
                <c:v>-7.95</c:v>
              </c:pt>
              <c:pt idx="67">
                <c:v>-7.95</c:v>
              </c:pt>
              <c:pt idx="68">
                <c:v>-7.95</c:v>
              </c:pt>
              <c:pt idx="69">
                <c:v>-7.95</c:v>
              </c:pt>
              <c:pt idx="70">
                <c:v>-7.95</c:v>
              </c:pt>
              <c:pt idx="71">
                <c:v>-7.95</c:v>
              </c:pt>
            </c:numLit>
          </c:yVal>
        </c:ser>
        <c:ser>
          <c:idx val="2"/>
          <c:order val="2"/>
          <c:tx>
            <c:v>propagator P1</c:v>
          </c:tx>
          <c:spPr>
            <a:ln xmlns:a="http://schemas.openxmlformats.org/drawingml/2006/main" w="20955">
              <a:solidFill>
                <a:srgbClr val="00AFA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-2.7960626304175675</c:v>
              </c:pt>
              <c:pt idx="1">
                <c:v>-2.7607902286268184</c:v>
              </c:pt>
              <c:pt idx="2">
                <c:v>-2.725791839790229</c:v>
              </c:pt>
              <c:pt idx="3">
                <c:v>-2.6909217961384724</c:v>
              </c:pt>
              <c:pt idx="4">
                <c:v>-2.6560517524867158</c:v>
              </c:pt>
              <c:pt idx="5">
                <c:v>-2.621181708834959</c:v>
              </c:pt>
              <c:pt idx="6">
                <c:v>-2.5863846989331853</c:v>
              </c:pt>
              <c:pt idx="7">
                <c:v>-2.5516433080341456</c:v>
              </c:pt>
              <c:pt idx="8">
                <c:v>-2.516901917135106</c:v>
              </c:pt>
              <c:pt idx="9">
                <c:v>-2.4821666980539576</c:v>
              </c:pt>
              <c:pt idx="10">
                <c:v>-2.447438858666348</c:v>
              </c:pt>
              <c:pt idx="11">
                <c:v>-2.4127110192787375</c:v>
              </c:pt>
              <c:pt idx="12">
                <c:v>-2.377959400172187</c:v>
              </c:pt>
              <c:pt idx="13">
                <c:v>-2.3432066709114956</c:v>
              </c:pt>
              <c:pt idx="14">
                <c:v>-2.30856945743988</c:v>
              </c:pt>
              <c:pt idx="15">
                <c:v>-2.273950277694094</c:v>
              </c:pt>
              <c:pt idx="16">
                <c:v>-2.2393352701915425</c:v>
              </c:pt>
              <c:pt idx="17">
                <c:v>-2.2046526308303247</c:v>
              </c:pt>
              <c:pt idx="18">
                <c:v>-2.169886087874164</c:v>
              </c:pt>
              <c:pt idx="19">
                <c:v>-2.134974388226843</c:v>
              </c:pt>
              <c:pt idx="20">
                <c:v>-2.1002672040996693</c:v>
              </c:pt>
              <c:pt idx="21">
                <c:v>-2.065670256512324</c:v>
              </c:pt>
              <c:pt idx="22">
                <c:v>-2.0309121677554214</c:v>
              </c:pt>
              <c:pt idx="23">
                <c:v>-1.9961236879075437</c:v>
              </c:pt>
              <c:pt idx="24">
                <c:v>-1.9613900145313188</c:v>
              </c:pt>
              <c:pt idx="25">
                <c:v>-1.9263188851521744</c:v>
              </c:pt>
              <c:pt idx="26">
                <c:v>-1.8916682282903794</c:v>
              </c:pt>
              <c:pt idx="27">
                <c:v>-1.8568403889657707</c:v>
              </c:pt>
              <c:pt idx="28">
                <c:v>-1.8218183214197348</c:v>
              </c:pt>
              <c:pt idx="29">
                <c:v>-1.7870289022814958</c:v>
              </c:pt>
              <c:pt idx="30">
                <c:v>-1.7520956992289431</c:v>
              </c:pt>
              <c:pt idx="31">
                <c:v>-1.7170659753715207</c:v>
              </c:pt>
              <c:pt idx="32">
                <c:v>-1.6820455289856269</c:v>
              </c:pt>
              <c:pt idx="33">
                <c:v>-1.6471284851104497</c:v>
              </c:pt>
              <c:pt idx="34">
                <c:v>-1.6121440400767035</c:v>
              </c:pt>
              <c:pt idx="35">
                <c:v>-1.577304117970994</c:v>
              </c:pt>
              <c:pt idx="36">
                <c:v>-1.5423062003362842</c:v>
              </c:pt>
              <c:pt idx="37">
                <c:v>-1.5074902214635069</c:v>
              </c:pt>
              <c:pt idx="38">
                <c:v>-1.4728515406997407</c:v>
              </c:pt>
              <c:pt idx="39">
                <c:v>-1.4381947286440522</c:v>
              </c:pt>
              <c:pt idx="40">
                <c:v>-1.403849759204653</c:v>
              </c:pt>
              <c:pt idx="41">
                <c:v>-1.3695603811704244</c:v>
              </c:pt>
              <c:pt idx="42">
                <c:v>-1.3356071872509132</c:v>
              </c:pt>
              <c:pt idx="43">
                <c:v>-1.3021526650959543</c:v>
              </c:pt>
              <c:pt idx="44">
                <c:v>-1.269209338821587</c:v>
              </c:pt>
              <c:pt idx="45">
                <c:v>-1.2369513339489355</c:v>
              </c:pt>
              <c:pt idx="46">
                <c:v>-1.2055008164539442</c:v>
              </c:pt>
              <c:pt idx="47">
                <c:v>-1.1749311731409153</c:v>
              </c:pt>
              <c:pt idx="48">
                <c:v>-1.1454390599842321</c:v>
              </c:pt>
              <c:pt idx="49">
                <c:v>-1.117261909497609</c:v>
              </c:pt>
              <c:pt idx="50">
                <c:v>-1.0908870434380062</c:v>
              </c:pt>
              <c:pt idx="51">
                <c:v>-1.0671936949685072</c:v>
              </c:pt>
              <c:pt idx="52">
                <c:v>-1.0470605726650488</c:v>
              </c:pt>
              <c:pt idx="53">
                <c:v>-1.0321932253537371</c:v>
              </c:pt>
              <c:pt idx="54">
                <c:v>-1.0247297071939092</c:v>
              </c:pt>
              <c:pt idx="55">
                <c:v>-1.0281728828893812</c:v>
              </c:pt>
              <c:pt idx="56">
                <c:v>-1.0478364488697043</c:v>
              </c:pt>
              <c:pt idx="57">
                <c:v>-1.0956310262767688</c:v>
              </c:pt>
              <c:pt idx="58">
                <c:v>-1.189569703925914</c:v>
              </c:pt>
              <c:pt idx="59">
                <c:v>-1.3532839355527153</c:v>
              </c:pt>
              <c:pt idx="60">
                <c:v>-1.634200791301144</c:v>
              </c:pt>
              <c:pt idx="61">
                <c:v>-2.1203840551722677</c:v>
              </c:pt>
              <c:pt idx="62">
                <c:v>-2.885065896720464</c:v>
              </c:pt>
              <c:pt idx="63">
                <c:v>-3.9655892316294463</c:v>
              </c:pt>
              <c:pt idx="64">
                <c:v>-5.3172676574044635</c:v>
              </c:pt>
              <c:pt idx="65">
                <c:v>-6.910508169259236</c:v>
              </c:pt>
              <c:pt idx="66">
                <c:v>-7.95</c:v>
              </c:pt>
              <c:pt idx="67">
                <c:v>-7.95</c:v>
              </c:pt>
              <c:pt idx="68">
                <c:v>-7.95</c:v>
              </c:pt>
              <c:pt idx="69">
                <c:v>-7.95</c:v>
              </c:pt>
              <c:pt idx="70">
                <c:v>-7.95</c:v>
              </c:pt>
              <c:pt idx="71">
                <c:v>-7.95</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8"/>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1.9"/>
          <c:min val="-3"/>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1000 Td</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A6D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-3.1639969005925717</c:v>
              </c:pt>
              <c:pt idx="1">
                <c:v>-3.143510023642358</c:v>
              </c:pt>
              <c:pt idx="2">
                <c:v>-3.1230231466921445</c:v>
              </c:pt>
              <c:pt idx="3">
                <c:v>-3.1025362697419308</c:v>
              </c:pt>
              <c:pt idx="4">
                <c:v>-3.082049392791717</c:v>
              </c:pt>
              <c:pt idx="5">
                <c:v>-3.0475300179807148</c:v>
              </c:pt>
              <c:pt idx="6">
                <c:v>-3.009159045385416</c:v>
              </c:pt>
              <c:pt idx="7">
                <c:v>-2.970788072790117</c:v>
              </c:pt>
              <c:pt idx="8">
                <c:v>-2.932417100194818</c:v>
              </c:pt>
              <c:pt idx="9">
                <c:v>-2.8940461275995184</c:v>
              </c:pt>
              <c:pt idx="10">
                <c:v>-2.85567515500422</c:v>
              </c:pt>
              <c:pt idx="11">
                <c:v>-2.8175612205268368</c:v>
              </c:pt>
              <c:pt idx="12">
                <c:v>-2.781929901443376</c:v>
              </c:pt>
              <c:pt idx="13">
                <c:v>-2.7462985823599153</c:v>
              </c:pt>
              <c:pt idx="14">
                <c:v>-2.7106672632764544</c:v>
              </c:pt>
              <c:pt idx="15">
                <c:v>-2.6750359441929934</c:v>
              </c:pt>
              <c:pt idx="16">
                <c:v>-2.63968205936994</c:v>
              </c:pt>
              <c:pt idx="17">
                <c:v>-2.6046626480878</c:v>
              </c:pt>
              <c:pt idx="18">
                <c:v>-2.56964323680566</c:v>
              </c:pt>
              <c:pt idx="19">
                <c:v>-2.5346247595425884</c:v>
              </c:pt>
              <c:pt idx="20">
                <c:v>-2.4998351719745777</c:v>
              </c:pt>
              <c:pt idx="21">
                <c:v>-2.465045584406567</c:v>
              </c:pt>
              <c:pt idx="22">
                <c:v>-2.430282711156874</c:v>
              </c:pt>
              <c:pt idx="23">
                <c:v>-2.3955894819125843</c:v>
              </c:pt>
              <c:pt idx="24">
                <c:v>-2.3608982970961168</c:v>
              </c:pt>
              <c:pt idx="25">
                <c:v>-2.326278524971261</c:v>
              </c:pt>
              <c:pt idx="26">
                <c:v>-2.2916641572808363</c:v>
              </c:pt>
              <c:pt idx="27">
                <c:v>-2.257091171339038</c:v>
              </c:pt>
              <c:pt idx="28">
                <c:v>-2.222529420492224</c:v>
              </c:pt>
              <c:pt idx="29">
                <c:v>-2.1879812206712983</c:v>
              </c:pt>
              <c:pt idx="30">
                <c:v>-2.1534195991072167</c:v>
              </c:pt>
              <c:pt idx="31">
                <c:v>-2.118862233805649</c:v>
              </c:pt>
              <c:pt idx="32">
                <c:v>-2.0843070626535947</c:v>
              </c:pt>
              <c:pt idx="33">
                <c:v>-2.0497496609597956</c:v>
              </c:pt>
              <c:pt idx="34">
                <c:v>-2.015186333378662</c:v>
              </c:pt>
              <c:pt idx="35">
                <c:v>-1.9806151674310715</c:v>
              </c:pt>
              <c:pt idx="36">
                <c:v>-1.946047575896595</c:v>
              </c:pt>
              <c:pt idx="37">
                <c:v>-1.911480696997827</c:v>
              </c:pt>
              <c:pt idx="38">
                <c:v>-1.8769120036204519</c:v>
              </c:pt>
              <c:pt idx="39">
                <c:v>-1.8423566049910924</c:v>
              </c:pt>
              <c:pt idx="40">
                <c:v>-1.8078031037361886</c:v>
              </c:pt>
              <c:pt idx="41">
                <c:v>-1.7732650311013851</c:v>
              </c:pt>
              <c:pt idx="42">
                <c:v>-1.7387479778732358</c:v>
              </c:pt>
              <c:pt idx="43">
                <c:v>-1.7042598712571675</c:v>
              </c:pt>
              <c:pt idx="44">
                <c:v>-1.6698195389242534</c:v>
              </c:pt>
              <c:pt idx="45">
                <c:v>-1.6354530665895188</c:v>
              </c:pt>
              <c:pt idx="46">
                <c:v>-1.601198559104109</c:v>
              </c:pt>
              <c:pt idx="47">
                <c:v>-1.5671068187932484</c:v>
              </c:pt>
              <c:pt idx="48">
                <c:v>-1.5332501675093488</c:v>
              </c:pt>
              <c:pt idx="49">
                <c:v>-1.4997768616757834</c:v>
              </c:pt>
              <c:pt idx="50">
                <c:v>-1.4668898451016132</c:v>
              </c:pt>
              <c:pt idx="51">
                <c:v>-1.4349134635120944</c:v>
              </c:pt>
              <c:pt idx="52">
                <c:v>-1.4042482189610437</c:v>
              </c:pt>
              <c:pt idx="53">
                <c:v>-1.3755387600241156</c:v>
              </c:pt>
              <c:pt idx="54">
                <c:v>-1.3496839050102378</c:v>
              </c:pt>
              <c:pt idx="55">
                <c:v>-1.328126220007948</c:v>
              </c:pt>
              <c:pt idx="56">
                <c:v>-1.3132059740776818</c:v>
              </c:pt>
              <c:pt idx="57">
                <c:v>-1.309597559327074</c:v>
              </c:pt>
              <c:pt idx="58">
                <c:v>-1.3229738067442562</c:v>
              </c:pt>
              <c:pt idx="59">
                <c:v>-1.355360790674032</c:v>
              </c:pt>
              <c:pt idx="60">
                <c:v>-1.4092887392672844</c:v>
              </c:pt>
              <c:pt idx="61">
                <c:v>-1.4894580904330559</c:v>
              </c:pt>
              <c:pt idx="62">
                <c:v>-1.5899266432344865</c:v>
              </c:pt>
              <c:pt idx="63">
                <c:v>-1.7201328802906863</c:v>
              </c:pt>
              <c:pt idx="64">
                <c:v>-1.879377014846971</c:v>
              </c:pt>
              <c:pt idx="65">
                <c:v>-2.0688668344749304</c:v>
              </c:pt>
              <c:pt idx="66">
                <c:v>-2.2944590256504185</c:v>
              </c:pt>
              <c:pt idx="67">
                <c:v>-2.5584987401343655</c:v>
              </c:pt>
              <c:pt idx="68">
                <c:v>-2.8531830181770133</c:v>
              </c:pt>
              <c:pt idx="69">
                <c:v>-3.180899857450612</c:v>
              </c:pt>
              <c:pt idx="70">
                <c:v>-3.5527391843080722</c:v>
              </c:pt>
              <c:pt idx="71">
                <c:v>-3.9694821440773933</c:v>
              </c:pt>
            </c:numLit>
          </c:yVal>
        </c:ser>
        <c:ser>
          <c:idx val="1"/>
          <c:order val="1"/>
          <c:tx>
            <c:v>Monte Carlo</c:v>
          </c:tx>
          <c:spPr>
            <a:ln xmlns:a="http://schemas.openxmlformats.org/drawingml/2006/main" w="20955">
              <a:solidFill>
                <a:srgbClr val="72B51F"/>
              </a:solidFill>
              <a:prstDash val="dash"/>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-2.387055552628007</c:v>
              </c:pt>
              <c:pt idx="1">
                <c:v>-2.387055552628007</c:v>
              </c:pt>
              <c:pt idx="2">
                <c:v>-2.387055552628007</c:v>
              </c:pt>
              <c:pt idx="3">
                <c:v>-2.387055552628007</c:v>
              </c:pt>
              <c:pt idx="4">
                <c:v>-2.387055552628007</c:v>
              </c:pt>
              <c:pt idx="5">
                <c:v>-2.387055552628007</c:v>
              </c:pt>
              <c:pt idx="6">
                <c:v>-2.387055552628007</c:v>
              </c:pt>
              <c:pt idx="7">
                <c:v>-2.387055552628007</c:v>
              </c:pt>
              <c:pt idx="8">
                <c:v>-2.387055552628007</c:v>
              </c:pt>
              <c:pt idx="9">
                <c:v>-2.387055552628007</c:v>
              </c:pt>
              <c:pt idx="10">
                <c:v>-2.387055552628007</c:v>
              </c:pt>
              <c:pt idx="11">
                <c:v>-2.387055552628007</c:v>
              </c:pt>
              <c:pt idx="12">
                <c:v>-2.387055552628007</c:v>
              </c:pt>
              <c:pt idx="13">
                <c:v>-2.387055552628007</c:v>
              </c:pt>
              <c:pt idx="14">
                <c:v>-2.387055552628007</c:v>
              </c:pt>
              <c:pt idx="15">
                <c:v>-2.387055552628007</c:v>
              </c:pt>
              <c:pt idx="16">
                <c:v>-2.387055552628007</c:v>
              </c:pt>
              <c:pt idx="17">
                <c:v>-2.387055552628007</c:v>
              </c:pt>
              <c:pt idx="18">
                <c:v>-2.387055552628007</c:v>
              </c:pt>
              <c:pt idx="19">
                <c:v>-2.387055552628007</c:v>
              </c:pt>
              <c:pt idx="20">
                <c:v>-2.387055552628007</c:v>
              </c:pt>
              <c:pt idx="21">
                <c:v>-2.387055552628007</c:v>
              </c:pt>
              <c:pt idx="22">
                <c:v>-2.387055552628007</c:v>
              </c:pt>
              <c:pt idx="23">
                <c:v>-2.387055552628007</c:v>
              </c:pt>
              <c:pt idx="24">
                <c:v>-2.387055552628007</c:v>
              </c:pt>
              <c:pt idx="25">
                <c:v>-2.3717584674867385</c:v>
              </c:pt>
              <c:pt idx="26">
                <c:v>-2.33330287968797</c:v>
              </c:pt>
              <c:pt idx="27">
                <c:v>-2.2948472918892007</c:v>
              </c:pt>
              <c:pt idx="28">
                <c:v>-2.256391704090432</c:v>
              </c:pt>
              <c:pt idx="29">
                <c:v>-2.217936116291663</c:v>
              </c:pt>
              <c:pt idx="30">
                <c:v>-2.1794805284928938</c:v>
              </c:pt>
              <c:pt idx="31">
                <c:v>-2.141024940694125</c:v>
              </c:pt>
              <c:pt idx="32">
                <c:v>-2.1037763856120972</c:v>
              </c:pt>
              <c:pt idx="33">
                <c:v>-2.067790414553542</c:v>
              </c:pt>
              <c:pt idx="34">
                <c:v>-2.0318044434949867</c:v>
              </c:pt>
              <c:pt idx="35">
                <c:v>-1.9957655717417273</c:v>
              </c:pt>
              <c:pt idx="36">
                <c:v>-1.9595880951039062</c:v>
              </c:pt>
              <c:pt idx="37">
                <c:v>-1.9233384111431466</c:v>
              </c:pt>
              <c:pt idx="38">
                <c:v>-1.8867102155532764</c:v>
              </c:pt>
              <c:pt idx="39">
                <c:v>-1.8497202693014498</c:v>
              </c:pt>
              <c:pt idx="40">
                <c:v>-1.812852954736933</c:v>
              </c:pt>
              <c:pt idx="41">
                <c:v>-1.7764172464485575</c:v>
              </c:pt>
              <c:pt idx="42">
                <c:v>-1.739005621914593</c:v>
              </c:pt>
              <c:pt idx="43">
                <c:v>-1.7012751144242015</c:v>
              </c:pt>
              <c:pt idx="44">
                <c:v>-1.664306471194317</c:v>
              </c:pt>
              <c:pt idx="45">
                <c:v>-1.6267741259276811</c:v>
              </c:pt>
              <c:pt idx="46">
                <c:v>-1.5899316151353777</c:v>
              </c:pt>
              <c:pt idx="47">
                <c:v>-1.5537067374052547</c:v>
              </c:pt>
              <c:pt idx="48">
                <c:v>-1.5170473447576234</c:v>
              </c:pt>
              <c:pt idx="49">
                <c:v>-1.48219577849916</c:v>
              </c:pt>
              <c:pt idx="50">
                <c:v>-1.4488344816226248</c:v>
              </c:pt>
              <c:pt idx="51">
                <c:v>-1.4170532992819749</c:v>
              </c:pt>
              <c:pt idx="52">
                <c:v>-1.3873481491828772</c:v>
              </c:pt>
              <c:pt idx="53">
                <c:v>-1.3603339451452177</c:v>
              </c:pt>
              <c:pt idx="54">
                <c:v>-1.3371573165810677</c:v>
              </c:pt>
              <c:pt idx="55">
                <c:v>-1.3175770582178676</c:v>
              </c:pt>
              <c:pt idx="56">
                <c:v>-1.3057017954839638</c:v>
              </c:pt>
              <c:pt idx="57">
                <c:v>-1.3042310977077034</c:v>
              </c:pt>
              <c:pt idx="58">
                <c:v>-1.317940789408682</c:v>
              </c:pt>
              <c:pt idx="59">
                <c:v>-1.3517447282382757</c:v>
              </c:pt>
              <c:pt idx="60">
                <c:v>-1.4068916762938484</c:v>
              </c:pt>
              <c:pt idx="61">
                <c:v>-1.4919073540366468</c:v>
              </c:pt>
              <c:pt idx="62">
                <c:v>-1.6037867730591169</c:v>
              </c:pt>
              <c:pt idx="63">
                <c:v>-1.7461110648091571</c:v>
              </c:pt>
              <c:pt idx="64">
                <c:v>-1.9137051730846741</c:v>
              </c:pt>
              <c:pt idx="65">
                <c:v>-2.10363265261988</c:v>
              </c:pt>
              <c:pt idx="66">
                <c:v>-2.3180785547465286</c:v>
              </c:pt>
              <c:pt idx="67">
                <c:v>-2.559076045775087</c:v>
              </c:pt>
              <c:pt idx="68">
                <c:v>-2.8215706117421773</c:v>
              </c:pt>
              <c:pt idx="69">
                <c:v>-3.1055326818579334</c:v>
              </c:pt>
              <c:pt idx="70">
                <c:v>-3.4173216777786504</c:v>
              </c:pt>
              <c:pt idx="71">
                <c:v>-3.7611245487205074</c:v>
              </c:pt>
            </c:numLit>
          </c:yVal>
        </c:ser>
        <c:ser>
          <c:idx val="2"/>
          <c:order val="2"/>
          <c:tx>
            <c:v>propagator P1</c:v>
          </c:tx>
          <c:spPr>
            <a:ln xmlns:a="http://schemas.openxmlformats.org/drawingml/2006/main" w="20955">
              <a:solidFill>
                <a:srgbClr val="00AFA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-3.2162617477541002</c:v>
              </c:pt>
              <c:pt idx="1">
                <c:v>-3.1809840497202004</c:v>
              </c:pt>
              <c:pt idx="2">
                <c:v>-3.1459764795901357</c:v>
              </c:pt>
              <c:pt idx="3">
                <c:v>-3.111095434922535</c:v>
              </c:pt>
              <c:pt idx="4">
                <c:v>-3.076214390254935</c:v>
              </c:pt>
              <c:pt idx="5">
                <c:v>-3.041333345587334</c:v>
              </c:pt>
              <c:pt idx="6">
                <c:v>-3.0065225678121585</c:v>
              </c:pt>
              <c:pt idx="7">
                <c:v>-2.9717653019336443</c:v>
              </c:pt>
              <c:pt idx="8">
                <c:v>-2.9370080360551296</c:v>
              </c:pt>
              <c:pt idx="9">
                <c:v>-2.9022582397316063</c:v>
              </c:pt>
              <c:pt idx="10">
                <c:v>-2.8675173748165714</c:v>
              </c:pt>
              <c:pt idx="11">
                <c:v>-2.832776509901536</c:v>
              </c:pt>
              <c:pt idx="12">
                <c:v>-2.7980087108128697</c:v>
              </c:pt>
              <c:pt idx="13">
                <c:v>-2.7632396543046163</c:v>
              </c:pt>
              <c:pt idx="14">
                <c:v>-2.7285449936211967</c:v>
              </c:pt>
              <c:pt idx="15">
                <c:v>-2.6938624927161143</c:v>
              </c:pt>
              <c:pt idx="16">
                <c:v>-2.659189461773215</c:v>
              </c:pt>
              <c:pt idx="17">
                <c:v>-2.624455362632733</c:v>
              </c:pt>
              <c:pt idx="18">
                <c:v>-2.589646379870489</c:v>
              </c:pt>
              <c:pt idx="19">
                <c:v>-2.554713668201681</c:v>
              </c:pt>
              <c:pt idx="20">
                <c:v>-2.519986024728323</c:v>
              </c:pt>
              <c:pt idx="21">
                <c:v>-2.485246576993128</c:v>
              </c:pt>
              <c:pt idx="22">
                <c:v>-2.4503291346372844</c:v>
              </c:pt>
              <c:pt idx="23">
                <c:v>-2.4154083896860796</c:v>
              </c:pt>
              <c:pt idx="24">
                <c:v>-2.3805648609017505</c:v>
              </c:pt>
              <c:pt idx="25">
                <c:v>-2.3454291215032037</c:v>
              </c:pt>
              <c:pt idx="26">
                <c:v>-2.310483089166628</c:v>
              </c:pt>
              <c:pt idx="27">
                <c:v>-2.275370268134439</c:v>
              </c:pt>
              <c:pt idx="28">
                <c:v>-2.240177102700042</c:v>
              </c:pt>
              <c:pt idx="29">
                <c:v>-2.2049649916893372</c:v>
              </c:pt>
              <c:pt idx="30">
                <c:v>-2.169618794829044</c:v>
              </c:pt>
              <c:pt idx="31">
                <c:v>-2.1341863313032374</c:v>
              </c:pt>
              <c:pt idx="32">
                <c:v>-2.0986339703227728</c:v>
              </c:pt>
              <c:pt idx="33">
                <c:v>-2.063066093937682</c:v>
              </c:pt>
              <c:pt idx="34">
                <c:v>-2.027284254678892</c:v>
              </c:pt>
              <c:pt idx="35">
                <c:v>-1.9914375831756157</c:v>
              </c:pt>
              <c:pt idx="36">
                <c:v>-1.9554140560070576</c:v>
              </c:pt>
              <c:pt idx="37">
                <c:v>-1.9192178897520031</c:v>
              </c:pt>
              <c:pt idx="38">
                <c:v>-1.882922833962445</c:v>
              </c:pt>
              <c:pt idx="39">
                <c:v>-1.8464021707739107</c:v>
              </c:pt>
              <c:pt idx="40">
                <c:v>-1.8096823384826954</c:v>
              </c:pt>
              <c:pt idx="41">
                <c:v>-1.7726578701478402</c:v>
              </c:pt>
              <c:pt idx="42">
                <c:v>-1.735387187340297</c:v>
              </c:pt>
              <c:pt idx="43">
                <c:v>-1.6980847186454566</c:v>
              </c:pt>
              <c:pt idx="44">
                <c:v>-1.6607096525133462</c:v>
              </c:pt>
              <c:pt idx="45">
                <c:v>-1.6234408099118836</c:v>
              </c:pt>
              <c:pt idx="46">
                <c:v>-1.5863668087578495</c:v>
              </c:pt>
              <c:pt idx="47">
                <c:v>-1.5497549911457682</c:v>
              </c:pt>
              <c:pt idx="48">
                <c:v>-1.5138354370517684</c:v>
              </c:pt>
              <c:pt idx="49">
                <c:v>-1.4789623298345729</c:v>
              </c:pt>
              <c:pt idx="50">
                <c:v>-1.44542707693196</c:v>
              </c:pt>
              <c:pt idx="51">
                <c:v>-1.4137345700010993</c:v>
              </c:pt>
              <c:pt idx="52">
                <c:v>-1.3842164676730924</c:v>
              </c:pt>
              <c:pt idx="53">
                <c:v>-1.3574651921002558</c:v>
              </c:pt>
              <c:pt idx="54">
                <c:v>-1.3342793155915602</c:v>
              </c:pt>
              <c:pt idx="55">
                <c:v>-1.3157774369342923</c:v>
              </c:pt>
              <c:pt idx="56">
                <c:v>-1.3038466312299104</c:v>
              </c:pt>
              <c:pt idx="57">
                <c:v>-1.3026968505174117</c:v>
              </c:pt>
              <c:pt idx="58">
                <c:v>-1.317364429661383</c:v>
              </c:pt>
              <c:pt idx="59">
                <c:v>-1.351304365473322</c:v>
              </c:pt>
              <c:pt idx="60">
                <c:v>-1.4072558574005212</c:v>
              </c:pt>
              <c:pt idx="61">
                <c:v>-1.49302266520078</c:v>
              </c:pt>
              <c:pt idx="62">
                <c:v>-1.6049044872791538</c:v>
              </c:pt>
              <c:pt idx="63">
                <c:v>-1.7476662771071567</c:v>
              </c:pt>
              <c:pt idx="64">
                <c:v>-1.9164260310986327</c:v>
              </c:pt>
              <c:pt idx="65">
                <c:v>-2.1074621027461395</c:v>
              </c:pt>
              <c:pt idx="66">
                <c:v>-2.322596121638997</c:v>
              </c:pt>
              <c:pt idx="67">
                <c:v>-2.564879275215265</c:v>
              </c:pt>
              <c:pt idx="68">
                <c:v>-2.8293063402895404</c:v>
              </c:pt>
              <c:pt idx="69">
                <c:v>-3.1141253984464567</c:v>
              </c:pt>
              <c:pt idx="70">
                <c:v>-3.4285190273542288</c:v>
              </c:pt>
              <c:pt idx="71">
                <c:v>-3.7734462654854095</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8"/>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1.9"/>
          <c:min val="-3"/>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2500 Td</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A6D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-3.3455750198403797</c:v>
              </c:pt>
              <c:pt idx="1">
                <c:v>-3.3455750198403797</c:v>
              </c:pt>
              <c:pt idx="2">
                <c:v>-3.3455750198403797</c:v>
              </c:pt>
              <c:pt idx="3">
                <c:v>-3.3432181447657143</c:v>
              </c:pt>
              <c:pt idx="4">
                <c:v>-3.323702271128843</c:v>
              </c:pt>
              <c:pt idx="5">
                <c:v>-3.3041863974919714</c:v>
              </c:pt>
              <c:pt idx="6">
                <c:v>-3.2846705238550995</c:v>
              </c:pt>
              <c:pt idx="7">
                <c:v>-3.265154650218228</c:v>
              </c:pt>
              <c:pt idx="8">
                <c:v>-3.2456387765813566</c:v>
              </c:pt>
              <c:pt idx="9">
                <c:v>-3.2261229029444847</c:v>
              </c:pt>
              <c:pt idx="10">
                <c:v>-3.206607029307613</c:v>
              </c:pt>
              <c:pt idx="11">
                <c:v>-3.1870911556707417</c:v>
              </c:pt>
              <c:pt idx="12">
                <c:v>-3.16757528203387</c:v>
              </c:pt>
              <c:pt idx="13">
                <c:v>-3.1480594083969984</c:v>
              </c:pt>
              <c:pt idx="14">
                <c:v>-3.128543534760127</c:v>
              </c:pt>
              <c:pt idx="15">
                <c:v>-3.0910560088453516</c:v>
              </c:pt>
              <c:pt idx="16">
                <c:v>-3.0533255252382285</c:v>
              </c:pt>
              <c:pt idx="17">
                <c:v>-3.015595041631105</c:v>
              </c:pt>
              <c:pt idx="18">
                <c:v>-2.977864558023982</c:v>
              </c:pt>
              <c:pt idx="19">
                <c:v>-2.940134074416859</c:v>
              </c:pt>
              <c:pt idx="20">
                <c:v>-2.902403590809736</c:v>
              </c:pt>
              <c:pt idx="21">
                <c:v>-2.864947950171649</c:v>
              </c:pt>
              <c:pt idx="22">
                <c:v>-2.8294528418174614</c:v>
              </c:pt>
              <c:pt idx="23">
                <c:v>-2.793957733463274</c:v>
              </c:pt>
              <c:pt idx="24">
                <c:v>-2.7584626251090865</c:v>
              </c:pt>
              <c:pt idx="25">
                <c:v>-2.722967516754899</c:v>
              </c:pt>
              <c:pt idx="26">
                <c:v>-2.6877126834120437</c:v>
              </c:pt>
              <c:pt idx="27">
                <c:v>-2.6527689212291072</c:v>
              </c:pt>
              <c:pt idx="28">
                <c:v>-2.6178251590461707</c:v>
              </c:pt>
              <c:pt idx="29">
                <c:v>-2.5828813968632343</c:v>
              </c:pt>
              <c:pt idx="30">
                <c:v>-2.5480843512031304</c:v>
              </c:pt>
              <c:pt idx="31">
                <c:v>-2.5132920791727575</c:v>
              </c:pt>
              <c:pt idx="32">
                <c:v>-2.4785126740183223</c:v>
              </c:pt>
              <c:pt idx="33">
                <c:v>-2.4437756188699655</c:v>
              </c:pt>
              <c:pt idx="34">
                <c:v>-2.4090385637216083</c:v>
              </c:pt>
              <c:pt idx="35">
                <c:v>-2.3743176806610533</c:v>
              </c:pt>
              <c:pt idx="36">
                <c:v>-2.3395978402350397</c:v>
              </c:pt>
              <c:pt idx="37">
                <c:v>-2.304888201775597</c:v>
              </c:pt>
              <c:pt idx="38">
                <c:v>-2.2701957368322</c:v>
              </c:pt>
              <c:pt idx="39">
                <c:v>-2.2355290893144146</c:v>
              </c:pt>
              <c:pt idx="40">
                <c:v>-2.2008463116032355</c:v>
              </c:pt>
              <c:pt idx="41">
                <c:v>-2.1661661342710246</c:v>
              </c:pt>
              <c:pt idx="42">
                <c:v>-2.1315000141549523</c:v>
              </c:pt>
              <c:pt idx="43">
                <c:v>-2.096842497153731</c:v>
              </c:pt>
              <c:pt idx="44">
                <c:v>-2.0621978823306124</c:v>
              </c:pt>
              <c:pt idx="45">
                <c:v>-2.0275964266532305</c:v>
              </c:pt>
              <c:pt idx="46">
                <c:v>-1.9930324565056103</c:v>
              </c:pt>
              <c:pt idx="47">
                <c:v>-1.9585385985768382</c:v>
              </c:pt>
              <c:pt idx="48">
                <c:v>-1.9241481157683125</c:v>
              </c:pt>
              <c:pt idx="49">
                <c:v>-1.8898966109180109</c:v>
              </c:pt>
              <c:pt idx="50">
                <c:v>-1.8558984265473675</c:v>
              </c:pt>
              <c:pt idx="51">
                <c:v>-1.8222461703303283</c:v>
              </c:pt>
              <c:pt idx="52">
                <c:v>-1.789118423185533</c:v>
              </c:pt>
              <c:pt idx="53">
                <c:v>-1.7568505319245205</c:v>
              </c:pt>
              <c:pt idx="54">
                <c:v>-1.7257646081242148</c:v>
              </c:pt>
              <c:pt idx="55">
                <c:v>-1.696469772102482</c:v>
              </c:pt>
              <c:pt idx="56">
                <c:v>-1.6702855282827571</c:v>
              </c:pt>
              <c:pt idx="57">
                <c:v>-1.6491157323746746</c:v>
              </c:pt>
              <c:pt idx="58">
                <c:v>-1.6356947156920163</c:v>
              </c:pt>
              <c:pt idx="59">
                <c:v>-1.631427812542012</c:v>
              </c:pt>
              <c:pt idx="60">
                <c:v>-1.6373965177942291</c:v>
              </c:pt>
              <c:pt idx="61">
                <c:v>-1.6541361859104955</c:v>
              </c:pt>
              <c:pt idx="62">
                <c:v>-1.6806203111490317</c:v>
              </c:pt>
              <c:pt idx="63">
                <c:v>-1.71899109223717</c:v>
              </c:pt>
              <c:pt idx="64">
                <c:v>-1.7697070747739811</c:v>
              </c:pt>
              <c:pt idx="65">
                <c:v>-1.833928814386308</c:v>
              </c:pt>
              <c:pt idx="66">
                <c:v>-1.9150040167958366</c:v>
              </c:pt>
              <c:pt idx="67">
                <c:v>-2.01444176184007</c:v>
              </c:pt>
              <c:pt idx="68">
                <c:v>-2.1295784762919228</c:v>
              </c:pt>
              <c:pt idx="69">
                <c:v>-2.2621168717858087</c:v>
              </c:pt>
              <c:pt idx="70">
                <c:v>-2.4164677327093633</c:v>
              </c:pt>
              <c:pt idx="71">
                <c:v>-2.592436881186987</c:v>
              </c:pt>
            </c:numLit>
          </c:yVal>
        </c:ser>
        <c:ser>
          <c:idx val="1"/>
          <c:order val="1"/>
          <c:tx>
            <c:v>Monte Carlo</c:v>
          </c:tx>
          <c:spPr>
            <a:ln xmlns:a="http://schemas.openxmlformats.org/drawingml/2006/main" w="20955">
              <a:solidFill>
                <a:srgbClr val="72B51F"/>
              </a:solidFill>
              <a:prstDash val="dash"/>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-2.7821865423165377</c:v>
              </c:pt>
              <c:pt idx="1">
                <c:v>-2.7821865423165377</c:v>
              </c:pt>
              <c:pt idx="2">
                <c:v>-2.7821865423165377</c:v>
              </c:pt>
              <c:pt idx="3">
                <c:v>-2.7821865423165377</c:v>
              </c:pt>
              <c:pt idx="4">
                <c:v>-2.7821865423165377</c:v>
              </c:pt>
              <c:pt idx="5">
                <c:v>-2.7821865423165377</c:v>
              </c:pt>
              <c:pt idx="6">
                <c:v>-2.7821865423165377</c:v>
              </c:pt>
              <c:pt idx="7">
                <c:v>-2.7821865423165377</c:v>
              </c:pt>
              <c:pt idx="8">
                <c:v>-2.7821865423165377</c:v>
              </c:pt>
              <c:pt idx="9">
                <c:v>-2.7821865423165377</c:v>
              </c:pt>
              <c:pt idx="10">
                <c:v>-2.7821865423165377</c:v>
              </c:pt>
              <c:pt idx="11">
                <c:v>-2.7821865423165377</c:v>
              </c:pt>
              <c:pt idx="12">
                <c:v>-2.7821865423165377</c:v>
              </c:pt>
              <c:pt idx="13">
                <c:v>-2.7821865423165377</c:v>
              </c:pt>
              <c:pt idx="14">
                <c:v>-2.7821865423165377</c:v>
              </c:pt>
              <c:pt idx="15">
                <c:v>-2.7821865423165377</c:v>
              </c:pt>
              <c:pt idx="16">
                <c:v>-2.7821865423165377</c:v>
              </c:pt>
              <c:pt idx="17">
                <c:v>-2.7821865423165377</c:v>
              </c:pt>
              <c:pt idx="18">
                <c:v>-2.7821865423165377</c:v>
              </c:pt>
              <c:pt idx="19">
                <c:v>-2.7821865423165377</c:v>
              </c:pt>
              <c:pt idx="20">
                <c:v>-2.7821865423165377</c:v>
              </c:pt>
              <c:pt idx="21">
                <c:v>-2.7821865423165377</c:v>
              </c:pt>
              <c:pt idx="22">
                <c:v>-2.7821865423165377</c:v>
              </c:pt>
              <c:pt idx="23">
                <c:v>-2.7821865423165377</c:v>
              </c:pt>
              <c:pt idx="24">
                <c:v>-2.7821865423165377</c:v>
              </c:pt>
              <c:pt idx="25">
                <c:v>-2.7670833997417392</c:v>
              </c:pt>
              <c:pt idx="26">
                <c:v>-2.729115367272887</c:v>
              </c:pt>
              <c:pt idx="27">
                <c:v>-2.6911473348040347</c:v>
              </c:pt>
              <c:pt idx="28">
                <c:v>-2.6531793023351824</c:v>
              </c:pt>
              <c:pt idx="29">
                <c:v>-2.6152112698663297</c:v>
              </c:pt>
              <c:pt idx="30">
                <c:v>-2.5772432373974774</c:v>
              </c:pt>
              <c:pt idx="31">
                <c:v>-2.5392752049286247</c:v>
              </c:pt>
              <c:pt idx="32">
                <c:v>-2.502054857438947</c:v>
              </c:pt>
              <c:pt idx="33">
                <c:v>-2.465616605659024</c:v>
              </c:pt>
              <c:pt idx="34">
                <c:v>-2.429178353879101</c:v>
              </c:pt>
              <c:pt idx="35">
                <c:v>-2.3929699370834645</c:v>
              </c:pt>
              <c:pt idx="36">
                <c:v>-2.3573637099498512</c:v>
              </c:pt>
              <c:pt idx="37">
                <c:v>-2.3215211734492676</c:v>
              </c:pt>
              <c:pt idx="38">
                <c:v>-2.284439900490576</c:v>
              </c:pt>
              <c:pt idx="39">
                <c:v>-2.2484215899795887</c:v>
              </c:pt>
              <c:pt idx="40">
                <c:v>-2.2122104919405325</c:v>
              </c:pt>
              <c:pt idx="41">
                <c:v>-2.1741424800670504</c:v>
              </c:pt>
              <c:pt idx="42">
                <c:v>-2.1366443557895245</c:v>
              </c:pt>
              <c:pt idx="43">
                <c:v>-2.09972456348334</c:v>
              </c:pt>
              <c:pt idx="44">
                <c:v>-2.0608996147899843</c:v>
              </c:pt>
              <c:pt idx="45">
                <c:v>-2.022856314472051</c:v>
              </c:pt>
              <c:pt idx="46">
                <c:v>-1.983739971511706</c:v>
              </c:pt>
              <c:pt idx="47">
                <c:v>-1.9449660743498314</c:v>
              </c:pt>
              <c:pt idx="48">
                <c:v>-1.9069340770101226</c:v>
              </c:pt>
              <c:pt idx="49">
                <c:v>-1.868609840725952</c:v>
              </c:pt>
              <c:pt idx="50">
                <c:v>-1.830593670321419</c:v>
              </c:pt>
              <c:pt idx="51">
                <c:v>-1.7934990962357187</c:v>
              </c:pt>
              <c:pt idx="52">
                <c:v>-1.757284723884297</c:v>
              </c:pt>
              <c:pt idx="53">
                <c:v>-1.7232108999761855</c:v>
              </c:pt>
              <c:pt idx="54">
                <c:v>-1.690387757434671</c:v>
              </c:pt>
              <c:pt idx="55">
                <c:v>-1.660185857526863</c:v>
              </c:pt>
              <c:pt idx="56">
                <c:v>-1.6335331569747888</c:v>
              </c:pt>
              <c:pt idx="57">
                <c:v>-1.6133026316445631</c:v>
              </c:pt>
              <c:pt idx="58">
                <c:v>-1.6007398531705976</c:v>
              </c:pt>
              <c:pt idx="59">
                <c:v>-1.5990370845537731</c:v>
              </c:pt>
              <c:pt idx="60">
                <c:v>-1.6100237893663567</c:v>
              </c:pt>
              <c:pt idx="61">
                <c:v>-1.6353407302039795</c:v>
              </c:pt>
              <c:pt idx="62">
                <c:v>-1.6727775821120912</c:v>
              </c:pt>
              <c:pt idx="63">
                <c:v>-1.7252762456465007</c:v>
              </c:pt>
              <c:pt idx="64">
                <c:v>-1.7902041879929556</c:v>
              </c:pt>
              <c:pt idx="65">
                <c:v>-1.8665842486928006</c:v>
              </c:pt>
              <c:pt idx="66">
                <c:v>-1.9553430171876085</c:v>
              </c:pt>
              <c:pt idx="67">
                <c:v>-2.05822151073875</c:v>
              </c:pt>
              <c:pt idx="68">
                <c:v>-2.1750845206945604</c:v>
              </c:pt>
              <c:pt idx="69">
                <c:v>-2.3052611704186687</c:v>
              </c:pt>
              <c:pt idx="70">
                <c:v>-2.451042665223792</c:v>
              </c:pt>
              <c:pt idx="71">
                <c:v>-2.612263342547975</c:v>
              </c:pt>
            </c:numLit>
          </c:yVal>
        </c:ser>
        <c:ser>
          <c:idx val="2"/>
          <c:order val="2"/>
          <c:tx>
            <c:v>propagator P1</c:v>
          </c:tx>
          <c:spPr>
            <a:ln xmlns:a="http://schemas.openxmlformats.org/drawingml/2006/main" w="20955">
              <a:solidFill>
                <a:srgbClr val="00AFA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-3.611817270347017</c:v>
              </c:pt>
              <c:pt idx="1">
                <c:v>-3.5765475089192926</c:v>
              </c:pt>
              <c:pt idx="2">
                <c:v>-3.541546302293475</c:v>
              </c:pt>
              <c:pt idx="3">
                <c:v>-3.506670884303433</c:v>
              </c:pt>
              <c:pt idx="4">
                <c:v>-3.4717954663133908</c:v>
              </c:pt>
              <c:pt idx="5">
                <c:v>-3.436920048323348</c:v>
              </c:pt>
              <c:pt idx="6">
                <c:v>-3.402116372821074</c:v>
              </c:pt>
              <c:pt idx="7">
                <c:v>-3.3673673329581346</c:v>
              </c:pt>
              <c:pt idx="8">
                <c:v>-3.332618293095195</c:v>
              </c:pt>
              <c:pt idx="9">
                <c:v>-3.2978823790578553</c:v>
              </c:pt>
              <c:pt idx="10">
                <c:v>-3.2631621596784064</c:v>
              </c:pt>
              <c:pt idx="11">
                <c:v>-3.228441940298957</c:v>
              </c:pt>
              <c:pt idx="12">
                <c:v>-3.193708132648827</c:v>
              </c:pt>
              <c:pt idx="13">
                <c:v>-3.1589736906314445</c:v>
              </c:pt>
              <c:pt idx="14">
                <c:v>-3.124291955557574</c:v>
              </c:pt>
              <c:pt idx="15">
                <c:v>-3.0896188378822815</c:v>
              </c:pt>
              <c:pt idx="16">
                <c:v>-3.0549524617365282</c:v>
              </c:pt>
              <c:pt idx="17">
                <c:v>-3.0202421993828614</c:v>
              </c:pt>
              <c:pt idx="18">
                <c:v>-2.9854780633160507</c:v>
              </c:pt>
              <c:pt idx="19">
                <c:v>-2.9506245153665183</c:v>
              </c:pt>
              <c:pt idx="20">
                <c:v>-2.9159125545241946</c:v>
              </c:pt>
              <c:pt idx="21">
                <c:v>-2.8811820068450014</c:v>
              </c:pt>
              <c:pt idx="22">
                <c:v>-2.8463203199856557</c:v>
              </c:pt>
              <c:pt idx="23">
                <c:v>-2.811450701878351</c:v>
              </c:pt>
              <c:pt idx="24">
                <c:v>-2.776628948923027</c:v>
              </c:pt>
              <c:pt idx="25">
                <c:v>-2.741592794467826</c:v>
              </c:pt>
              <c:pt idx="26">
                <c:v>-2.706668746467285</c:v>
              </c:pt>
              <c:pt idx="27">
                <c:v>-2.6716152064467287</c:v>
              </c:pt>
              <c:pt idx="28">
                <c:v>-2.6364938925794545</c:v>
              </c:pt>
              <c:pt idx="29">
                <c:v>-2.6013292399752044</c:v>
              </c:pt>
              <c:pt idx="30">
                <c:v>-2.566050713489938</c:v>
              </c:pt>
              <c:pt idx="31">
                <c:v>-2.5306883636059223</c:v>
              </c:pt>
              <c:pt idx="32">
                <c:v>-2.4952066664867445</c:v>
              </c:pt>
              <c:pt idx="33">
                <c:v>-2.4596759417462755</c:v>
              </c:pt>
              <c:pt idx="34">
                <c:v>-2.4239460999926683</c:v>
              </c:pt>
              <c:pt idx="35">
                <c:v>-2.3881114024562797</c:v>
              </c:pt>
              <c:pt idx="36">
                <c:v>-2.3521001522150344</c:v>
              </c:pt>
              <c:pt idx="37">
                <c:v>-2.315883985407231</c:v>
              </c:pt>
              <c:pt idx="38">
                <c:v>-2.2795035638403585</c:v>
              </c:pt>
              <c:pt idx="39">
                <c:v>-2.2428700219630913</c:v>
              </c:pt>
              <c:pt idx="40">
                <c:v>-2.205952753100549</c:v>
              </c:pt>
              <c:pt idx="41">
                <c:v>-2.168676390872734</c:v>
              </c:pt>
              <c:pt idx="42">
                <c:v>-2.1310348974973716</c:v>
              </c:pt>
              <c:pt idx="43">
                <c:v>-2.0931621135862595</c:v>
              </c:pt>
              <c:pt idx="44">
                <c:v>-2.0549878016892587</c:v>
              </c:pt>
              <c:pt idx="45">
                <c:v>-2.0166020346616524</c:v>
              </c:pt>
              <c:pt idx="46">
                <c:v>-1.9780145189612535</c:v>
              </c:pt>
              <c:pt idx="47">
                <c:v>-1.9393976124088383</c:v>
              </c:pt>
              <c:pt idx="48">
                <c:v>-1.900859222644995</c:v>
              </c:pt>
              <c:pt idx="49">
                <c:v>-1.8626375667575</c:v>
              </c:pt>
              <c:pt idx="50">
                <c:v>-1.8248954340634578</c:v>
              </c:pt>
              <c:pt idx="51">
                <c:v>-1.787969618695902</c:v>
              </c:pt>
              <c:pt idx="52">
                <c:v>-1.7520963360399227</c:v>
              </c:pt>
              <c:pt idx="53">
                <c:v>-1.7176569021723465</c:v>
              </c:pt>
              <c:pt idx="54">
                <c:v>-1.685224411836657</c:v>
              </c:pt>
              <c:pt idx="55">
                <c:v>-1.6553996290479023</c:v>
              </c:pt>
              <c:pt idx="56">
                <c:v>-1.6293184953119804</c:v>
              </c:pt>
              <c:pt idx="57">
                <c:v>-1.609268988247299</c:v>
              </c:pt>
              <c:pt idx="58">
                <c:v>-1.5975687530118532</c:v>
              </c:pt>
              <c:pt idx="59">
                <c:v>-1.5964620634155486</c:v>
              </c:pt>
              <c:pt idx="60">
                <c:v>-1.607390612667194</c:v>
              </c:pt>
              <c:pt idx="61">
                <c:v>-1.632882245310356</c:v>
              </c:pt>
              <c:pt idx="62">
                <c:v>-1.6710789210518784</c:v>
              </c:pt>
              <c:pt idx="63">
                <c:v>-1.7241816754039387</c:v>
              </c:pt>
              <c:pt idx="64">
                <c:v>-1.7898983208901649</c:v>
              </c:pt>
              <c:pt idx="65">
                <c:v>-1.8668837944845944</c:v>
              </c:pt>
              <c:pt idx="66">
                <c:v>-1.956390106154929</c:v>
              </c:pt>
              <c:pt idx="67">
                <c:v>-2.060221199917644</c:v>
              </c:pt>
              <c:pt idx="68">
                <c:v>-2.177943396652024</c:v>
              </c:pt>
              <c:pt idx="69">
                <c:v>-2.3088072767704997</c:v>
              </c:pt>
              <c:pt idx="70">
                <c:v>-2.4557516105800854</c:v>
              </c:pt>
              <c:pt idx="71">
                <c:v>-2.618510712132231</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8"/>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1.9"/>
          <c:min val="-3"/>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Total variation distance vs E/N</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Marker"/>
        <c:ser>
          <c:idx val="0"/>
          <c:order val="0"/>
          <c:tx>
            <c:v>MC−2T</c:v>
          </c:tx>
          <c:spPr>
            <a:ln xmlns:a="http://schemas.openxmlformats.org/drawingml/2006/main" w="23813">
              <a:solidFill>
                <a:srgbClr val="B87900"/>
              </a:solidFill>
              <a:prstDash val="solid"/>
            </a:ln>
          </c:spPr>
          <c:marker>
            <c:symbol val="circle"/>
            <c:size val="5"/>
            <c:spPr>
              <a:solidFill xmlns:a="http://schemas.openxmlformats.org/drawingml/2006/main">
                <a:srgbClr val="B87900"/>
              </a:solidFill>
            </c:spPr>
          </c:marker>
          <c:xVal>
            <c:numLit>
              <c:formatCode>General</c:formatCode>
              <c:ptCount val="13"/>
              <c:pt idx="0">
                <c:v>0</c:v>
              </c:pt>
              <c:pt idx="1">
                <c:v>0.3010299956639812</c:v>
              </c:pt>
              <c:pt idx="2">
                <c:v>0.47712125471966244</c:v>
              </c:pt>
              <c:pt idx="3">
                <c:v>0.6989700043360189</c:v>
              </c:pt>
              <c:pt idx="4">
                <c:v>1</c:v>
              </c:pt>
              <c:pt idx="5">
                <c:v>1.3010299956639813</c:v>
              </c:pt>
              <c:pt idx="6">
                <c:v>1.4771212547196624</c:v>
              </c:pt>
              <c:pt idx="7">
                <c:v>1.6989700043360187</c:v>
              </c:pt>
              <c:pt idx="8">
                <c:v>2</c:v>
              </c:pt>
              <c:pt idx="9">
                <c:v>2.4771212547196626</c:v>
              </c:pt>
              <c:pt idx="10">
                <c:v>3</c:v>
              </c:pt>
              <c:pt idx="11">
                <c:v>3.1760912590556813</c:v>
              </c:pt>
              <c:pt idx="12">
                <c:v>3.3979400086720375</c:v>
              </c:pt>
            </c:numLit>
          </c:xVal>
          <c:yVal>
            <c:numLit>
              <c:formatCode>General</c:formatCode>
              <c:ptCount val="13"/>
              <c:pt idx="0">
                <c:v>1.0923891699801611</c:v>
              </c:pt>
              <c:pt idx="1">
                <c:v>1.4923336284255069</c:v>
              </c:pt>
              <c:pt idx="2">
                <c:v>1.0832731028323002</c:v>
              </c:pt>
              <c:pt idx="3">
                <c:v>0.6396028093352093</c:v>
              </c:pt>
              <c:pt idx="4">
                <c:v>0.47203241490027914</c:v>
              </c:pt>
              <c:pt idx="5">
                <c:v>0.3531246382100309</c:v>
              </c:pt>
              <c:pt idx="6">
                <c:v>0.3213762978263046</c:v>
              </c:pt>
              <c:pt idx="7">
                <c:v>0.30049719560364924</c:v>
              </c:pt>
              <c:pt idx="8">
                <c:v>0.3403891833211323</c:v>
              </c:pt>
              <c:pt idx="9">
                <c:v>0.6328299487023001</c:v>
              </c:pt>
              <c:pt idx="10">
                <c:v>1.6810015557976135</c:v>
              </c:pt>
              <c:pt idx="11">
                <c:v>2.5822815639463457</c:v>
              </c:pt>
              <c:pt idx="12">
                <c:v>3.8120681142836608</c:v>
              </c:pt>
            </c:numLit>
          </c:yVal>
        </c:ser>
        <c:ser>
          <c:idx val="1"/>
          <c:order val="1"/>
          <c:tx>
            <c:v>Prop−2T</c:v>
          </c:tx>
          <c:spPr>
            <a:ln xmlns:a="http://schemas.openxmlformats.org/drawingml/2006/main" w="23813">
              <a:solidFill>
                <a:srgbClr val="72B51F"/>
              </a:solidFill>
              <a:prstDash val="solid"/>
            </a:ln>
          </c:spPr>
          <c:marker>
            <c:symbol val="circle"/>
            <c:size val="5"/>
            <c:spPr>
              <a:solidFill xmlns:a="http://schemas.openxmlformats.org/drawingml/2006/main">
                <a:srgbClr val="72B51F"/>
              </a:solidFill>
            </c:spPr>
          </c:marker>
          <c:xVal>
            <c:numLit>
              <c:formatCode>General</c:formatCode>
              <c:ptCount val="13"/>
              <c:pt idx="0">
                <c:v>0</c:v>
              </c:pt>
              <c:pt idx="1">
                <c:v>0.3010299956639812</c:v>
              </c:pt>
              <c:pt idx="2">
                <c:v>0.47712125471966244</c:v>
              </c:pt>
              <c:pt idx="3">
                <c:v>0.6989700043360189</c:v>
              </c:pt>
              <c:pt idx="4">
                <c:v>1</c:v>
              </c:pt>
              <c:pt idx="5">
                <c:v>1.3010299956639813</c:v>
              </c:pt>
              <c:pt idx="6">
                <c:v>1.4771212547196624</c:v>
              </c:pt>
              <c:pt idx="7">
                <c:v>1.6989700043360187</c:v>
              </c:pt>
              <c:pt idx="8">
                <c:v>2</c:v>
              </c:pt>
              <c:pt idx="9">
                <c:v>2.4771212547196626</c:v>
              </c:pt>
              <c:pt idx="10">
                <c:v>3</c:v>
              </c:pt>
              <c:pt idx="11">
                <c:v>3.1760912590556813</c:v>
              </c:pt>
              <c:pt idx="12">
                <c:v>3.3979400086720375</c:v>
              </c:pt>
            </c:numLit>
          </c:xVal>
          <c:yVal>
            <c:numLit>
              <c:formatCode>General</c:formatCode>
              <c:ptCount val="13"/>
              <c:pt idx="0">
                <c:v>0.7122624913601868</c:v>
              </c:pt>
              <c:pt idx="1">
                <c:v>0.7010047949077761</c:v>
              </c:pt>
              <c:pt idx="2">
                <c:v>0.6687035797281734</c:v>
              </c:pt>
              <c:pt idx="3">
                <c:v>0.5209397244725444</c:v>
              </c:pt>
              <c:pt idx="4">
                <c:v>0.3980914062023626</c:v>
              </c:pt>
              <c:pt idx="5">
                <c:v>0.3523279617549641</c:v>
              </c:pt>
              <c:pt idx="6">
                <c:v>0.3527484144051792</c:v>
              </c:pt>
              <c:pt idx="7">
                <c:v>0.36680496198604157</c:v>
              </c:pt>
              <c:pt idx="8">
                <c:v>0.4367173323195156</c:v>
              </c:pt>
              <c:pt idx="9">
                <c:v>0.7475762367365317</c:v>
              </c:pt>
              <c:pt idx="10">
                <c:v>1.7970019175295966</c:v>
              </c:pt>
              <c:pt idx="11">
                <c:v>2.69928884003993</c:v>
              </c:pt>
              <c:pt idx="12">
                <c:v>3.9424578361433316</c:v>
              </c:pt>
            </c:numLit>
          </c:yVal>
        </c:ser>
        <c:ser>
          <c:idx val="2"/>
          <c:order val="2"/>
          <c:tx>
            <c:v>MC−Prop</c:v>
          </c:tx>
          <c:spPr>
            <a:ln xmlns:a="http://schemas.openxmlformats.org/drawingml/2006/main" w="23813">
              <a:solidFill>
                <a:srgbClr val="8233A6"/>
              </a:solidFill>
              <a:prstDash val="solid"/>
            </a:ln>
          </c:spPr>
          <c:marker>
            <c:symbol val="circle"/>
            <c:size val="5"/>
            <c:spPr>
              <a:solidFill xmlns:a="http://schemas.openxmlformats.org/drawingml/2006/main">
                <a:srgbClr val="8233A6"/>
              </a:solidFill>
            </c:spPr>
          </c:marker>
          <c:xVal>
            <c:numLit>
              <c:formatCode>General</c:formatCode>
              <c:ptCount val="13"/>
              <c:pt idx="0">
                <c:v>0</c:v>
              </c:pt>
              <c:pt idx="1">
                <c:v>0.3010299956639812</c:v>
              </c:pt>
              <c:pt idx="2">
                <c:v>0.47712125471966244</c:v>
              </c:pt>
              <c:pt idx="3">
                <c:v>0.6989700043360189</c:v>
              </c:pt>
              <c:pt idx="4">
                <c:v>1</c:v>
              </c:pt>
              <c:pt idx="5">
                <c:v>1.3010299956639813</c:v>
              </c:pt>
              <c:pt idx="6">
                <c:v>1.4771212547196624</c:v>
              </c:pt>
              <c:pt idx="7">
                <c:v>1.6989700043360187</c:v>
              </c:pt>
              <c:pt idx="8">
                <c:v>2</c:v>
              </c:pt>
              <c:pt idx="9">
                <c:v>2.4771212547196626</c:v>
              </c:pt>
              <c:pt idx="10">
                <c:v>3</c:v>
              </c:pt>
              <c:pt idx="11">
                <c:v>3.1760912590556813</c:v>
              </c:pt>
              <c:pt idx="12">
                <c:v>3.3979400086720375</c:v>
              </c:pt>
            </c:numLit>
          </c:xVal>
          <c:yVal>
            <c:numLit>
              <c:formatCode>General</c:formatCode>
              <c:ptCount val="13"/>
              <c:pt idx="0">
                <c:v>1.3804929560993302</c:v>
              </c:pt>
              <c:pt idx="1">
                <c:v>1.8649282005736245</c:v>
              </c:pt>
              <c:pt idx="2">
                <c:v>1.3560368782718335</c:v>
              </c:pt>
              <c:pt idx="3">
                <c:v>0.6450895128188424</c:v>
              </c:pt>
              <c:pt idx="4">
                <c:v>0.6044665243956545</c:v>
              </c:pt>
              <c:pt idx="5">
                <c:v>0.4585059595019256</c:v>
              </c:pt>
              <c:pt idx="6">
                <c:v>0.44871743642787043</c:v>
              </c:pt>
              <c:pt idx="7">
                <c:v>0.43937577253626336</c:v>
              </c:pt>
              <c:pt idx="8">
                <c:v>0.40580055027413103</c:v>
              </c:pt>
              <c:pt idx="9">
                <c:v>0.3979995521957377</c:v>
              </c:pt>
              <c:pt idx="10">
                <c:v>0.5348242739730318</c:v>
              </c:pt>
              <c:pt idx="11">
                <c:v>0.6488893944725762</c:v>
              </c:pt>
              <c:pt idx="12">
                <c:v>0.8358369724525992</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TV [%]</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3.5"/>
          <c:min val="0"/>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平均エネルギー</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lineChart>
        <c:grouping val="standard"/>
        <c:varyColors val="0"/>
        <c:ser>
          <c:idx val="0"/>
          <c:order val="0"/>
          <c:tx>
            <c:v>two-term</c:v>
          </c:tx>
          <c:spPr>
            <a:ln xmlns:a="http://schemas.openxmlformats.org/drawingml/2006/main" w="21908">
              <a:solidFill>
                <a:srgbClr val="007FAE"/>
              </a:solidFill>
              <a:prstDash val="solid"/>
            </a:ln>
          </c:spPr>
          <c:marker>
            <c:symbol val="circle"/>
            <c:size val="5"/>
            <c:spPr>
              <a:solidFill xmlns:a="http://schemas.openxmlformats.org/drawingml/2006/main">
                <a:srgbClr val="007FAE"/>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2.4579916793059398</c:v>
              </c:pt>
              <c:pt idx="1">
                <c:v>3.4617256467505926</c:v>
              </c:pt>
              <c:pt idx="2">
                <c:v>4.193394225239604</c:v>
              </c:pt>
              <c:pt idx="3">
                <c:v>5.008265408121096</c:v>
              </c:pt>
              <c:pt idx="4">
                <c:v>5.358550935524673</c:v>
              </c:pt>
              <c:pt idx="5">
                <c:v>5.632435038937293</c:v>
              </c:pt>
              <c:pt idx="6">
                <c:v>5.863951400219194</c:v>
              </c:pt>
              <c:pt idx="7">
                <c:v>6.246595556435975</c:v>
              </c:pt>
              <c:pt idx="8">
                <c:v>6.931402805626483</c:v>
              </c:pt>
              <c:pt idx="9">
                <c:v>8.72991350137426</c:v>
              </c:pt>
              <c:pt idx="10">
                <c:v>15.165989255171228</c:v>
              </c:pt>
              <c:pt idx="11">
                <c:v>20.949406715487978</c:v>
              </c:pt>
              <c:pt idx="12">
                <c:v>34.75551448891775</c:v>
              </c:pt>
            </c:numLit>
          </c:val>
        </c:ser>
        <c:ser>
          <c:idx val="1"/>
          <c:order val="1"/>
          <c:tx>
            <c:v>Monte Carlo</c:v>
          </c:tx>
          <c:spPr>
            <a:ln xmlns:a="http://schemas.openxmlformats.org/drawingml/2006/main" w="21908">
              <a:solidFill>
                <a:srgbClr val="B87900"/>
              </a:solidFill>
              <a:prstDash val="dash"/>
            </a:ln>
          </c:spPr>
          <c:marker>
            <c:symbol val="diamond"/>
            <c:size val="5"/>
            <c:spPr>
              <a:solidFill xmlns:a="http://schemas.openxmlformats.org/drawingml/2006/main">
                <a:srgbClr val="B87900"/>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2.466860884853499</c:v>
              </c:pt>
              <c:pt idx="1">
                <c:v>3.4337460128376827</c:v>
              </c:pt>
              <c:pt idx="2">
                <c:v>4.181292128620431</c:v>
              </c:pt>
              <c:pt idx="3">
                <c:v>4.984724745596666</c:v>
              </c:pt>
              <c:pt idx="4">
                <c:v>5.355535174499036</c:v>
              </c:pt>
              <c:pt idx="5">
                <c:v>5.625989457784442</c:v>
              </c:pt>
              <c:pt idx="6">
                <c:v>5.863826477600385</c:v>
              </c:pt>
              <c:pt idx="7">
                <c:v>6.242692497634181</c:v>
              </c:pt>
              <c:pt idx="8">
                <c:v>6.919922603384709</c:v>
              </c:pt>
              <c:pt idx="9">
                <c:v>8.68308212929787</c:v>
              </c:pt>
              <c:pt idx="10">
                <c:v>15.194284391614124</c:v>
              </c:pt>
              <c:pt idx="11">
                <c:v>21.204430574900137</c:v>
              </c:pt>
              <c:pt idx="12">
                <c:v>35.792332541566836</c:v>
              </c:pt>
            </c:numLit>
          </c:val>
        </c:ser>
        <c:ser>
          <c:idx val="2"/>
          <c:order val="2"/>
          <c:tx>
            <c:v>propagator P1</c:v>
          </c:tx>
          <c:spPr>
            <a:ln xmlns:a="http://schemas.openxmlformats.org/drawingml/2006/main" w="21908">
              <a:solidFill>
                <a:srgbClr val="72B51F"/>
              </a:solidFill>
              <a:prstDash val="solid"/>
            </a:ln>
          </c:spPr>
          <c:marker>
            <c:symbol val="square"/>
            <c:size val="5"/>
            <c:spPr>
              <a:solidFill xmlns:a="http://schemas.openxmlformats.org/drawingml/2006/main">
                <a:srgbClr val="72B51F"/>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2.4745259390372283</c:v>
              </c:pt>
              <c:pt idx="1">
                <c:v>3.4863710258232827</c:v>
              </c:pt>
              <c:pt idx="2">
                <c:v>4.219953371417946</c:v>
              </c:pt>
              <c:pt idx="3">
                <c:v>4.997175208095605</c:v>
              </c:pt>
              <c:pt idx="4">
                <c:v>5.347042934960033</c:v>
              </c:pt>
              <c:pt idx="5">
                <c:v>5.625979383175572</c:v>
              </c:pt>
              <c:pt idx="6">
                <c:v>5.857680681046829</c:v>
              </c:pt>
              <c:pt idx="7">
                <c:v>6.238092280968308</c:v>
              </c:pt>
              <c:pt idx="8">
                <c:v>6.9135313482861225</c:v>
              </c:pt>
              <c:pt idx="9">
                <c:v>8.670523004444103</c:v>
              </c:pt>
              <c:pt idx="10">
                <c:v>15.119248980259659</c:v>
              </c:pt>
              <c:pt idx="11">
                <c:v>21.057419384856203</c:v>
              </c:pt>
              <c:pt idx="12">
                <c:v>35.45146815872865</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8.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フラックス・ドリフト速度</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lineChart>
        <c:grouping val="standard"/>
        <c:varyColors val="0"/>
        <c:ser>
          <c:idx val="0"/>
          <c:order val="0"/>
          <c:tx>
            <c:v>two-term</c:v>
          </c:tx>
          <c:spPr>
            <a:ln xmlns:a="http://schemas.openxmlformats.org/drawingml/2006/main" w="21908">
              <a:solidFill>
                <a:srgbClr val="007FAE"/>
              </a:solidFill>
              <a:prstDash val="solid"/>
            </a:ln>
          </c:spPr>
          <c:marker>
            <c:symbol val="circle"/>
            <c:size val="5"/>
            <c:spPr>
              <a:solidFill xmlns:a="http://schemas.openxmlformats.org/drawingml/2006/main">
                <a:srgbClr val="007FAE"/>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0.03020272561209371</c:v>
              </c:pt>
              <c:pt idx="1">
                <c:v>0.03586323929618463</c:v>
              </c:pt>
              <c:pt idx="2">
                <c:v>0.03941345348639333</c:v>
              </c:pt>
              <c:pt idx="3">
                <c:v>0.05205681680309569</c:v>
              </c:pt>
              <c:pt idx="4">
                <c:v>0.10632168348532485</c:v>
              </c:pt>
              <c:pt idx="5">
                <c:v>0.20245000616921247</c:v>
              </c:pt>
              <c:pt idx="6">
                <c:v>0.2868068968666396</c:v>
              </c:pt>
              <c:pt idx="7">
                <c:v>0.44178346356512743</c:v>
              </c:pt>
              <c:pt idx="8">
                <c:v>0.8059205876310401</c:v>
              </c:pt>
              <c:pt idx="9">
                <c:v>2.131112147172422</c:v>
              </c:pt>
              <c:pt idx="10">
                <c:v>5.996860276481298</c:v>
              </c:pt>
              <c:pt idx="11">
                <c:v>8.389561579998805</c:v>
              </c:pt>
              <c:pt idx="12">
                <c:v>12.573694660217443</c:v>
              </c:pt>
            </c:numLit>
          </c:val>
        </c:ser>
        <c:ser>
          <c:idx val="1"/>
          <c:order val="1"/>
          <c:tx>
            <c:v>Monte Carlo</c:v>
          </c:tx>
          <c:spPr>
            <a:ln xmlns:a="http://schemas.openxmlformats.org/drawingml/2006/main" w="21908">
              <a:solidFill>
                <a:srgbClr val="B87900"/>
              </a:solidFill>
              <a:prstDash val="dash"/>
            </a:ln>
          </c:spPr>
          <c:marker>
            <c:symbol val="diamond"/>
            <c:size val="5"/>
            <c:spPr>
              <a:solidFill xmlns:a="http://schemas.openxmlformats.org/drawingml/2006/main">
                <a:srgbClr val="B87900"/>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0.030670538957092014</c:v>
              </c:pt>
              <c:pt idx="1">
                <c:v>0.036431443432756484</c:v>
              </c:pt>
              <c:pt idx="2">
                <c:v>0.03788072120474807</c:v>
              </c:pt>
              <c:pt idx="3">
                <c:v>0.05195072383448198</c:v>
              </c:pt>
              <c:pt idx="4">
                <c:v>0.1068575197965446</c:v>
              </c:pt>
              <c:pt idx="5">
                <c:v>0.20164937067035674</c:v>
              </c:pt>
              <c:pt idx="6">
                <c:v>0.2878648141482054</c:v>
              </c:pt>
              <c:pt idx="7">
                <c:v>0.4419489756092272</c:v>
              </c:pt>
              <c:pt idx="8">
                <c:v>0.803677553435372</c:v>
              </c:pt>
              <c:pt idx="9">
                <c:v>2.120875898395129</c:v>
              </c:pt>
              <c:pt idx="10">
                <c:v>5.967585009405545</c:v>
              </c:pt>
              <c:pt idx="11">
                <c:v>8.352090075184773</c:v>
              </c:pt>
              <c:pt idx="12">
                <c:v>12.54012652580903</c:v>
              </c:pt>
            </c:numLit>
          </c:val>
        </c:ser>
        <c:ser>
          <c:idx val="2"/>
          <c:order val="2"/>
          <c:tx>
            <c:v>propagator P1</c:v>
          </c:tx>
          <c:spPr>
            <a:ln xmlns:a="http://schemas.openxmlformats.org/drawingml/2006/main" w="21908">
              <a:solidFill>
                <a:srgbClr val="72B51F"/>
              </a:solidFill>
              <a:prstDash val="solid"/>
            </a:ln>
          </c:spPr>
          <c:marker>
            <c:symbol val="square"/>
            <c:size val="5"/>
            <c:spPr>
              <a:solidFill xmlns:a="http://schemas.openxmlformats.org/drawingml/2006/main">
                <a:srgbClr val="72B51F"/>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0.02998718897542889</c:v>
              </c:pt>
              <c:pt idx="1">
                <c:v>0.03556701172574327</c:v>
              </c:pt>
              <c:pt idx="2">
                <c:v>0.0391799920773725</c:v>
              </c:pt>
              <c:pt idx="3">
                <c:v>0.05271138971455015</c:v>
              </c:pt>
              <c:pt idx="4">
                <c:v>0.10670839365816749</c:v>
              </c:pt>
              <c:pt idx="5">
                <c:v>0.2023843175539143</c:v>
              </c:pt>
              <c:pt idx="6">
                <c:v>0.2864614389530476</c:v>
              </c:pt>
              <c:pt idx="7">
                <c:v>0.44089212563147334</c:v>
              </c:pt>
              <c:pt idx="8">
                <c:v>0.8027963099486843</c:v>
              </c:pt>
              <c:pt idx="9">
                <c:v>2.1082314290070845</c:v>
              </c:pt>
              <c:pt idx="10">
                <c:v>5.897768072394405</c:v>
              </c:pt>
              <c:pt idx="11">
                <c:v>8.240654548478187</c:v>
              </c:pt>
              <c:pt idx="12">
                <c:v>12.353177762791177</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W [10⁵ m/s]</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9.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Ar励起閾値 11.5 eV</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lineChart>
        <c:grouping val="standard"/>
        <c:varyColors val="0"/>
        <c:ser>
          <c:idx val="0"/>
          <c:order val="0"/>
          <c:tx>
            <c:v>two-term</c:v>
          </c:tx>
          <c:spPr>
            <a:ln xmlns:a="http://schemas.openxmlformats.org/drawingml/2006/main" w="21908">
              <a:solidFill>
                <a:srgbClr val="007FAE"/>
              </a:solidFill>
              <a:prstDash val="solid"/>
            </a:ln>
          </c:spPr>
          <c:marker>
            <c:symbol val="circle"/>
            <c:size val="5"/>
            <c:spPr>
              <a:solidFill xmlns:a="http://schemas.openxmlformats.org/drawingml/2006/main">
                <a:srgbClr val="007FAE"/>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-29.05756389656741</c:v>
              </c:pt>
              <c:pt idx="1">
                <c:v>-24.26158682530085</c:v>
              </c:pt>
              <c:pt idx="2">
                <c:v>-20.311095797149875</c:v>
              </c:pt>
              <c:pt idx="3">
                <c:v>-18.20424918237402</c:v>
              </c:pt>
              <c:pt idx="4">
                <c:v>-17.139722229436735</c:v>
              </c:pt>
              <c:pt idx="5">
                <c:v>-16.48295474685179</c:v>
              </c:pt>
              <c:pt idx="6">
                <c:v>-16.14687734251924</c:v>
              </c:pt>
              <c:pt idx="7">
                <c:v>-15.755730364538307</c:v>
              </c:pt>
              <c:pt idx="8">
                <c:v>-15.277108032172249</c:v>
              </c:pt>
              <c:pt idx="9">
                <c:v>-14.580970986923166</c:v>
              </c:pt>
              <c:pt idx="10">
                <c:v>-13.892886953185396</c:v>
              </c:pt>
              <c:pt idx="11">
                <c:v>-13.710137121846751</c:v>
              </c:pt>
              <c:pt idx="12">
                <c:v>-13.539874984002354</c:v>
              </c:pt>
            </c:numLit>
          </c:val>
        </c:ser>
        <c:ser>
          <c:idx val="1"/>
          <c:order val="1"/>
          <c:tx>
            <c:v>Monte Carlo</c:v>
          </c:tx>
          <c:spPr>
            <a:ln xmlns:a="http://schemas.openxmlformats.org/drawingml/2006/main" w="21908">
              <a:solidFill>
                <a:srgbClr val="B87900"/>
              </a:solidFill>
              <a:prstDash val="dash"/>
            </a:ln>
          </c:spPr>
          <c:marker>
            <c:symbol val="diamond"/>
            <c:size val="5"/>
            <c:spPr>
              <a:solidFill xmlns:a="http://schemas.openxmlformats.org/drawingml/2006/main">
                <a:srgbClr val="B87900"/>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-40</c:v>
              </c:pt>
              <c:pt idx="1">
                <c:v>-25.79107059824155</c:v>
              </c:pt>
              <c:pt idx="2">
                <c:v>-20.704052282467146</c:v>
              </c:pt>
              <c:pt idx="3">
                <c:v>-18.22216051638653</c:v>
              </c:pt>
              <c:pt idx="4">
                <c:v>-17.150169484444742</c:v>
              </c:pt>
              <c:pt idx="5">
                <c:v>-16.483536573507447</c:v>
              </c:pt>
              <c:pt idx="6">
                <c:v>-16.146078054610204</c:v>
              </c:pt>
              <c:pt idx="7">
                <c:v>-15.757294963801796</c:v>
              </c:pt>
              <c:pt idx="8">
                <c:v>-15.279235390100038</c:v>
              </c:pt>
              <c:pt idx="9">
                <c:v>-14.586164975301575</c:v>
              </c:pt>
              <c:pt idx="10">
                <c:v>-13.905168791070906</c:v>
              </c:pt>
              <c:pt idx="11">
                <c:v>-13.725451124138164</c:v>
              </c:pt>
              <c:pt idx="12">
                <c:v>-13.557133705952488</c:v>
              </c:pt>
            </c:numLit>
          </c:val>
        </c:ser>
        <c:ser>
          <c:idx val="2"/>
          <c:order val="2"/>
          <c:tx>
            <c:v>propagator P1</c:v>
          </c:tx>
          <c:spPr>
            <a:ln xmlns:a="http://schemas.openxmlformats.org/drawingml/2006/main" w="21908">
              <a:solidFill>
                <a:srgbClr val="72B51F"/>
              </a:solidFill>
              <a:prstDash val="solid"/>
            </a:ln>
          </c:spPr>
          <c:marker>
            <c:symbol val="square"/>
            <c:size val="5"/>
            <c:spPr>
              <a:solidFill xmlns:a="http://schemas.openxmlformats.org/drawingml/2006/main">
                <a:srgbClr val="72B51F"/>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-34.37145221443571</c:v>
              </c:pt>
              <c:pt idx="1">
                <c:v>-23.033077215064523</c:v>
              </c:pt>
              <c:pt idx="2">
                <c:v>-19.96185047659293</c:v>
              </c:pt>
              <c:pt idx="3">
                <c:v>-18.14821463941765</c:v>
              </c:pt>
              <c:pt idx="4">
                <c:v>-17.13306542872919</c:v>
              </c:pt>
              <c:pt idx="5">
                <c:v>-16.48191708656549</c:v>
              </c:pt>
              <c:pt idx="6">
                <c:v>-16.146983194870305</c:v>
              </c:pt>
              <c:pt idx="7">
                <c:v>-15.756912579149276</c:v>
              </c:pt>
              <c:pt idx="8">
                <c:v>-15.279677007177709</c:v>
              </c:pt>
              <c:pt idx="9">
                <c:v>-14.587866940562103</c:v>
              </c:pt>
              <c:pt idx="10">
                <c:v>-13.90837716213176</c:v>
              </c:pt>
              <c:pt idx="11">
                <c:v>-13.728404561158268</c:v>
              </c:pt>
              <c:pt idx="12">
                <c:v>-13.559487941709044</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k [m³/s]</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10.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Ar電離閾値 15.8 eV</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lineChart>
        <c:grouping val="standard"/>
        <c:varyColors val="0"/>
        <c:ser>
          <c:idx val="0"/>
          <c:order val="0"/>
          <c:tx>
            <c:v>two-term</c:v>
          </c:tx>
          <c:spPr>
            <a:ln xmlns:a="http://schemas.openxmlformats.org/drawingml/2006/main" w="21908">
              <a:solidFill>
                <a:srgbClr val="007FAE"/>
              </a:solidFill>
              <a:prstDash val="solid"/>
            </a:ln>
          </c:spPr>
          <c:marker>
            <c:symbol val="circle"/>
            <c:size val="5"/>
            <c:spPr>
              <a:solidFill xmlns:a="http://schemas.openxmlformats.org/drawingml/2006/main">
                <a:srgbClr val="007FAE"/>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-28.895356092705867</c:v>
              </c:pt>
              <c:pt idx="1">
                <c:v>-28.908544561102964</c:v>
              </c:pt>
              <c:pt idx="2">
                <c:v>-29.04148669096494</c:v>
              </c:pt>
              <c:pt idx="3">
                <c:v>-28.35428750915649</c:v>
              </c:pt>
              <c:pt idx="4">
                <c:v>-22.57948749144872</c:v>
              </c:pt>
              <c:pt idx="5">
                <c:v>-19.43439500211997</c:v>
              </c:pt>
              <c:pt idx="6">
                <c:v>-18.247156407257446</c:v>
              </c:pt>
              <c:pt idx="7">
                <c:v>-17.141834454953447</c:v>
              </c:pt>
              <c:pt idx="8">
                <c:v>-16.06739378288982</c:v>
              </c:pt>
              <c:pt idx="9">
                <c:v>-14.862023112876138</c:v>
              </c:pt>
              <c:pt idx="10">
                <c:v>-13.835376953562381</c:v>
              </c:pt>
              <c:pt idx="11">
                <c:v>-13.550750233375442</c:v>
              </c:pt>
              <c:pt idx="12">
                <c:v>-13.255071963942669</c:v>
              </c:pt>
            </c:numLit>
          </c:val>
        </c:ser>
        <c:ser>
          <c:idx val="1"/>
          <c:order val="1"/>
          <c:tx>
            <c:v>Monte Carlo</c:v>
          </c:tx>
          <c:spPr>
            <a:ln xmlns:a="http://schemas.openxmlformats.org/drawingml/2006/main" w="21908">
              <a:solidFill>
                <a:srgbClr val="B87900"/>
              </a:solidFill>
              <a:prstDash val="dash"/>
            </a:ln>
          </c:spPr>
          <c:marker>
            <c:symbol val="diamond"/>
            <c:size val="5"/>
            <c:spPr>
              <a:solidFill xmlns:a="http://schemas.openxmlformats.org/drawingml/2006/main">
                <a:srgbClr val="B87900"/>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-40</c:v>
              </c:pt>
              <c:pt idx="1">
                <c:v>-40</c:v>
              </c:pt>
              <c:pt idx="2">
                <c:v>-40</c:v>
              </c:pt>
              <c:pt idx="3">
                <c:v>-32.04999659779915</c:v>
              </c:pt>
              <c:pt idx="4">
                <c:v>-23.908972789658016</c:v>
              </c:pt>
              <c:pt idx="5">
                <c:v>-19.416462710008158</c:v>
              </c:pt>
              <c:pt idx="6">
                <c:v>-18.230030862399857</c:v>
              </c:pt>
              <c:pt idx="7">
                <c:v>-17.131108209658183</c:v>
              </c:pt>
              <c:pt idx="8">
                <c:v>-16.066339402211522</c:v>
              </c:pt>
              <c:pt idx="9">
                <c:v>-14.860967414277681</c:v>
              </c:pt>
              <c:pt idx="10">
                <c:v>-13.834607411067504</c:v>
              </c:pt>
              <c:pt idx="11">
                <c:v>-13.552837387993678</c:v>
              </c:pt>
              <c:pt idx="12">
                <c:v>-13.262706646301577</c:v>
              </c:pt>
            </c:numLit>
          </c:val>
        </c:ser>
        <c:ser>
          <c:idx val="2"/>
          <c:order val="2"/>
          <c:tx>
            <c:v>propagator P1</c:v>
          </c:tx>
          <c:spPr>
            <a:ln xmlns:a="http://schemas.openxmlformats.org/drawingml/2006/main" w="21908">
              <a:solidFill>
                <a:srgbClr val="72B51F"/>
              </a:solidFill>
              <a:prstDash val="solid"/>
            </a:ln>
          </c:spPr>
          <c:marker>
            <c:symbol val="square"/>
            <c:size val="5"/>
            <c:spPr>
              <a:solidFill xmlns:a="http://schemas.openxmlformats.org/drawingml/2006/main">
                <a:srgbClr val="72B51F"/>
              </a:solidFill>
            </c:spPr>
          </c:marker>
          <c:cat>
            <c:numLit>
              <c:formatCode>General</c:formatCode>
              <c:ptCount val="13"/>
              <c:pt idx="0">
                <c:v>1</c:v>
              </c:pt>
              <c:pt idx="1">
                <c:v>2</c:v>
              </c:pt>
              <c:pt idx="2">
                <c:v>3</c:v>
              </c:pt>
              <c:pt idx="3">
                <c:v>5</c:v>
              </c:pt>
              <c:pt idx="4">
                <c:v>10</c:v>
              </c:pt>
              <c:pt idx="5">
                <c:v>20</c:v>
              </c:pt>
              <c:pt idx="6">
                <c:v>30</c:v>
              </c:pt>
              <c:pt idx="7">
                <c:v>50</c:v>
              </c:pt>
              <c:pt idx="8">
                <c:v>100</c:v>
              </c:pt>
              <c:pt idx="9">
                <c:v>300</c:v>
              </c:pt>
              <c:pt idx="10">
                <c:v>1000</c:v>
              </c:pt>
              <c:pt idx="11">
                <c:v>1500</c:v>
              </c:pt>
              <c:pt idx="12">
                <c:v>2500</c:v>
              </c:pt>
            </c:numLit>
          </c:cat>
          <c:val>
            <c:numLit>
              <c:formatCode>0.0</c:formatCode>
              <c:ptCount val="13"/>
              <c:pt idx="0">
                <c:v>-40</c:v>
              </c:pt>
              <c:pt idx="1">
                <c:v>-40</c:v>
              </c:pt>
              <c:pt idx="2">
                <c:v>-36.50378644956001</c:v>
              </c:pt>
              <c:pt idx="3">
                <c:v>-28.311641498818002</c:v>
              </c:pt>
              <c:pt idx="4">
                <c:v>-22.493593322215904</c:v>
              </c:pt>
              <c:pt idx="5">
                <c:v>-19.40547356332827</c:v>
              </c:pt>
              <c:pt idx="6">
                <c:v>-18.23106088230288</c:v>
              </c:pt>
              <c:pt idx="7">
                <c:v>-17.13413283857001</c:v>
              </c:pt>
              <c:pt idx="8">
                <c:v>-16.06528719917819</c:v>
              </c:pt>
              <c:pt idx="9">
                <c:v>-14.863477892935862</c:v>
              </c:pt>
              <c:pt idx="10">
                <c:v>-13.83915405267146</c:v>
              </c:pt>
              <c:pt idx="11">
                <c:v>-13.557356283180637</c:v>
              </c:pt>
              <c:pt idx="12">
                <c:v>-13.26686318029629</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k [m³/s]</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1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1 Td</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A6D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-1.5915549267705011</c:v>
              </c:pt>
              <c:pt idx="1">
                <c:v>-1.5474396153886918</c:v>
              </c:pt>
              <c:pt idx="2">
                <c:v>-1.5039336122469584</c:v>
              </c:pt>
              <c:pt idx="3">
                <c:v>-1.4663519058440888</c:v>
              </c:pt>
              <c:pt idx="4">
                <c:v>-1.4287701994412194</c:v>
              </c:pt>
              <c:pt idx="5">
                <c:v>-1.39118849303835</c:v>
              </c:pt>
              <c:pt idx="6">
                <c:v>-1.3536067866354804</c:v>
              </c:pt>
              <c:pt idx="7">
                <c:v>-1.3170952367843811</c:v>
              </c:pt>
              <c:pt idx="8">
                <c:v>-1.2811767562425642</c:v>
              </c:pt>
              <c:pt idx="9">
                <c:v>-1.2452582757007473</c:v>
              </c:pt>
              <c:pt idx="10">
                <c:v>-1.2095037266056508</c:v>
              </c:pt>
              <c:pt idx="11">
                <c:v>-1.1741937740109556</c:v>
              </c:pt>
              <c:pt idx="12">
                <c:v>-1.1388838214162602</c:v>
              </c:pt>
              <c:pt idx="13">
                <c:v>-1.1037850200052706</c:v>
              </c:pt>
              <c:pt idx="14">
                <c:v>-1.0688396568739356</c:v>
              </c:pt>
              <c:pt idx="15">
                <c:v>-1.033934057307588</c:v>
              </c:pt>
              <c:pt idx="16">
                <c:v>-0.9991022724503351</c:v>
              </c:pt>
              <c:pt idx="17">
                <c:v>-0.9643496471303628</c:v>
              </c:pt>
              <c:pt idx="18">
                <c:v>-0.9296936840050494</c:v>
              </c:pt>
              <c:pt idx="19">
                <c:v>-0.8950436083434119</c:v>
              </c:pt>
              <c:pt idx="20">
                <c:v>-0.8604202191567248</c:v>
              </c:pt>
              <c:pt idx="21">
                <c:v>-0.8258487745637169</c:v>
              </c:pt>
              <c:pt idx="22">
                <c:v>-0.7913439632250319</c:v>
              </c:pt>
              <c:pt idx="23">
                <c:v>-0.756867439629651</c:v>
              </c:pt>
              <c:pt idx="24">
                <c:v>-0.7224073873594686</c:v>
              </c:pt>
              <c:pt idx="25">
                <c:v>-0.6879764154193614</c:v>
              </c:pt>
              <c:pt idx="26">
                <c:v>-0.6535619908855897</c:v>
              </c:pt>
              <c:pt idx="27">
                <c:v>-0.6191661806265799</c:v>
              </c:pt>
              <c:pt idx="28">
                <c:v>-0.58479651066731</c:v>
              </c:pt>
              <c:pt idx="29">
                <c:v>-0.5504412872520486</c:v>
              </c:pt>
              <c:pt idx="30">
                <c:v>-0.5161064814699294</c:v>
              </c:pt>
              <c:pt idx="31">
                <c:v>-0.48179415667055964</c:v>
              </c:pt>
              <c:pt idx="32">
                <c:v>-0.44752545855381937</c:v>
              </c:pt>
              <c:pt idx="33">
                <c:v>-0.413317718459919</c:v>
              </c:pt>
              <c:pt idx="34">
                <c:v>-0.3792041069264055</c:v>
              </c:pt>
              <c:pt idx="35">
                <c:v>-0.3452398363858628</c:v>
              </c:pt>
              <c:pt idx="36">
                <c:v>-0.3115126991620465</c:v>
              </c:pt>
              <c:pt idx="37">
                <c:v>-0.27812082189099696</c:v>
              </c:pt>
              <c:pt idx="38">
                <c:v>-0.24516557517166873</c:v>
              </c:pt>
              <c:pt idx="39">
                <c:v>-0.21284361957462974</c:v>
              </c:pt>
              <c:pt idx="40">
                <c:v>-0.18154575880550777</c:v>
              </c:pt>
              <c:pt idx="41">
                <c:v>-0.15190146372935168</c:v>
              </c:pt>
              <c:pt idx="42">
                <c:v>-0.12539448812141085</c:v>
              </c:pt>
              <c:pt idx="43">
                <c:v>-0.10595398505323356</c:v>
              </c:pt>
              <c:pt idx="44">
                <c:v>-0.1047205741325561</c:v>
              </c:pt>
              <c:pt idx="45">
                <c:v>-0.1502591026076158</c:v>
              </c:pt>
              <c:pt idx="46">
                <c:v>-0.32083783584863373</c:v>
              </c:pt>
              <c:pt idx="47">
                <c:v>-0.9933111325315596</c:v>
              </c:pt>
              <c:pt idx="48">
                <c:v>-4.252929230058289</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numLit>
          </c:yVal>
        </c:ser>
        <c:ser>
          <c:idx val="1"/>
          <c:order val="1"/>
          <c:tx>
            <c:v>Monte Carlo</c:v>
          </c:tx>
          <c:spPr>
            <a:ln xmlns:a="http://schemas.openxmlformats.org/drawingml/2006/main" w="20955">
              <a:solidFill>
                <a:srgbClr val="72B51F"/>
              </a:solidFill>
              <a:prstDash val="dash"/>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-1.6081764622979358</c:v>
              </c:pt>
              <c:pt idx="1">
                <c:v>-1.5296268301712357</c:v>
              </c:pt>
              <c:pt idx="2">
                <c:v>-1.499232408650339</c:v>
              </c:pt>
              <c:pt idx="3">
                <c:v>-1.3902933395213257</c:v>
              </c:pt>
              <c:pt idx="4">
                <c:v>-1.34288089614401</c:v>
              </c:pt>
              <c:pt idx="5">
                <c:v>-1.3311063130177267</c:v>
              </c:pt>
              <c:pt idx="6">
                <c:v>-1.2867732507734095</c:v>
              </c:pt>
              <c:pt idx="7">
                <c:v>-1.2721236360226125</c:v>
              </c:pt>
              <c:pt idx="8">
                <c:v>-1.2642605674154794</c:v>
              </c:pt>
              <c:pt idx="9">
                <c:v>-1.23076861040948</c:v>
              </c:pt>
              <c:pt idx="10">
                <c:v>-1.1836948998963017</c:v>
              </c:pt>
              <c:pt idx="11">
                <c:v>-1.169115769254425</c:v>
              </c:pt>
              <c:pt idx="12">
                <c:v>-1.1403145655797349</c:v>
              </c:pt>
              <c:pt idx="13">
                <c:v>-1.1253413709831863</c:v>
              </c:pt>
              <c:pt idx="14">
                <c:v>-1.0543713646718498</c:v>
              </c:pt>
              <c:pt idx="15">
                <c:v>-1.0285581977539258</c:v>
              </c:pt>
              <c:pt idx="16">
                <c:v>-0.9887374992324284</c:v>
              </c:pt>
              <c:pt idx="17">
                <c:v>-0.9591520886233514</c:v>
              </c:pt>
              <c:pt idx="18">
                <c:v>-0.9487078846324727</c:v>
              </c:pt>
              <c:pt idx="19">
                <c:v>-0.8786304709861039</c:v>
              </c:pt>
              <c:pt idx="20">
                <c:v>-0.8321106179619597</c:v>
              </c:pt>
              <c:pt idx="21">
                <c:v>-0.8017031924527204</c:v>
              </c:pt>
              <c:pt idx="22">
                <c:v>-0.7963788077172756</c:v>
              </c:pt>
              <c:pt idx="23">
                <c:v>-0.7545874154573893</c:v>
              </c:pt>
              <c:pt idx="24">
                <c:v>-0.738755339204032</c:v>
              </c:pt>
              <c:pt idx="25">
                <c:v>-0.699571275283045</c:v>
              </c:pt>
              <c:pt idx="26">
                <c:v>-0.675374393186194</c:v>
              </c:pt>
              <c:pt idx="27">
                <c:v>-0.639113246088831</c:v>
              </c:pt>
              <c:pt idx="28">
                <c:v>-0.5991552256483131</c:v>
              </c:pt>
              <c:pt idx="29">
                <c:v>-0.5607611136660402</c:v>
              </c:pt>
              <c:pt idx="30">
                <c:v>-0.5254290975889396</c:v>
              </c:pt>
              <c:pt idx="31">
                <c:v>-0.49579662072221475</c:v>
              </c:pt>
              <c:pt idx="32">
                <c:v>-0.4597311173693926</c:v>
              </c:pt>
              <c:pt idx="33">
                <c:v>-0.4216504555522272</c:v>
              </c:pt>
              <c:pt idx="34">
                <c:v>-0.38633234410474965</c:v>
              </c:pt>
              <c:pt idx="35">
                <c:v>-0.3430638758027772</c:v>
              </c:pt>
              <c:pt idx="36">
                <c:v>-0.31235368380818246</c:v>
              </c:pt>
              <c:pt idx="37">
                <c:v>-0.28296290672880353</c:v>
              </c:pt>
              <c:pt idx="38">
                <c:v>-0.2543573784628163</c:v>
              </c:pt>
              <c:pt idx="39">
                <c:v>-0.21715886341637722</c:v>
              </c:pt>
              <c:pt idx="40">
                <c:v>-0.18240645690059207</c:v>
              </c:pt>
              <c:pt idx="41">
                <c:v>-0.15281575069854617</c:v>
              </c:pt>
              <c:pt idx="42">
                <c:v>-0.12202534326351257</c:v>
              </c:pt>
              <c:pt idx="43">
                <c:v>-0.10235222022112773</c:v>
              </c:pt>
              <c:pt idx="44">
                <c:v>-0.10227904922277219</c:v>
              </c:pt>
              <c:pt idx="45">
                <c:v>-0.1458268361486757</c:v>
              </c:pt>
              <c:pt idx="46">
                <c:v>-0.3256030610028451</c:v>
              </c:pt>
              <c:pt idx="47">
                <c:v>-0.9986452082962134</c:v>
              </c:pt>
              <c:pt idx="48">
                <c:v>-4.400924178807879</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numLit>
          </c:yVal>
        </c:ser>
        <c:ser>
          <c:idx val="2"/>
          <c:order val="2"/>
          <c:tx>
            <c:v>propagator P1</c:v>
          </c:tx>
          <c:spPr>
            <a:ln xmlns:a="http://schemas.openxmlformats.org/drawingml/2006/main" w="20955">
              <a:solidFill>
                <a:srgbClr val="00AFA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-1.5536485568080949</c:v>
              </c:pt>
              <c:pt idx="1">
                <c:v>-1.5184044332910966</c:v>
              </c:pt>
              <c:pt idx="2">
                <c:v>-1.483429034790011</c:v>
              </c:pt>
              <c:pt idx="3">
                <c:v>-1.4485795046513978</c:v>
              </c:pt>
              <c:pt idx="4">
                <c:v>-1.4137299745127851</c:v>
              </c:pt>
              <c:pt idx="5">
                <c:v>-1.378880444374172</c:v>
              </c:pt>
              <c:pt idx="6">
                <c:v>-1.3441117471102682</c:v>
              </c:pt>
              <c:pt idx="7">
                <c:v>-1.3094046082885986</c:v>
              </c:pt>
              <c:pt idx="8">
                <c:v>-1.2746974694669289</c:v>
              </c:pt>
              <c:pt idx="9">
                <c:v>-1.240020104267789</c:v>
              </c:pt>
              <c:pt idx="10">
                <c:v>-1.2053783396345867</c:v>
              </c:pt>
              <c:pt idx="11">
                <c:v>-1.170736575001384</c:v>
              </c:pt>
              <c:pt idx="12">
                <c:v>-1.1361334072389428</c:v>
              </c:pt>
              <c:pt idx="13">
                <c:v>-1.1015320413681053</c:v>
              </c:pt>
              <c:pt idx="14">
                <c:v>-1.0669478613380277</c:v>
              </c:pt>
              <c:pt idx="15">
                <c:v>-1.0323674696475609</c:v>
              </c:pt>
              <c:pt idx="16">
                <c:v>-0.9978014435405974</c:v>
              </c:pt>
              <c:pt idx="17">
                <c:v>-0.9632447981755388</c:v>
              </c:pt>
              <c:pt idx="18">
                <c:v>-0.928698700962171</c:v>
              </c:pt>
              <c:pt idx="19">
                <c:v>-0.8941636197171672</c:v>
              </c:pt>
              <c:pt idx="20">
                <c:v>-0.8596385866442348</c:v>
              </c:pt>
              <c:pt idx="21">
                <c:v>-0.8251251323813305</c:v>
              </c:pt>
              <c:pt idx="22">
                <c:v>-0.7906270648318091</c:v>
              </c:pt>
              <c:pt idx="23">
                <c:v>-0.7561467862832746</c:v>
              </c:pt>
              <c:pt idx="24">
                <c:v>-0.7216849284490695</c:v>
              </c:pt>
              <c:pt idx="25">
                <c:v>-0.6872452242237356</c:v>
              </c:pt>
              <c:pt idx="26">
                <c:v>-0.6528202965740725</c:v>
              </c:pt>
              <c:pt idx="27">
                <c:v>-0.6184138486068482</c:v>
              </c:pt>
              <c:pt idx="28">
                <c:v>-0.5840315746623055</c:v>
              </c:pt>
              <c:pt idx="29">
                <c:v>-0.5496714054223135</c:v>
              </c:pt>
              <c:pt idx="30">
                <c:v>-0.5153382096744135</c:v>
              </c:pt>
              <c:pt idx="31">
                <c:v>-0.4810404687051517</c:v>
              </c:pt>
              <c:pt idx="32">
                <c:v>-0.4467898519304092</c:v>
              </c:pt>
              <c:pt idx="33">
                <c:v>-0.41260649111943953</c:v>
              </c:pt>
              <c:pt idx="34">
                <c:v>-0.3785279808448346</c:v>
              </c:pt>
              <c:pt idx="35">
                <c:v>-0.3446072231641104</c:v>
              </c:pt>
              <c:pt idx="36">
                <c:v>-0.3109487959258918</c:v>
              </c:pt>
              <c:pt idx="37">
                <c:v>-0.27762321177804405</c:v>
              </c:pt>
              <c:pt idx="38">
                <c:v>-0.24471672275943746</c:v>
              </c:pt>
              <c:pt idx="39">
                <c:v>-0.21243480694184116</c:v>
              </c:pt>
              <c:pt idx="40">
                <c:v>-0.18114798665700926</c:v>
              </c:pt>
              <c:pt idx="41">
                <c:v>-0.15150765318364848</c:v>
              </c:pt>
              <c:pt idx="42">
                <c:v>-0.12502836145751</c:v>
              </c:pt>
              <c:pt idx="43">
                <c:v>-0.10554266021714742</c:v>
              </c:pt>
              <c:pt idx="44">
                <c:v>-0.10430391418629294</c:v>
              </c:pt>
              <c:pt idx="45">
                <c:v>-0.1502899758096875</c:v>
              </c:pt>
              <c:pt idx="46">
                <c:v>-0.32097911381023253</c:v>
              </c:pt>
              <c:pt idx="47">
                <c:v>-1.0018448962929745</c:v>
              </c:pt>
              <c:pt idx="48">
                <c:v>-4.252949235618614</c:v>
              </c:pt>
              <c:pt idx="49">
                <c:v>-7.95</c:v>
              </c:pt>
              <c:pt idx="50">
                <c:v>-7.95</c:v>
              </c:pt>
              <c:pt idx="51">
                <c:v>-7.95</c:v>
              </c:pt>
              <c:pt idx="52">
                <c:v>-7.95</c:v>
              </c:pt>
              <c:pt idx="53">
                <c:v>-7.95</c:v>
              </c:pt>
              <c:pt idx="54">
                <c:v>-7.95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8"/>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1.9"/>
          <c:min val="-3"/>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1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10 Td</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A6D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-1.7834249239492588</c:v>
              </c:pt>
              <c:pt idx="1">
                <c:v>-1.7393095263731488</c:v>
              </c:pt>
              <c:pt idx="2">
                <c:v>-1.6958034344197594</c:v>
              </c:pt>
              <c:pt idx="3">
                <c:v>-1.658221613756721</c:v>
              </c:pt>
              <c:pt idx="4">
                <c:v>-1.6206397930936827</c:v>
              </c:pt>
              <c:pt idx="5">
                <c:v>-1.5830579724306442</c:v>
              </c:pt>
              <c:pt idx="6">
                <c:v>-1.5454761517676057</c:v>
              </c:pt>
              <c:pt idx="7">
                <c:v>-1.5089644207149848</c:v>
              </c:pt>
              <c:pt idx="8">
                <c:v>-1.4730457218734652</c:v>
              </c:pt>
              <c:pt idx="9">
                <c:v>-1.4371270230319455</c:v>
              </c:pt>
              <c:pt idx="10">
                <c:v>-1.4013722002605038</c:v>
              </c:pt>
              <c:pt idx="11">
                <c:v>-1.3660618238031392</c:v>
              </c:pt>
              <c:pt idx="12">
                <c:v>-1.3307514473457747</c:v>
              </c:pt>
              <c:pt idx="13">
                <c:v>-1.2956520475952653</c:v>
              </c:pt>
              <c:pt idx="14">
                <c:v>-1.260705959336451</c:v>
              </c:pt>
              <c:pt idx="15">
                <c:v>-1.2257994889454884</c:v>
              </c:pt>
              <c:pt idx="16">
                <c:v>-1.1909665628001538</c:v>
              </c:pt>
              <c:pt idx="17">
                <c:v>-1.1561993408277547</c:v>
              </c:pt>
              <c:pt idx="18">
                <c:v>-1.1215123506223974</c:v>
              </c:pt>
              <c:pt idx="19">
                <c:v>-1.086825947728276</c:v>
              </c:pt>
              <c:pt idx="20">
                <c:v>-1.0521656405331556</c:v>
              </c:pt>
              <c:pt idx="21">
                <c:v>-1.017558782357005</c:v>
              </c:pt>
              <c:pt idx="22">
                <c:v>-0.9830167436486043</c:v>
              </c:pt>
              <c:pt idx="23">
                <c:v>-0.9484619211257941</c:v>
              </c:pt>
              <c:pt idx="24">
                <c:v>-0.9139198928855145</c:v>
              </c:pt>
              <c:pt idx="25">
                <c:v>-0.8794008247195922</c:v>
              </c:pt>
              <c:pt idx="26">
                <c:v>-0.8448697390270938</c:v>
              </c:pt>
              <c:pt idx="27">
                <c:v>-0.81035436410786</c:v>
              </c:pt>
              <c:pt idx="28">
                <c:v>-0.7758320371515909</c:v>
              </c:pt>
              <c:pt idx="29">
                <c:v>-0.7413060542350992</c:v>
              </c:pt>
              <c:pt idx="30">
                <c:v>-0.7067760068225917</c:v>
              </c:pt>
              <c:pt idx="31">
                <c:v>-0.6722364866514003</c:v>
              </c:pt>
              <c:pt idx="32">
                <c:v>-0.637689343517658</c:v>
              </c:pt>
              <c:pt idx="33">
                <c:v>-0.603135843580071</c:v>
              </c:pt>
              <c:pt idx="34">
                <c:v>-0.5685769333787571</c:v>
              </c:pt>
              <c:pt idx="35">
                <c:v>-0.5340173248876137</c:v>
              </c:pt>
              <c:pt idx="36">
                <c:v>-0.4994611854163646</c:v>
              </c:pt>
              <c:pt idx="37">
                <c:v>-0.46491497707099677</c:v>
              </c:pt>
              <c:pt idx="38">
                <c:v>-0.4303873595282834</c:v>
              </c:pt>
              <c:pt idx="39">
                <c:v>-0.39590578246676095</c:v>
              </c:pt>
              <c:pt idx="40">
                <c:v>-0.3615428074040379</c:v>
              </c:pt>
              <c:pt idx="41">
                <c:v>-0.3275066390118808</c:v>
              </c:pt>
              <c:pt idx="42">
                <c:v>-0.29443406749708795</c:v>
              </c:pt>
              <c:pt idx="43">
                <c:v>-0.2638225288173557</c:v>
              </c:pt>
              <c:pt idx="44">
                <c:v>-0.23915853800850514</c:v>
              </c:pt>
              <c:pt idx="45">
                <c:v>-0.22829876033329638</c:v>
              </c:pt>
              <c:pt idx="46">
                <c:v>-0.24820325101323096</c:v>
              </c:pt>
              <c:pt idx="47">
                <c:v>-0.34674124505063714</c:v>
              </c:pt>
              <c:pt idx="48">
                <c:v>-0.6744716889175251</c:v>
              </c:pt>
              <c:pt idx="49">
                <c:v>-1.1772057311298278</c:v>
              </c:pt>
              <c:pt idx="50">
                <c:v>-1.649001729888162</c:v>
              </c:pt>
              <c:pt idx="51">
                <c:v>-1.9296413887023791</c:v>
              </c:pt>
              <c:pt idx="52">
                <c:v>-2.0705477512096935</c:v>
              </c:pt>
              <c:pt idx="53">
                <c:v>-2.176138218965806</c:v>
              </c:pt>
              <c:pt idx="54">
                <c:v>-2.268405631601751</c:v>
              </c:pt>
              <c:pt idx="55">
                <c:v>-2.401159388900593</c:v>
              </c:pt>
              <c:pt idx="56">
                <c:v>-2.6309769664168488</c:v>
              </c:pt>
              <c:pt idx="57">
                <c:v>-3.1564369043097034</c:v>
              </c:pt>
              <c:pt idx="58">
                <c:v>-4.202584304415913</c:v>
              </c:pt>
              <c:pt idx="59">
                <c:v>-5.784221199381843</c:v>
              </c:pt>
              <c:pt idx="60">
                <c:v>-7.95</c:v>
              </c:pt>
              <c:pt idx="61">
                <c:v>-7.95</c:v>
              </c:pt>
              <c:pt idx="62">
                <c:v>-7.95</c:v>
              </c:pt>
              <c:pt idx="63">
                <c:v>-7.95</c:v>
              </c:pt>
              <c:pt idx="64">
                <c:v>-7.95</c:v>
              </c:pt>
              <c:pt idx="65">
                <c:v>-7.95</c:v>
              </c:pt>
              <c:pt idx="66">
                <c:v>-7.95</c:v>
              </c:pt>
              <c:pt idx="67">
                <c:v>-7.95</c:v>
              </c:pt>
              <c:pt idx="68">
                <c:v>-7.95</c:v>
              </c:pt>
              <c:pt idx="69">
                <c:v>-7.95</c:v>
              </c:pt>
              <c:pt idx="70">
                <c:v>-7.95</c:v>
              </c:pt>
              <c:pt idx="71">
                <c:v>-7.95</c:v>
              </c:pt>
            </c:numLit>
          </c:yVal>
        </c:ser>
        <c:ser>
          <c:idx val="1"/>
          <c:order val="1"/>
          <c:tx>
            <c:v>Monte Carlo</c:v>
          </c:tx>
          <c:spPr>
            <a:ln xmlns:a="http://schemas.openxmlformats.org/drawingml/2006/main" w="20955">
              <a:solidFill>
                <a:srgbClr val="72B51F"/>
              </a:solidFill>
              <a:prstDash val="dash"/>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-1.7920651263416907</c:v>
              </c:pt>
              <c:pt idx="1">
                <c:v>-1.718358870107546</c:v>
              </c:pt>
              <c:pt idx="2">
                <c:v>-1.6881738323504096</c:v>
              </c:pt>
              <c:pt idx="3">
                <c:v>-1.6523278988409476</c:v>
              </c:pt>
              <c:pt idx="4">
                <c:v>-1.6333610156794767</c:v>
              </c:pt>
              <c:pt idx="5">
                <c:v>-1.6084529398623437</c:v>
              </c:pt>
              <c:pt idx="6">
                <c:v>-1.5521406794767565</c:v>
              </c:pt>
              <c:pt idx="7">
                <c:v>-1.533593706321892</c:v>
              </c:pt>
              <c:pt idx="8">
                <c:v>-1.485027296556219</c:v>
              </c:pt>
              <c:pt idx="9">
                <c:v>-1.4558309681903785</c:v>
              </c:pt>
              <c:pt idx="10">
                <c:v>-1.4481798492696736</c:v>
              </c:pt>
              <c:pt idx="11">
                <c:v>-1.3950518719984921</c:v>
              </c:pt>
              <c:pt idx="12">
                <c:v>-1.36704918259</c:v>
              </c:pt>
              <c:pt idx="13">
                <c:v>-1.3459488782878997</c:v>
              </c:pt>
              <c:pt idx="14">
                <c:v>-1.3104867720279558</c:v>
              </c:pt>
              <c:pt idx="15">
                <c:v>-1.2390493282741117</c:v>
              </c:pt>
              <c:pt idx="16">
                <c:v>-1.2099625145659876</c:v>
              </c:pt>
              <c:pt idx="17">
                <c:v>-1.182784285847978</c:v>
              </c:pt>
              <c:pt idx="18">
                <c:v>-1.1510979236256291</c:v>
              </c:pt>
              <c:pt idx="19">
                <c:v>-1.1107191315349512</c:v>
              </c:pt>
              <c:pt idx="20">
                <c:v>-1.0735413652862902</c:v>
              </c:pt>
              <c:pt idx="21">
                <c:v>-1.034254433424137</c:v>
              </c:pt>
              <c:pt idx="22">
                <c:v>-1.00245830909755</c:v>
              </c:pt>
              <c:pt idx="23">
                <c:v>-0.9557642239654818</c:v>
              </c:pt>
              <c:pt idx="24">
                <c:v>-0.9326599963666794</c:v>
              </c:pt>
              <c:pt idx="25">
                <c:v>-0.8941272431128816</c:v>
              </c:pt>
              <c:pt idx="26">
                <c:v>-0.8698994664128752</c:v>
              </c:pt>
              <c:pt idx="27">
                <c:v>-0.8350032472627263</c:v>
              </c:pt>
              <c:pt idx="28">
                <c:v>-0.798901515962467</c:v>
              </c:pt>
              <c:pt idx="29">
                <c:v>-0.7669754934732754</c:v>
              </c:pt>
              <c:pt idx="30">
                <c:v>-0.7306675605927605</c:v>
              </c:pt>
              <c:pt idx="31">
                <c:v>-0.6934221309346913</c:v>
              </c:pt>
              <c:pt idx="32">
                <c:v>-0.6527235485204247</c:v>
              </c:pt>
              <c:pt idx="33">
                <c:v>-0.6257046932115018</c:v>
              </c:pt>
              <c:pt idx="34">
                <c:v>-0.5891408717722757</c:v>
              </c:pt>
              <c:pt idx="35">
                <c:v>-0.5491311471333226</c:v>
              </c:pt>
              <c:pt idx="36">
                <c:v>-0.5144502563275939</c:v>
              </c:pt>
              <c:pt idx="37">
                <c:v>-0.4818372813545021</c:v>
              </c:pt>
              <c:pt idx="38">
                <c:v>-0.4452303112155662</c:v>
              </c:pt>
              <c:pt idx="39">
                <c:v>-0.40879350180108615</c:v>
              </c:pt>
              <c:pt idx="40">
                <c:v>-0.37178142711876155</c:v>
              </c:pt>
              <c:pt idx="41">
                <c:v>-0.3351510192355354</c:v>
              </c:pt>
              <c:pt idx="42">
                <c:v>-0.298287531837092</c:v>
              </c:pt>
              <c:pt idx="43">
                <c:v>-0.26391759301525775</c:v>
              </c:pt>
              <c:pt idx="44">
                <c:v>-0.2373009419924387</c:v>
              </c:pt>
              <c:pt idx="45">
                <c:v>-0.22165472347387535</c:v>
              </c:pt>
              <c:pt idx="46">
                <c:v>-0.23951658841331122</c:v>
              </c:pt>
              <c:pt idx="47">
                <c:v>-0.34168901561599363</c:v>
              </c:pt>
              <c:pt idx="48">
                <c:v>-0.6978044132654804</c:v>
              </c:pt>
              <c:pt idx="49">
                <c:v>-1.17759072159448</c:v>
              </c:pt>
              <c:pt idx="50">
                <c:v>-1.6131164637068682</c:v>
              </c:pt>
              <c:pt idx="51">
                <c:v>-1.8763939188720953</c:v>
              </c:pt>
              <c:pt idx="52">
                <c:v>-2.0076203516684177</c:v>
              </c:pt>
              <c:pt idx="53">
                <c:v>-2.1013007504856347</c:v>
              </c:pt>
              <c:pt idx="54">
                <c:v>-2.21393249054866</c:v>
              </c:pt>
              <c:pt idx="55">
                <c:v>-2.3598291432345992</c:v>
              </c:pt>
              <c:pt idx="56">
                <c:v>-2.5438195269161357</c:v>
              </c:pt>
              <c:pt idx="57">
                <c:v>-3.0655780282416063</c:v>
              </c:pt>
              <c:pt idx="58">
                <c:v>-4.1029033170957945</c:v>
              </c:pt>
              <c:pt idx="59">
                <c:v>-6.370279750416039</c:v>
              </c:pt>
              <c:pt idx="60">
                <c:v>-7.95</c:v>
              </c:pt>
              <c:pt idx="61">
                <c:v>-7.95</c:v>
              </c:pt>
              <c:pt idx="62">
                <c:v>-7.95</c:v>
              </c:pt>
              <c:pt idx="63">
                <c:v>-7.95</c:v>
              </c:pt>
              <c:pt idx="64">
                <c:v>-7.95</c:v>
              </c:pt>
              <c:pt idx="65">
                <c:v>-7.95</c:v>
              </c:pt>
              <c:pt idx="66">
                <c:v>-7.95</c:v>
              </c:pt>
              <c:pt idx="67">
                <c:v>-7.95</c:v>
              </c:pt>
              <c:pt idx="68">
                <c:v>-7.95</c:v>
              </c:pt>
              <c:pt idx="69">
                <c:v>-7.95</c:v>
              </c:pt>
              <c:pt idx="70">
                <c:v>-7.95</c:v>
              </c:pt>
              <c:pt idx="71">
                <c:v>-7.95</c:v>
              </c:pt>
            </c:numLit>
          </c:yVal>
        </c:ser>
        <c:ser>
          <c:idx val="2"/>
          <c:order val="2"/>
          <c:tx>
            <c:v>propagator P1</c:v>
          </c:tx>
          <c:spPr>
            <a:ln xmlns:a="http://schemas.openxmlformats.org/drawingml/2006/main" w="20955">
              <a:solidFill>
                <a:srgbClr val="00AFA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-1.7623554255018559</c:v>
              </c:pt>
              <c:pt idx="1">
                <c:v>-1.7271028811707965</c:v>
              </c:pt>
              <c:pt idx="2">
                <c:v>-1.6921174321546346</c:v>
              </c:pt>
              <c:pt idx="3">
                <c:v>-1.657257088163757</c:v>
              </c:pt>
              <c:pt idx="4">
                <c:v>-1.6223967441728795</c:v>
              </c:pt>
              <c:pt idx="5">
                <c:v>-1.587536400182002</c:v>
              </c:pt>
              <c:pt idx="6">
                <c:v>-1.552754224828605</c:v>
              </c:pt>
              <c:pt idx="7">
                <c:v>-1.5180315789620933</c:v>
              </c:pt>
              <c:pt idx="8">
                <c:v>-1.4833089330955813</c:v>
              </c:pt>
              <c:pt idx="9">
                <c:v>-1.448615417164664</c:v>
              </c:pt>
              <c:pt idx="10">
                <c:v>-1.4139567321379087</c:v>
              </c:pt>
              <c:pt idx="11">
                <c:v>-1.3792980471111533</c:v>
              </c:pt>
              <c:pt idx="12">
                <c:v>-1.3446651454554694</c:v>
              </c:pt>
              <c:pt idx="13">
                <c:v>-1.3100334474942548</c:v>
              </c:pt>
              <c:pt idx="14">
                <c:v>-1.2754160265884826</c:v>
              </c:pt>
              <c:pt idx="15">
                <c:v>-1.2408013903562887</c:v>
              </c:pt>
              <c:pt idx="16">
                <c:v>-1.2061941810891539</c:v>
              </c:pt>
              <c:pt idx="17">
                <c:v>-1.1715890263665631</c:v>
              </c:pt>
              <c:pt idx="18">
                <c:v>-1.1369858686417906</c:v>
              </c:pt>
              <c:pt idx="19">
                <c:v>-1.1023825023485043</c:v>
              </c:pt>
              <c:pt idx="20">
                <c:v>-1.067777644513602</c:v>
              </c:pt>
              <c:pt idx="21">
                <c:v>-1.0331697374325213</c:v>
              </c:pt>
              <c:pt idx="22">
                <c:v>-0.9985574522833532</c:v>
              </c:pt>
              <c:pt idx="23">
                <c:v>-0.9639425053708097</c:v>
              </c:pt>
              <c:pt idx="24">
                <c:v>-0.9293174662608886</c:v>
              </c:pt>
              <c:pt idx="25">
                <c:v>-0.8946805726726791</c:v>
              </c:pt>
              <c:pt idx="26">
                <c:v>-0.8600313053962716</c:v>
              </c:pt>
              <c:pt idx="27">
                <c:v>-0.825367934921818</c:v>
              </c:pt>
              <c:pt idx="28">
                <c:v>-0.7906850908721474</c:v>
              </c:pt>
              <c:pt idx="29">
                <c:v>-0.7559813088387718</c:v>
              </c:pt>
              <c:pt idx="30">
                <c:v>-0.7212521047448103</c:v>
              </c:pt>
              <c:pt idx="31">
                <c:v>-0.6864929178341338</c:v>
              </c:pt>
              <c:pt idx="32">
                <c:v>-0.6516981895045825</c:v>
              </c:pt>
              <c:pt idx="33">
                <c:v>-0.6168624097294032</c:v>
              </c:pt>
              <c:pt idx="34">
                <c:v>-0.5819777332103976</c:v>
              </c:pt>
              <c:pt idx="35">
                <c:v>-0.5470340623065677</c:v>
              </c:pt>
              <c:pt idx="36">
                <c:v>-0.5120124307094469</c:v>
              </c:pt>
              <c:pt idx="37">
                <c:v>-0.47688060851979497</c:v>
              </c:pt>
              <c:pt idx="38">
                <c:v>-0.4415930493058646</c:v>
              </c:pt>
              <c:pt idx="39">
                <c:v>-0.4061117910352997</c:v>
              </c:pt>
              <c:pt idx="40">
                <c:v>-0.37036990624529037</c:v>
              </c:pt>
              <c:pt idx="41">
                <c:v>-0.33437583925466585</c:v>
              </c:pt>
              <c:pt idx="42">
                <c:v>-0.2987130284504567</c:v>
              </c:pt>
              <c:pt idx="43">
                <c:v>-0.26501903292586454</c:v>
              </c:pt>
              <c:pt idx="44">
                <c:v>-0.23640576482210185</c:v>
              </c:pt>
              <c:pt idx="45">
                <c:v>-0.22240534543751445</c:v>
              </c:pt>
              <c:pt idx="46">
                <c:v>-0.24069389509006547</c:v>
              </c:pt>
              <c:pt idx="47">
                <c:v>-0.34403972098625546</c:v>
              </c:pt>
              <c:pt idx="48">
                <c:v>-0.6976071424746099</c:v>
              </c:pt>
              <c:pt idx="49">
                <c:v>-1.1793289406979428</c:v>
              </c:pt>
              <c:pt idx="50">
                <c:v>-1.6156347181662862</c:v>
              </c:pt>
              <c:pt idx="51">
                <c:v>-1.8765190257687399</c:v>
              </c:pt>
              <c:pt idx="52">
                <c:v>-2.0110343440767418</c:v>
              </c:pt>
              <c:pt idx="53">
                <c:v>-2.115849528394059</c:v>
              </c:pt>
              <c:pt idx="54">
                <c:v>-2.207807530029784</c:v>
              </c:pt>
              <c:pt idx="55">
                <c:v>-2.340910754640414</c:v>
              </c:pt>
              <c:pt idx="56">
                <c:v>-2.571116495010289</c:v>
              </c:pt>
              <c:pt idx="57">
                <c:v>-3.0965191883668735</c:v>
              </c:pt>
              <c:pt idx="58">
                <c:v>-4.134878845128059</c:v>
              </c:pt>
              <c:pt idx="59">
                <c:v>-5.704686901970113</c:v>
              </c:pt>
              <c:pt idx="60">
                <c:v>-7.95</c:v>
              </c:pt>
              <c:pt idx="61">
                <c:v>-7.95</c:v>
              </c:pt>
              <c:pt idx="62">
                <c:v>-7.95</c:v>
              </c:pt>
              <c:pt idx="63">
                <c:v>-7.95</c:v>
              </c:pt>
              <c:pt idx="64">
                <c:v>-7.95</c:v>
              </c:pt>
              <c:pt idx="65">
                <c:v>-7.95</c:v>
              </c:pt>
              <c:pt idx="66">
                <c:v>-7.95</c:v>
              </c:pt>
              <c:pt idx="67">
                <c:v>-7.95</c:v>
              </c:pt>
              <c:pt idx="68">
                <c:v>-7.95</c:v>
              </c:pt>
              <c:pt idx="69">
                <c:v>-7.95</c:v>
              </c:pt>
              <c:pt idx="70">
                <c:v>-7.95</c:v>
              </c:pt>
              <c:pt idx="71">
                <c:v>-7.95</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8"/>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1.9"/>
          <c:min val="-3"/>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1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100 Td</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A6D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-2.703890605620938</c:v>
              </c:pt>
              <c:pt idx="1">
                <c:v>-2.660092839884968</c:v>
              </c:pt>
              <c:pt idx="2">
                <c:v>-2.616880476170427</c:v>
              </c:pt>
              <c:pt idx="3">
                <c:v>-2.5793599693164615</c:v>
              </c:pt>
              <c:pt idx="4">
                <c:v>-2.541839462462496</c:v>
              </c:pt>
              <c:pt idx="5">
                <c:v>-2.5043189556085297</c:v>
              </c:pt>
              <c:pt idx="6">
                <c:v>-2.466798448754564</c:v>
              </c:pt>
              <c:pt idx="7">
                <c:v>-2.430322044267854</c:v>
              </c:pt>
              <c:pt idx="8">
                <c:v>-2.3944242701401746</c:v>
              </c:pt>
              <c:pt idx="9">
                <c:v>-2.358526496012495</c:v>
              </c:pt>
              <c:pt idx="10">
                <c:v>-2.322789605016517</c:v>
              </c:pt>
              <c:pt idx="11">
                <c:v>-2.287489043222528</c:v>
              </c:pt>
              <c:pt idx="12">
                <c:v>-2.2521884814285387</c:v>
              </c:pt>
              <c:pt idx="13">
                <c:v>-2.217095583673103</c:v>
              </c:pt>
              <c:pt idx="14">
                <c:v>-2.182153590176231</c:v>
              </c:pt>
              <c:pt idx="15">
                <c:v>-2.1472508351650212</c:v>
              </c:pt>
              <c:pt idx="16">
                <c:v>-2.1124209201369832</c:v>
              </c:pt>
              <c:pt idx="17">
                <c:v>-2.077656540645674</c:v>
              </c:pt>
              <c:pt idx="18">
                <c:v>-2.0429721869987048</c:v>
              </c:pt>
              <c:pt idx="19">
                <c:v>-2.0082885026257062</c:v>
              </c:pt>
              <c:pt idx="20">
                <c:v>-1.9736305801287812</c:v>
              </c:pt>
              <c:pt idx="21">
                <c:v>-1.9390253838061637</c:v>
              </c:pt>
              <c:pt idx="22">
                <c:v>-1.9044845261205334</c:v>
              </c:pt>
              <c:pt idx="23">
                <c:v>-1.8699308276141564</c:v>
              </c:pt>
              <c:pt idx="24">
                <c:v>-1.8353898143927223</c:v>
              </c:pt>
              <c:pt idx="25">
                <c:v>-1.800873394869865</c:v>
              </c:pt>
              <c:pt idx="26">
                <c:v>-1.7663469587215634</c:v>
              </c:pt>
              <c:pt idx="27">
                <c:v>-1.7318398364196739</c:v>
              </c:pt>
              <c:pt idx="28">
                <c:v>-1.6973308831912133</c:v>
              </c:pt>
              <c:pt idx="29">
                <c:v>-1.6628251481129437</c:v>
              </c:pt>
              <c:pt idx="30">
                <c:v>-1.6283194564819534</c:v>
              </c:pt>
              <c:pt idx="31">
                <c:v>-1.5938073094195702</c:v>
              </c:pt>
              <c:pt idx="32">
                <c:v>-1.5592902897555447</c:v>
              </c:pt>
              <c:pt idx="33">
                <c:v>-1.5247719707283938</c:v>
              </c:pt>
              <c:pt idx="34">
                <c:v>-1.4902578248330922</c:v>
              </c:pt>
              <c:pt idx="35">
                <c:v>-1.4557575885681984</c:v>
              </c:pt>
              <c:pt idx="36">
                <c:v>-1.4212771470255467</c:v>
              </c:pt>
              <c:pt idx="37">
                <c:v>-1.3868341587057473</c:v>
              </c:pt>
              <c:pt idx="38">
                <c:v>-1.3524416835787454</c:v>
              </c:pt>
              <c:pt idx="39">
                <c:v>-1.3181292551088335</c:v>
              </c:pt>
              <c:pt idx="40">
                <c:v>-1.2839412999698</c:v>
              </c:pt>
              <c:pt idx="41">
                <c:v>-1.2499415991718346</c:v>
              </c:pt>
              <c:pt idx="42">
                <c:v>-1.2162532998117828</c:v>
              </c:pt>
              <c:pt idx="43">
                <c:v>-1.1830569446079058</c:v>
              </c:pt>
              <c:pt idx="44">
                <c:v>-1.150669715638559</c:v>
              </c:pt>
              <c:pt idx="45">
                <c:v>-1.1195049276647882</c:v>
              </c:pt>
              <c:pt idx="46">
                <c:v>-1.090281798141371</c:v>
              </c:pt>
              <c:pt idx="47">
                <c:v>-1.0645376904199377</c:v>
              </c:pt>
              <c:pt idx="48">
                <c:v>-1.046503791915513</c:v>
              </c:pt>
              <c:pt idx="49">
                <c:v>-1.0340949873639937</c:v>
              </c:pt>
              <c:pt idx="50">
                <c:v>-1.0218521346556102</c:v>
              </c:pt>
              <c:pt idx="51">
                <c:v>-1.0078158227104248</c:v>
              </c:pt>
              <c:pt idx="52">
                <c:v>-0.9950961922147714</c:v>
              </c:pt>
              <c:pt idx="53">
                <c:v>-0.9883158721025928</c:v>
              </c:pt>
              <c:pt idx="54">
                <c:v>-0.9916134063208047</c:v>
              </c:pt>
              <c:pt idx="55">
                <c:v>-1.0104573660925569</c:v>
              </c:pt>
              <c:pt idx="56">
                <c:v>-1.0525508797469</c:v>
              </c:pt>
              <c:pt idx="57">
                <c:v>-1.1304448470602917</c:v>
              </c:pt>
              <c:pt idx="58">
                <c:v>-1.2645276417075872</c:v>
              </c:pt>
              <c:pt idx="59">
                <c:v>-1.4810755657628139</c:v>
              </c:pt>
              <c:pt idx="60">
                <c:v>-1.8264163088428291</c:v>
              </c:pt>
              <c:pt idx="61">
                <c:v>-2.386141071829123</c:v>
              </c:pt>
              <c:pt idx="62">
                <c:v>-3.225013845836256</c:v>
              </c:pt>
              <c:pt idx="63">
                <c:v>-4.351906491808805</c:v>
              </c:pt>
              <c:pt idx="64">
                <c:v>-5.76859612342955</c:v>
              </c:pt>
              <c:pt idx="65">
                <c:v>-7.5005480044591675</c:v>
              </c:pt>
              <c:pt idx="66">
                <c:v>-7.95</c:v>
              </c:pt>
              <c:pt idx="67">
                <c:v>-7.95</c:v>
              </c:pt>
              <c:pt idx="68">
                <c:v>-7.95</c:v>
              </c:pt>
              <c:pt idx="69">
                <c:v>-7.95</c:v>
              </c:pt>
              <c:pt idx="70">
                <c:v>-7.95</c:v>
              </c:pt>
              <c:pt idx="71">
                <c:v>-7.95</c:v>
              </c:pt>
            </c:numLit>
          </c:yVal>
        </c:ser>
        <c:ser>
          <c:idx val="1"/>
          <c:order val="1"/>
          <c:tx>
            <c:v>Monte Carlo</c:v>
          </c:tx>
          <c:spPr>
            <a:ln xmlns:a="http://schemas.openxmlformats.org/drawingml/2006/main" w="20955">
              <a:solidFill>
                <a:srgbClr val="72B51F"/>
              </a:solidFill>
              <a:prstDash val="dash"/>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-2.6779372934775103</c:v>
              </c:pt>
              <c:pt idx="1">
                <c:v>-2.6352746487823926</c:v>
              </c:pt>
              <c:pt idx="2">
                <c:v>-2.575068563340845</c:v>
              </c:pt>
              <c:pt idx="3">
                <c:v>-2.5431634609406784</c:v>
              </c:pt>
              <c:pt idx="4">
                <c:v>-2.5082945588198116</c:v>
              </c:pt>
              <c:pt idx="5">
                <c:v>-2.49724060768154</c:v>
              </c:pt>
              <c:pt idx="6">
                <c:v>-2.4619219937362153</c:v>
              </c:pt>
              <c:pt idx="7">
                <c:v>-2.4204497273143697</c:v>
              </c:pt>
              <c:pt idx="8">
                <c:v>-2.3668728945907485</c:v>
              </c:pt>
              <c:pt idx="9">
                <c:v>-2.344899944717358</c:v>
              </c:pt>
              <c:pt idx="10">
                <c:v>-2.299131131799904</c:v>
              </c:pt>
              <c:pt idx="11">
                <c:v>-2.2883996746517083</c:v>
              </c:pt>
              <c:pt idx="12">
                <c:v>-2.258844146596018</c:v>
              </c:pt>
              <c:pt idx="13">
                <c:v>-2.212194943029926</c:v>
              </c:pt>
              <c:pt idx="14">
                <c:v>-2.201291955848101</c:v>
              </c:pt>
              <c:pt idx="15">
                <c:v>-2.148234535652455</c:v>
              </c:pt>
              <c:pt idx="16">
                <c:v>-2.11597325250167</c:v>
              </c:pt>
              <c:pt idx="17">
                <c:v>-2.069727280390221</c:v>
              </c:pt>
              <c:pt idx="18">
                <c:v>-2.0426662332685757</c:v>
              </c:pt>
              <c:pt idx="19">
                <c:v>-2.0014339379597605</c:v>
              </c:pt>
              <c:pt idx="20">
                <c:v>-1.9670984105023057</c:v>
              </c:pt>
              <c:pt idx="21">
                <c:v>-1.9366793146890764</c:v>
              </c:pt>
              <c:pt idx="22">
                <c:v>-1.897045057456864</c:v>
              </c:pt>
              <c:pt idx="23">
                <c:v>-1.8667271954907636</c:v>
              </c:pt>
              <c:pt idx="24">
                <c:v>-1.8279079079145104</c:v>
              </c:pt>
              <c:pt idx="25">
                <c:v>-1.78710450884665</c:v>
              </c:pt>
              <c:pt idx="26">
                <c:v>-1.7529740060914667</c:v>
              </c:pt>
              <c:pt idx="27">
                <c:v>-1.7237462353587707</c:v>
              </c:pt>
              <c:pt idx="28">
                <c:v>-1.6854399721524607</c:v>
              </c:pt>
              <c:pt idx="29">
                <c:v>-1.6547171567878027</c:v>
              </c:pt>
              <c:pt idx="30">
                <c:v>-1.6193532244714988</c:v>
              </c:pt>
              <c:pt idx="31">
                <c:v>-1.5841751879007568</c:v>
              </c:pt>
              <c:pt idx="32">
                <c:v>-1.5543751936907126</c:v>
              </c:pt>
              <c:pt idx="33">
                <c:v>-1.5142391697909212</c:v>
              </c:pt>
              <c:pt idx="34">
                <c:v>-1.4793304872293007</c:v>
              </c:pt>
              <c:pt idx="35">
                <c:v>-1.4436609717784017</c:v>
              </c:pt>
              <c:pt idx="36">
                <c:v>-1.4073543520854725</c:v>
              </c:pt>
              <c:pt idx="37">
                <c:v>-1.3714408762172514</c:v>
              </c:pt>
              <c:pt idx="38">
                <c:v>-1.3391869252065507</c:v>
              </c:pt>
              <c:pt idx="39">
                <c:v>-1.3037529503854093</c:v>
              </c:pt>
              <c:pt idx="40">
                <c:v>-1.2685816722552572</c:v>
              </c:pt>
              <c:pt idx="41">
                <c:v>-1.2321703909457113</c:v>
              </c:pt>
              <c:pt idx="42">
                <c:v>-1.196896256203223</c:v>
              </c:pt>
              <c:pt idx="43">
                <c:v>-1.1608413951873535</c:v>
              </c:pt>
              <c:pt idx="44">
                <c:v>-1.1267903978884775</c:v>
              </c:pt>
              <c:pt idx="45">
                <c:v>-1.095610880411787</c:v>
              </c:pt>
              <c:pt idx="46">
                <c:v>-1.0688863259590176</c:v>
              </c:pt>
              <c:pt idx="47">
                <c:v>-1.0501014893390461</c:v>
              </c:pt>
              <c:pt idx="48">
                <c:v>-1.0451506053571948</c:v>
              </c:pt>
              <c:pt idx="49">
                <c:v>-1.040653948067104</c:v>
              </c:pt>
              <c:pt idx="50">
                <c:v>-1.0285789863675818</c:v>
              </c:pt>
              <c:pt idx="51">
                <c:v>-1.0117970895347494</c:v>
              </c:pt>
              <c:pt idx="52">
                <c:v>-0.9966409329410841</c:v>
              </c:pt>
              <c:pt idx="53">
                <c:v>-0.9897476350399826</c:v>
              </c:pt>
              <c:pt idx="54">
                <c:v>-0.9927501724939278</c:v>
              </c:pt>
              <c:pt idx="55">
                <c:v>-1.0115305846425473</c:v>
              </c:pt>
              <c:pt idx="56">
                <c:v>-1.0530647902101127</c:v>
              </c:pt>
              <c:pt idx="57">
                <c:v>-1.1314513028869753</c:v>
              </c:pt>
              <c:pt idx="58">
                <c:v>-1.266861185140102</c:v>
              </c:pt>
              <c:pt idx="59">
                <c:v>-1.4857785085193471</c:v>
              </c:pt>
              <c:pt idx="60">
                <c:v>-1.8336450115974503</c:v>
              </c:pt>
              <c:pt idx="61">
                <c:v>-2.39823723270887</c:v>
              </c:pt>
              <c:pt idx="62">
                <c:v>-3.2296116661871968</c:v>
              </c:pt>
              <c:pt idx="63">
                <c:v>-4.329412702120193</c:v>
              </c:pt>
              <c:pt idx="64">
                <c:v>-5.581139020281682</c:v>
              </c:pt>
              <c:pt idx="65">
                <c:v>-7.95</c:v>
              </c:pt>
              <c:pt idx="66">
                <c:v>-7.95</c:v>
              </c:pt>
              <c:pt idx="67">
                <c:v>-7.95</c:v>
              </c:pt>
              <c:pt idx="68">
                <c:v>-7.95</c:v>
              </c:pt>
              <c:pt idx="69">
                <c:v>-7.95</c:v>
              </c:pt>
              <c:pt idx="70">
                <c:v>-7.95</c:v>
              </c:pt>
              <c:pt idx="71">
                <c:v>-7.95</c:v>
              </c:pt>
            </c:numLit>
          </c:yVal>
        </c:ser>
        <c:ser>
          <c:idx val="2"/>
          <c:order val="2"/>
          <c:tx>
            <c:v>propagator P1</c:v>
          </c:tx>
          <c:spPr>
            <a:ln xmlns:a="http://schemas.openxmlformats.org/drawingml/2006/main" w="20955">
              <a:solidFill>
                <a:srgbClr val="00AFA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-2.6579032996007346</c:v>
              </c:pt>
              <c:pt idx="1">
                <c:v>-2.622609456512167</c:v>
              </c:pt>
              <c:pt idx="2">
                <c:v>-2.5875620850687087</c:v>
              </c:pt>
              <c:pt idx="3">
                <c:v>-2.5526301587104823</c:v>
              </c:pt>
              <c:pt idx="4">
                <c:v>-2.5176982323522563</c:v>
              </c:pt>
              <c:pt idx="5">
                <c:v>-2.48276630599403</c:v>
              </c:pt>
              <c:pt idx="6">
                <c:v>-2.4478994151520483</c:v>
              </c:pt>
              <c:pt idx="7">
                <c:v>-2.413082052241423</c:v>
              </c:pt>
              <c:pt idx="8">
                <c:v>-2.3782646893307975</c:v>
              </c:pt>
              <c:pt idx="9">
                <c:v>-2.3434713700448997</c:v>
              </c:pt>
              <c:pt idx="10">
                <c:v>-2.3087067999193245</c:v>
              </c:pt>
              <c:pt idx="11">
                <c:v>-2.273942229793749</c:v>
              </c:pt>
              <c:pt idx="12">
                <c:v>-2.239134601086011</c:v>
              </c:pt>
              <c:pt idx="13">
                <c:v>-2.204324962192055</c:v>
              </c:pt>
              <c:pt idx="14">
                <c:v>-2.169531281371133</c:v>
              </c:pt>
              <c:pt idx="15">
                <c:v>-2.1347391796777644</c:v>
              </c:pt>
              <c:pt idx="16">
                <c:v>-2.099936312002916</c:v>
              </c:pt>
              <c:pt idx="17">
                <c:v>-2.065145909398087</c:v>
              </c:pt>
              <c:pt idx="18">
                <c:v>-2.0303586605055814</c:v>
              </c:pt>
              <c:pt idx="19">
                <c:v>-1.9954951460761412</c:v>
              </c:pt>
              <c:pt idx="20">
                <c:v>-1.9607549737518504</c:v>
              </c:pt>
              <c:pt idx="21">
                <c:v>-1.9260149851723227</c:v>
              </c:pt>
              <c:pt idx="22">
                <c:v>-1.891294668193673</c:v>
              </c:pt>
              <c:pt idx="23">
                <c:v>-1.8566800670064065</c:v>
              </c:pt>
              <c:pt idx="24">
                <c:v>-1.8221247353752261</c:v>
              </c:pt>
              <c:pt idx="25">
                <c:v>-1.7876719490882602</c:v>
              </c:pt>
              <c:pt idx="26">
                <c:v>-1.7532507661647125</c:v>
              </c:pt>
              <c:pt idx="27">
                <c:v>-1.7188482124278377</c:v>
              </c:pt>
              <c:pt idx="28">
                <c:v>-1.6844708212720816</c:v>
              </c:pt>
              <c:pt idx="29">
                <c:v>-1.6501186465908613</c:v>
              </c:pt>
              <c:pt idx="30">
                <c:v>-1.6157640410785656</c:v>
              </c:pt>
              <c:pt idx="31">
                <c:v>-1.5813528835232773</c:v>
              </c:pt>
              <c:pt idx="32">
                <c:v>-1.5468990912432639</c:v>
              </c:pt>
              <c:pt idx="33">
                <c:v>-1.512324700753177</c:v>
              </c:pt>
              <c:pt idx="34">
                <c:v>-1.477599861685015</c:v>
              </c:pt>
              <c:pt idx="35">
                <c:v>-1.4427591748099238</c:v>
              </c:pt>
              <c:pt idx="36">
                <c:v>-1.4078010021991083</c:v>
              </c:pt>
              <c:pt idx="37">
                <c:v>-1.372787863281031</c:v>
              </c:pt>
              <c:pt idx="38">
                <c:v>-1.3375125322426482</c:v>
              </c:pt>
              <c:pt idx="39">
                <c:v>-1.3019380001605807</c:v>
              </c:pt>
              <c:pt idx="40">
                <c:v>-1.2661220644232751</c:v>
              </c:pt>
              <c:pt idx="41">
                <c:v>-1.230006653911519</c:v>
              </c:pt>
              <c:pt idx="42">
                <c:v>-1.1941937740274307</c:v>
              </c:pt>
              <c:pt idx="43">
                <c:v>-1.159009522610508</c:v>
              </c:pt>
              <c:pt idx="44">
                <c:v>-1.1253683758681656</c:v>
              </c:pt>
              <c:pt idx="45">
                <c:v>-1.0944809450275548</c:v>
              </c:pt>
              <c:pt idx="46">
                <c:v>-1.0673947596245867</c:v>
              </c:pt>
              <c:pt idx="47">
                <c:v>-1.0471163648195347</c:v>
              </c:pt>
              <c:pt idx="48">
                <c:v>-1.0439150771616952</c:v>
              </c:pt>
              <c:pt idx="49">
                <c:v>-1.0401021881492927</c:v>
              </c:pt>
              <c:pt idx="50">
                <c:v>-1.0287361292197224</c:v>
              </c:pt>
              <c:pt idx="51">
                <c:v>-1.0126461775835498</c:v>
              </c:pt>
              <c:pt idx="52">
                <c:v>-0.9982536899577448</c:v>
              </c:pt>
              <c:pt idx="53">
                <c:v>-0.9909610163174412</c:v>
              </c:pt>
              <c:pt idx="54">
                <c:v>-0.9937205492429491</c:v>
              </c:pt>
              <c:pt idx="55">
                <c:v>-1.0123464784113325</c:v>
              </c:pt>
              <c:pt idx="56">
                <c:v>-1.0542904911115243</c:v>
              </c:pt>
              <c:pt idx="57">
                <c:v>-1.1326882180026667</c:v>
              </c:pt>
              <c:pt idx="58">
                <c:v>-1.2671252327085805</c:v>
              </c:pt>
              <c:pt idx="59">
                <c:v>-1.4843344686456201</c:v>
              </c:pt>
              <c:pt idx="60">
                <c:v>-1.8311499922493037</c:v>
              </c:pt>
              <c:pt idx="61">
                <c:v>-2.393830927919237</c:v>
              </c:pt>
              <c:pt idx="62">
                <c:v>-3.2234954876539827</c:v>
              </c:pt>
              <c:pt idx="63">
                <c:v>-4.304880040727571</c:v>
              </c:pt>
              <c:pt idx="64">
                <c:v>-5.623570425516639</c:v>
              </c:pt>
              <c:pt idx="65">
                <c:v>-7.1847724869926815</c:v>
              </c:pt>
              <c:pt idx="66">
                <c:v>-7.95</c:v>
              </c:pt>
              <c:pt idx="67">
                <c:v>-7.95</c:v>
              </c:pt>
              <c:pt idx="68">
                <c:v>-7.95</c:v>
              </c:pt>
              <c:pt idx="69">
                <c:v>-7.95</c:v>
              </c:pt>
              <c:pt idx="70">
                <c:v>-7.95</c:v>
              </c:pt>
              <c:pt idx="71">
                <c:v>-7.95</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8"/>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1.9"/>
          <c:min val="-3"/>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1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1000 Td</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A6D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-3.14092604262889</c:v>
              </c:pt>
              <c:pt idx="1">
                <c:v>-3.120441913989614</c:v>
              </c:pt>
              <c:pt idx="2">
                <c:v>-3.099957785350337</c:v>
              </c:pt>
              <c:pt idx="3">
                <c:v>-3.0794736567110608</c:v>
              </c:pt>
              <c:pt idx="4">
                <c:v>-3.058989528071784</c:v>
              </c:pt>
              <c:pt idx="5">
                <c:v>-3.022929453950477</c:v>
              </c:pt>
              <c:pt idx="6">
                <c:v>-2.984682987276753</c:v>
              </c:pt>
              <c:pt idx="7">
                <c:v>-2.9464365206030294</c:v>
              </c:pt>
              <c:pt idx="8">
                <c:v>-2.9081900539293053</c:v>
              </c:pt>
              <c:pt idx="9">
                <c:v>-2.8699435872555816</c:v>
              </c:pt>
              <c:pt idx="10">
                <c:v>-2.831697120581858</c:v>
              </c:pt>
              <c:pt idx="11">
                <c:v>-2.793926321858821</c:v>
              </c:pt>
              <c:pt idx="12">
                <c:v>-2.758191604075035</c:v>
              </c:pt>
              <c:pt idx="13">
                <c:v>-2.7224568862912495</c:v>
              </c:pt>
              <c:pt idx="14">
                <c:v>-2.6867221685074636</c:v>
              </c:pt>
              <c:pt idx="15">
                <c:v>-2.6509874507236777</c:v>
              </c:pt>
              <c:pt idx="16">
                <c:v>-2.6156088816789107</c:v>
              </c:pt>
              <c:pt idx="17">
                <c:v>-2.5805218823432083</c:v>
              </c:pt>
              <c:pt idx="18">
                <c:v>-2.545434883007506</c:v>
              </c:pt>
              <c:pt idx="19">
                <c:v>-2.510372994869611</c:v>
              </c:pt>
              <c:pt idx="20">
                <c:v>-2.475534935984631</c:v>
              </c:pt>
              <c:pt idx="21">
                <c:v>-2.4406968770996507</c:v>
              </c:pt>
              <c:pt idx="22">
                <c:v>-2.4059098650478865</c:v>
              </c:pt>
              <c:pt idx="23">
                <c:v>-2.3712082163078487</c:v>
              </c:pt>
              <c:pt idx="24">
                <c:v>-2.3365141732535863</c:v>
              </c:pt>
              <c:pt idx="25">
                <c:v>-2.3018734181050653</c:v>
              </c:pt>
              <c:pt idx="26">
                <c:v>-2.2672401119921575</c:v>
              </c:pt>
              <c:pt idx="27">
                <c:v>-2.232634388054365</c:v>
              </c:pt>
              <c:pt idx="28">
                <c:v>-2.19803855959631</c:v>
              </c:pt>
              <c:pt idx="29">
                <c:v>-2.1634514204453152</c:v>
              </c:pt>
              <c:pt idx="30">
                <c:v>-2.1288711829478597</c:v>
              </c:pt>
              <c:pt idx="31">
                <c:v>-2.0942925481005634</c:v>
              </c:pt>
              <c:pt idx="32">
                <c:v>-2.0597162805969855</c:v>
              </c:pt>
              <c:pt idx="33">
                <c:v>-2.0251469919362037</c:v>
              </c:pt>
              <c:pt idx="34">
                <c:v>-1.990581591003981</c:v>
              </c:pt>
              <c:pt idx="35">
                <c:v>-1.9560126883081166</c:v>
              </c:pt>
              <c:pt idx="36">
                <c:v>-1.9214420804025918</c:v>
              </c:pt>
              <c:pt idx="37">
                <c:v>-1.886892426765849</c:v>
              </c:pt>
              <c:pt idx="38">
                <c:v>-1.8523441708968114</c:v>
              </c:pt>
              <c:pt idx="39">
                <c:v>-1.8178099462284387</c:v>
              </c:pt>
              <c:pt idx="40">
                <c:v>-1.7832887025478485</c:v>
              </c:pt>
              <c:pt idx="41">
                <c:v>-1.7488058822753971</c:v>
              </c:pt>
              <c:pt idx="42">
                <c:v>-1.714355728058949</c:v>
              </c:pt>
              <c:pt idx="43">
                <c:v>-1.6799635691189427</c:v>
              </c:pt>
              <c:pt idx="44">
                <c:v>-1.645651626241502</c:v>
              </c:pt>
              <c:pt idx="45">
                <c:v>-1.6114548026677387</c:v>
              </c:pt>
              <c:pt idx="46">
                <c:v>-1.5774167022824153</c:v>
              </c:pt>
              <c:pt idx="47">
                <c:v>-1.543638886120132</c:v>
              </c:pt>
              <c:pt idx="48">
                <c:v>-1.5104105772366208</c:v>
              </c:pt>
              <c:pt idx="49">
                <c:v>-1.4779478705897697</c:v>
              </c:pt>
              <c:pt idx="50">
                <c:v>-1.4462551157016985</c:v>
              </c:pt>
              <c:pt idx="51">
                <c:v>-1.4153436815156666</c:v>
              </c:pt>
              <c:pt idx="52">
                <c:v>-1.3856025184760963</c:v>
              </c:pt>
              <c:pt idx="53">
                <c:v>-1.3579569890526155</c:v>
              </c:pt>
              <c:pt idx="54">
                <c:v>-1.3337418055457562</c:v>
              </c:pt>
              <c:pt idx="55">
                <c:v>-1.3147826491452088</c:v>
              </c:pt>
              <c:pt idx="56">
                <c:v>-1.3036141958411531</c:v>
              </c:pt>
              <c:pt idx="57">
                <c:v>-1.3036149857217818</c:v>
              </c:pt>
              <c:pt idx="58">
                <c:v>-1.3203259088045862</c:v>
              </c:pt>
              <c:pt idx="59">
                <c:v>-1.357985936902707</c:v>
              </c:pt>
              <c:pt idx="60">
                <c:v>-1.4176058102686784</c:v>
              </c:pt>
              <c:pt idx="61">
                <c:v>-1.4997822137598509</c:v>
              </c:pt>
              <c:pt idx="62">
                <c:v>-1.6050947097297172</c:v>
              </c:pt>
              <c:pt idx="63">
                <c:v>-1.7348631080861905</c:v>
              </c:pt>
              <c:pt idx="64">
                <c:v>-1.8920522653440166</c:v>
              </c:pt>
              <c:pt idx="65">
                <c:v>-2.079247224565205</c:v>
              </c:pt>
              <c:pt idx="66">
                <c:v>-2.302360930763198</c:v>
              </c:pt>
              <c:pt idx="67">
                <c:v>-2.560694418643312</c:v>
              </c:pt>
              <c:pt idx="68">
                <c:v>-2.8560458961238098</c:v>
              </c:pt>
              <c:pt idx="69">
                <c:v>-3.191446385251215</c:v>
              </c:pt>
              <c:pt idx="70">
                <c:v>-3.5713532794405203</c:v>
              </c:pt>
              <c:pt idx="71">
                <c:v>-4.001181361763716</c:v>
              </c:pt>
            </c:numLit>
          </c:yVal>
        </c:ser>
        <c:ser>
          <c:idx val="1"/>
          <c:order val="1"/>
          <c:tx>
            <c:v>Monte Carlo</c:v>
          </c:tx>
          <c:spPr>
            <a:ln xmlns:a="http://schemas.openxmlformats.org/drawingml/2006/main" w="20955">
              <a:solidFill>
                <a:srgbClr val="72B51F"/>
              </a:solidFill>
              <a:prstDash val="dash"/>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-3.187870831439199</c:v>
              </c:pt>
              <c:pt idx="1">
                <c:v>-3.1257177225662973</c:v>
              </c:pt>
              <c:pt idx="2">
                <c:v>-3.1108499790544233</c:v>
              </c:pt>
              <c:pt idx="3">
                <c:v>-3.045166315556166</c:v>
              </c:pt>
              <c:pt idx="4">
                <c:v>-3.02109546221706</c:v>
              </c:pt>
              <c:pt idx="5">
                <c:v>-2.9963075272131254</c:v>
              </c:pt>
              <c:pt idx="6">
                <c:v>-2.9471061698417116</c:v>
              </c:pt>
              <c:pt idx="7">
                <c:v>-2.9485849948061005</c:v>
              </c:pt>
              <c:pt idx="8">
                <c:v>-2.909554943710145</c:v>
              </c:pt>
              <c:pt idx="9">
                <c:v>-2.8639811140944067</c:v>
              </c:pt>
              <c:pt idx="10">
                <c:v>-2.8209557893159274</c:v>
              </c:pt>
              <c:pt idx="11">
                <c:v>-2.776245830636432</c:v>
              </c:pt>
              <c:pt idx="12">
                <c:v>-2.7743588634985814</c:v>
              </c:pt>
              <c:pt idx="13">
                <c:v>-2.7290845391411453</c:v>
              </c:pt>
              <c:pt idx="14">
                <c:v>-2.6978600415473033</c:v>
              </c:pt>
              <c:pt idx="15">
                <c:v>-2.6578602187965483</c:v>
              </c:pt>
              <c:pt idx="16">
                <c:v>-2.6121321592254514</c:v>
              </c:pt>
              <c:pt idx="17">
                <c:v>-2.5926341964190818</c:v>
              </c:pt>
              <c:pt idx="18">
                <c:v>-2.556260472865587</c:v>
              </c:pt>
              <c:pt idx="19">
                <c:v>-2.5172755519589924</c:v>
              </c:pt>
              <c:pt idx="20">
                <c:v>-2.4771211042529666</c:v>
              </c:pt>
              <c:pt idx="21">
                <c:v>-2.447237008019025</c:v>
              </c:pt>
              <c:pt idx="22">
                <c:v>-2.413690571753954</c:v>
              </c:pt>
              <c:pt idx="23">
                <c:v>-2.3765848842770296</c:v>
              </c:pt>
              <c:pt idx="24">
                <c:v>-2.3446926358914837</c:v>
              </c:pt>
              <c:pt idx="25">
                <c:v>-2.3129467329776254</c:v>
              </c:pt>
              <c:pt idx="26">
                <c:v>-2.2644089627967903</c:v>
              </c:pt>
              <c:pt idx="27">
                <c:v>-2.2401748177483887</c:v>
              </c:pt>
              <c:pt idx="28">
                <c:v>-2.2033166967905466</c:v>
              </c:pt>
              <c:pt idx="29">
                <c:v>-2.1679805902759215</c:v>
              </c:pt>
              <c:pt idx="30">
                <c:v>-2.131815485588268</c:v>
              </c:pt>
              <c:pt idx="31">
                <c:v>-2.097628670947433</c:v>
              </c:pt>
              <c:pt idx="32">
                <c:v>-2.065381389885</c:v>
              </c:pt>
              <c:pt idx="33">
                <c:v>-2.0286592373344803</c:v>
              </c:pt>
              <c:pt idx="34">
                <c:v>-1.991763776550975</c:v>
              </c:pt>
              <c:pt idx="35">
                <c:v>-1.9560518599417982</c:v>
              </c:pt>
              <c:pt idx="36">
                <c:v>-1.920994173146602</c:v>
              </c:pt>
              <c:pt idx="37">
                <c:v>-1.8892213404507807</c:v>
              </c:pt>
              <c:pt idx="38">
                <c:v>-1.850243254297438</c:v>
              </c:pt>
              <c:pt idx="39">
                <c:v>-1.8154325161401408</c:v>
              </c:pt>
              <c:pt idx="40">
                <c:v>-1.7775054055531356</c:v>
              </c:pt>
              <c:pt idx="41">
                <c:v>-1.7406259156825659</c:v>
              </c:pt>
              <c:pt idx="42">
                <c:v>-1.7042032705315657</c:v>
              </c:pt>
              <c:pt idx="43">
                <c:v>-1.6674920023770567</c:v>
              </c:pt>
              <c:pt idx="44">
                <c:v>-1.6306190977688837</c:v>
              </c:pt>
              <c:pt idx="45">
                <c:v>-1.594123755277344</c:v>
              </c:pt>
              <c:pt idx="46">
                <c:v>-1.558727685180253</c:v>
              </c:pt>
              <c:pt idx="47">
                <c:v>-1.5241792233718745</c:v>
              </c:pt>
              <c:pt idx="48">
                <c:v>-1.4907324092333811</c:v>
              </c:pt>
              <c:pt idx="49">
                <c:v>-1.458781352484778</c:v>
              </c:pt>
              <c:pt idx="50">
                <c:v>-1.4266039606708298</c:v>
              </c:pt>
              <c:pt idx="51">
                <c:v>-1.3967974660417009</c:v>
              </c:pt>
              <c:pt idx="52">
                <c:v>-1.367239909393823</c:v>
              </c:pt>
              <c:pt idx="53">
                <c:v>-1.3416623651406305</c:v>
              </c:pt>
              <c:pt idx="54">
                <c:v>-1.3194972758895653</c:v>
              </c:pt>
              <c:pt idx="55">
                <c:v>-1.3034664287761968</c:v>
              </c:pt>
              <c:pt idx="56">
                <c:v>-1.2960089237888746</c:v>
              </c:pt>
              <c:pt idx="57">
                <c:v>-1.2985829611218405</c:v>
              </c:pt>
              <c:pt idx="58">
                <c:v>-1.3172063667386587</c:v>
              </c:pt>
              <c:pt idx="59">
                <c:v>-1.3566965380808071</c:v>
              </c:pt>
              <c:pt idx="60">
                <c:v>-1.4182964330107743</c:v>
              </c:pt>
              <c:pt idx="61">
                <c:v>-1.50693029223258</c:v>
              </c:pt>
              <c:pt idx="62">
                <c:v>-1.6209339025082663</c:v>
              </c:pt>
              <c:pt idx="63">
                <c:v>-1.7591672509753353</c:v>
              </c:pt>
              <c:pt idx="64">
                <c:v>-1.9209947310827749</c:v>
              </c:pt>
              <c:pt idx="65">
                <c:v>-2.1085493313325543</c:v>
              </c:pt>
              <c:pt idx="66">
                <c:v>-2.323418452825719</c:v>
              </c:pt>
              <c:pt idx="67">
                <c:v>-2.564156386355074</c:v>
              </c:pt>
              <c:pt idx="68">
                <c:v>-2.8296205678038175</c:v>
              </c:pt>
              <c:pt idx="69">
                <c:v>-3.1228824193345037</c:v>
              </c:pt>
              <c:pt idx="70">
                <c:v>-3.447851836144725</c:v>
              </c:pt>
              <c:pt idx="71">
                <c:v>-3.802954816908344</c:v>
              </c:pt>
            </c:numLit>
          </c:yVal>
        </c:ser>
        <c:ser>
          <c:idx val="2"/>
          <c:order val="2"/>
          <c:tx>
            <c:v>propagator P1</c:v>
          </c:tx>
          <c:spPr>
            <a:ln xmlns:a="http://schemas.openxmlformats.org/drawingml/2006/main" w="20955">
              <a:solidFill>
                <a:srgbClr val="00AFA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-3.1767792789363103</c:v>
              </c:pt>
              <c:pt idx="1">
                <c:v>-3.1414936390311454</c:v>
              </c:pt>
              <c:pt idx="2">
                <c:v>-3.1064586234737788</c:v>
              </c:pt>
              <c:pt idx="3">
                <c:v>-3.0715409980899544</c:v>
              </c:pt>
              <c:pt idx="4">
                <c:v>-3.0366233727061305</c:v>
              </c:pt>
              <c:pt idx="5">
                <c:v>-3.001705747322306</c:v>
              </c:pt>
              <c:pt idx="6">
                <c:v>-2.9668547142597075</c:v>
              </c:pt>
              <c:pt idx="7">
                <c:v>-2.932054394716505</c:v>
              </c:pt>
              <c:pt idx="8">
                <c:v>-2.8972540751733025</c:v>
              </c:pt>
              <c:pt idx="9">
                <c:v>-2.862474271282502</c:v>
              </c:pt>
              <c:pt idx="10">
                <c:v>-2.827718998126427</c:v>
              </c:pt>
              <c:pt idx="11">
                <c:v>-2.7929637249703516</c:v>
              </c:pt>
              <c:pt idx="12">
                <c:v>-2.7581885570083324</c:v>
              </c:pt>
              <c:pt idx="13">
                <c:v>-2.723412460259003</c:v>
              </c:pt>
              <c:pt idx="14">
                <c:v>-2.6886350866750437</c:v>
              </c:pt>
              <c:pt idx="15">
                <c:v>-2.6538563907688246</c:v>
              </c:pt>
              <c:pt idx="16">
                <c:v>-2.619063684862146</c:v>
              </c:pt>
              <c:pt idx="17">
                <c:v>-2.5842677295485497</c:v>
              </c:pt>
              <c:pt idx="18">
                <c:v>-2.5494626021670004</c:v>
              </c:pt>
              <c:pt idx="19">
                <c:v>-2.51460747933141</c:v>
              </c:pt>
              <c:pt idx="20">
                <c:v>-2.4797866245623594</c:v>
              </c:pt>
              <c:pt idx="21">
                <c:v>-2.444945802677066</c:v>
              </c:pt>
              <c:pt idx="22">
                <c:v>-2.410091785562219</c:v>
              </c:pt>
              <c:pt idx="23">
                <c:v>-2.375256259647816</c:v>
              </c:pt>
              <c:pt idx="24">
                <c:v>-2.340413320269164</c:v>
              </c:pt>
              <c:pt idx="25">
                <c:v>-2.3055770636318784</c:v>
              </c:pt>
              <c:pt idx="26">
                <c:v>-2.2707123574547543</c:v>
              </c:pt>
              <c:pt idx="27">
                <c:v>-2.2358143877719625</c:v>
              </c:pt>
              <c:pt idx="28">
                <c:v>-2.2008759171964174</c:v>
              </c:pt>
              <c:pt idx="29">
                <c:v>-2.165891988104672</c:v>
              </c:pt>
              <c:pt idx="30">
                <c:v>-2.130852388313932</c:v>
              </c:pt>
              <c:pt idx="31">
                <c:v>-2.095740698454782</c:v>
              </c:pt>
              <c:pt idx="32">
                <c:v>-2.060560354072781</c:v>
              </c:pt>
              <c:pt idx="33">
                <c:v>-2.025248425088183</c:v>
              </c:pt>
              <c:pt idx="34">
                <c:v>-1.989778330252509</c:v>
              </c:pt>
              <c:pt idx="35">
                <c:v>-1.9541600075993415</c:v>
              </c:pt>
              <c:pt idx="36">
                <c:v>-1.9184095641714596</c:v>
              </c:pt>
              <c:pt idx="37">
                <c:v>-1.8825433307583532</c:v>
              </c:pt>
              <c:pt idx="38">
                <c:v>-1.8464529671468857</c:v>
              </c:pt>
              <c:pt idx="39">
                <c:v>-1.810135861360228</c:v>
              </c:pt>
              <c:pt idx="40">
                <c:v>-1.7736312956300317</c:v>
              </c:pt>
              <c:pt idx="41">
                <c:v>-1.736924735833214</c:v>
              </c:pt>
              <c:pt idx="42">
                <c:v>-1.7001498607045569</c:v>
              </c:pt>
              <c:pt idx="43">
                <c:v>-1.6633745799296662</c:v>
              </c:pt>
              <c:pt idx="44">
                <c:v>-1.6267730341686872</c:v>
              </c:pt>
              <c:pt idx="45">
                <c:v>-1.5905636692311125</c:v>
              </c:pt>
              <c:pt idx="46">
                <c:v>-1.5549046773370572</c:v>
              </c:pt>
              <c:pt idx="47">
                <c:v>-1.5201677537880256</c:v>
              </c:pt>
              <c:pt idx="48">
                <c:v>-1.4873359605014425</c:v>
              </c:pt>
              <c:pt idx="49">
                <c:v>-1.4550022766614727</c:v>
              </c:pt>
              <c:pt idx="50">
                <c:v>-1.423195077334012</c:v>
              </c:pt>
              <c:pt idx="51">
                <c:v>-1.3925918138111655</c:v>
              </c:pt>
              <c:pt idx="52">
                <c:v>-1.3641361343618315</c:v>
              </c:pt>
              <c:pt idx="53">
                <c:v>-1.3388009124337912</c:v>
              </c:pt>
              <c:pt idx="54">
                <c:v>-1.3176095408698296</c:v>
              </c:pt>
              <c:pt idx="55">
                <c:v>-1.3021466451403698</c:v>
              </c:pt>
              <c:pt idx="56">
                <c:v>-1.2944679365100609</c:v>
              </c:pt>
              <c:pt idx="57">
                <c:v>-1.2977780544925663</c:v>
              </c:pt>
              <c:pt idx="58">
                <c:v>-1.3168843323764932</c:v>
              </c:pt>
              <c:pt idx="59">
                <c:v>-1.3565175227923756</c:v>
              </c:pt>
              <c:pt idx="60">
                <c:v>-1.419110057433965</c:v>
              </c:pt>
              <c:pt idx="61">
                <c:v>-1.5076873186476034</c:v>
              </c:pt>
              <c:pt idx="62">
                <c:v>-1.6224848749075869</c:v>
              </c:pt>
              <c:pt idx="63">
                <c:v>-1.7608429706759845</c:v>
              </c:pt>
              <c:pt idx="64">
                <c:v>-1.9236041209443644</c:v>
              </c:pt>
              <c:pt idx="65">
                <c:v>-2.111754764889316</c:v>
              </c:pt>
              <c:pt idx="66">
                <c:v>-2.3279500012621615</c:v>
              </c:pt>
              <c:pt idx="67">
                <c:v>-2.569756830688681</c:v>
              </c:pt>
              <c:pt idx="68">
                <c:v>-2.8365185457641897</c:v>
              </c:pt>
              <c:pt idx="69">
                <c:v>-3.1315929135498664</c:v>
              </c:pt>
              <c:pt idx="70">
                <c:v>-3.4574662998846706</c:v>
              </c:pt>
              <c:pt idx="71">
                <c:v>-3.81412866243492</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8"/>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1.9"/>
          <c:min val="-3"/>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1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平均エネルギー</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lineChart>
        <c:grouping val="standard"/>
        <c:varyColors val="0"/>
        <c:ser>
          <c:idx val="0"/>
          <c:order val="0"/>
          <c:tx>
            <c:v>two-term</c:v>
          </c:tx>
          <c:spPr>
            <a:ln xmlns:a="http://schemas.openxmlformats.org/drawingml/2006/main" w="21908">
              <a:solidFill>
                <a:srgbClr val="007FAE"/>
              </a:solidFill>
              <a:prstDash val="solid"/>
            </a:ln>
          </c:spPr>
          <c:marker>
            <c:symbol val="circle"/>
            <c:size val="5"/>
            <c:spPr>
              <a:solidFill xmlns:a="http://schemas.openxmlformats.org/drawingml/2006/main">
                <a:srgbClr val="007FAE"/>
              </a:solidFill>
            </c:spPr>
          </c:marker>
          <c:cat>
            <c:numLit>
              <c:formatCode>General</c:formatCode>
              <c:ptCount val="4"/>
              <c:pt idx="0">
                <c:v>1</c:v>
              </c:pt>
              <c:pt idx="1">
                <c:v>10</c:v>
              </c:pt>
              <c:pt idx="2">
                <c:v>100</c:v>
              </c:pt>
              <c:pt idx="3">
                <c:v>1000</c:v>
              </c:pt>
            </c:numLit>
          </c:cat>
          <c:val>
            <c:numLit>
              <c:formatCode>0.0</c:formatCode>
              <c:ptCount val="4"/>
              <c:pt idx="0">
                <c:v>0.8991130084761352</c:v>
              </c:pt>
              <c:pt idx="1">
                <c:v>1.296652963556385</c:v>
              </c:pt>
              <c:pt idx="2">
                <c:v>6.177942115930929</c:v>
              </c:pt>
              <c:pt idx="3">
                <c:v>14.931064275049824</c:v>
              </c:pt>
            </c:numLit>
          </c:val>
        </c:ser>
        <c:ser>
          <c:idx val="1"/>
          <c:order val="1"/>
          <c:tx>
            <c:v>Monte Carlo直接出力</c:v>
          </c:tx>
          <c:spPr>
            <a:ln xmlns:a="http://schemas.openxmlformats.org/drawingml/2006/main" w="21908">
              <a:solidFill>
                <a:srgbClr val="B87900"/>
              </a:solidFill>
              <a:prstDash val="dash"/>
            </a:ln>
          </c:spPr>
          <c:marker>
            <c:symbol val="diamond"/>
            <c:size val="5"/>
            <c:spPr>
              <a:solidFill xmlns:a="http://schemas.openxmlformats.org/drawingml/2006/main">
                <a:srgbClr val="B87900"/>
              </a:solidFill>
            </c:spPr>
          </c:marker>
          <c:cat>
            <c:numLit>
              <c:formatCode>General</c:formatCode>
              <c:ptCount val="4"/>
              <c:pt idx="0">
                <c:v>1</c:v>
              </c:pt>
              <c:pt idx="1">
                <c:v>10</c:v>
              </c:pt>
              <c:pt idx="2">
                <c:v>100</c:v>
              </c:pt>
              <c:pt idx="3">
                <c:v>1000</c:v>
              </c:pt>
            </c:numLit>
          </c:cat>
          <c:val>
            <c:numLit>
              <c:formatCode>0.0</c:formatCode>
              <c:ptCount val="4"/>
              <c:pt idx="0">
                <c:v>0.900782281440427</c:v>
              </c:pt>
              <c:pt idx="1">
                <c:v>1.3204174321326032</c:v>
              </c:pt>
              <c:pt idx="2">
                <c:v>6.142216226067184</c:v>
              </c:pt>
              <c:pt idx="3">
                <c:v>14.92011003422355</c:v>
              </c:pt>
            </c:numLit>
          </c:val>
        </c:ser>
        <c:ser>
          <c:idx val="2"/>
          <c:order val="2"/>
          <c:tx>
            <c:v>propagator P1</c:v>
          </c:tx>
          <c:spPr>
            <a:ln xmlns:a="http://schemas.openxmlformats.org/drawingml/2006/main" w="21908">
              <a:solidFill>
                <a:srgbClr val="72B51F"/>
              </a:solidFill>
              <a:prstDash val="solid"/>
            </a:ln>
          </c:spPr>
          <c:marker>
            <c:symbol val="square"/>
            <c:size val="5"/>
            <c:spPr>
              <a:solidFill xmlns:a="http://schemas.openxmlformats.org/drawingml/2006/main">
                <a:srgbClr val="72B51F"/>
              </a:solidFill>
            </c:spPr>
          </c:marker>
          <c:cat>
            <c:numLit>
              <c:formatCode>General</c:formatCode>
              <c:ptCount val="4"/>
              <c:pt idx="0">
                <c:v>1</c:v>
              </c:pt>
              <c:pt idx="1">
                <c:v>10</c:v>
              </c:pt>
              <c:pt idx="2">
                <c:v>100</c:v>
              </c:pt>
              <c:pt idx="3">
                <c:v>1000</c:v>
              </c:pt>
            </c:numLit>
          </c:cat>
          <c:val>
            <c:numLit>
              <c:formatCode>0.0</c:formatCode>
              <c:ptCount val="4"/>
              <c:pt idx="0">
                <c:v>0.8983958185556212</c:v>
              </c:pt>
              <c:pt idx="1">
                <c:v>1.3166483485800942</c:v>
              </c:pt>
              <c:pt idx="2">
                <c:v>6.145820633868578</c:v>
              </c:pt>
              <c:pt idx="3">
                <c:v>14.84938038371033</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E/N [Td]</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1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Monte Carlo直接出力とtwo-term</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EEDF全変動距離（TV）</c:v>
          </c:tx>
          <c:spPr>
            <a:solidFill xmlns:a="http://schemas.openxmlformats.org/drawingml/2006/main">
              <a:srgbClr val="B87900"/>
            </a:solidFill>
            <a:ln xmlns:a="http://schemas.openxmlformats.org/drawingml/2006/main" w="9525">
              <a:solidFill>
                <a:srgbClr val="B87900"/>
              </a:solidFill>
              <a:prstDash val="solid"/>
            </a:ln>
          </c:spPr>
          <c:cat>
            <c:numLit>
              <c:formatCode>General</c:formatCode>
              <c:ptCount val="4"/>
              <c:pt idx="0">
                <c:v>1</c:v>
              </c:pt>
              <c:pt idx="1">
                <c:v>10</c:v>
              </c:pt>
              <c:pt idx="2">
                <c:v>100</c:v>
              </c:pt>
              <c:pt idx="3">
                <c:v>1000</c:v>
              </c:pt>
            </c:numLit>
          </c:cat>
          <c:val>
            <c:numLit>
              <c:formatCode>0.0</c:formatCode>
              <c:ptCount val="4"/>
              <c:pt idx="0">
                <c:v>0.7802028924777507</c:v>
              </c:pt>
              <c:pt idx="1">
                <c:v>1.3343470550807413</c:v>
              </c:pt>
              <c:pt idx="2">
                <c:v>0.572600736283161</c:v>
              </c:pt>
              <c:pt idx="3">
                <c:v>1.591016485938711</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TV [%]</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1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1 Td</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A6D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-1.2752822305147076</c:v>
              </c:pt>
              <c:pt idx="1">
                <c:v>-1.2311774590156652</c:v>
              </c:pt>
              <c:pt idx="2">
                <c:v>-1.1876826760806063</c:v>
              </c:pt>
              <c:pt idx="3">
                <c:v>-1.1501188046656423</c:v>
              </c:pt>
              <c:pt idx="4">
                <c:v>-1.1125549332506783</c:v>
              </c:pt>
              <c:pt idx="5">
                <c:v>-1.0749910618357144</c:v>
              </c:pt>
              <c:pt idx="6">
                <c:v>-1.0374271904207502</c:v>
              </c:pt>
              <c:pt idx="7">
                <c:v>-1.0009407484285573</c:v>
              </c:pt>
              <c:pt idx="8">
                <c:v>-0.9650514062929287</c:v>
              </c:pt>
              <c:pt idx="9">
                <c:v>-0.9291620641573002</c:v>
              </c:pt>
              <c:pt idx="10">
                <c:v>-0.8934363480903392</c:v>
              </c:pt>
              <c:pt idx="11">
                <c:v>-0.8581544003116445</c:v>
              </c:pt>
              <c:pt idx="12">
                <c:v>-0.8228724525329498</c:v>
              </c:pt>
              <c:pt idx="13">
                <c:v>-0.7878076515334413</c:v>
              </c:pt>
              <c:pt idx="14">
                <c:v>-0.7529006456627411</c:v>
              </c:pt>
              <c:pt idx="15">
                <c:v>-0.7187950097986716</c:v>
              </c:pt>
              <c:pt idx="16">
                <c:v>-0.6861769893920229</c:v>
              </c:pt>
              <c:pt idx="17">
                <c:v>-0.653571502213654</c:v>
              </c:pt>
              <c:pt idx="18">
                <c:v>-0.6209813194369197</c:v>
              </c:pt>
              <c:pt idx="19">
                <c:v>-0.5882442992421696</c:v>
              </c:pt>
              <c:pt idx="20">
                <c:v>-0.5556069395537162</c:v>
              </c:pt>
              <c:pt idx="21">
                <c:v>-0.5232530957992417</c:v>
              </c:pt>
              <c:pt idx="22">
                <c:v>-0.49127993184082963</c:v>
              </c:pt>
              <c:pt idx="23">
                <c:v>-0.4590545405984595</c:v>
              </c:pt>
              <c:pt idx="24">
                <c:v>-0.4266316636626019</c:v>
              </c:pt>
              <c:pt idx="25">
                <c:v>-0.39400835673559187</c:v>
              </c:pt>
              <c:pt idx="26">
                <c:v>-0.36116695559404566</c:v>
              </c:pt>
              <c:pt idx="27">
                <c:v>-0.3281591420689218</c:v>
              </c:pt>
              <c:pt idx="28">
                <c:v>-0.2949594920976609</c:v>
              </c:pt>
              <c:pt idx="29">
                <c:v>-0.2616413762973487</c:v>
              </c:pt>
              <c:pt idx="30">
                <c:v>-0.2282482791154937</c:v>
              </c:pt>
              <c:pt idx="31">
                <c:v>-0.19567419491890725</c:v>
              </c:pt>
              <c:pt idx="32">
                <c:v>-0.16619730769477736</c:v>
              </c:pt>
              <c:pt idx="33">
                <c:v>-0.13840418179994504</c:v>
              </c:pt>
              <c:pt idx="34">
                <c:v>-0.11068037238992122</c:v>
              </c:pt>
              <c:pt idx="35">
                <c:v>-0.08424009943401385</c:v>
              </c:pt>
              <c:pt idx="36">
                <c:v>-0.06535701344664413</c:v>
              </c:pt>
              <c:pt idx="37">
                <c:v>-0.05133454773337459</c:v>
              </c:pt>
              <c:pt idx="38">
                <c:v>-0.047224441102772685</c:v>
              </c:pt>
              <c:pt idx="39">
                <c:v>-0.050772319239365135</c:v>
              </c:pt>
              <c:pt idx="40">
                <c:v>-0.08510841006729429</c:v>
              </c:pt>
              <c:pt idx="41">
                <c:v>-0.14367686395500434</c:v>
              </c:pt>
              <c:pt idx="42">
                <c:v>-0.22647944282798393</c:v>
              </c:pt>
              <c:pt idx="43">
                <c:v>-0.3325842754025087</c:v>
              </c:pt>
              <c:pt idx="44">
                <c:v>-0.4480763756080728</c:v>
              </c:pt>
              <c:pt idx="45">
                <c:v>-0.5345910686087475</c:v>
              </c:pt>
              <c:pt idx="46">
                <c:v>-0.6164698018396848</c:v>
              </c:pt>
              <c:pt idx="47">
                <c:v>-0.7334342567882509</c:v>
              </c:pt>
              <c:pt idx="48">
                <c:v>-0.9091935167568341</c:v>
              </c:pt>
              <c:pt idx="49">
                <c:v>-1.1815017616043106</c:v>
              </c:pt>
              <c:pt idx="50">
                <c:v>-1.5939813587123253</c:v>
              </c:pt>
              <c:pt idx="51">
                <c:v>-2.2048555420868703</c:v>
              </c:pt>
              <c:pt idx="52">
                <c:v>-3.0891371214992174</c:v>
              </c:pt>
              <c:pt idx="53">
                <c:v>-4.467386584182438</c:v>
              </c:pt>
              <c:pt idx="54">
                <c:v>-6.836679248925029</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numLit>
          </c:yVal>
        </c:ser>
        <c:ser>
          <c:idx val="1"/>
          <c:order val="1"/>
          <c:tx>
            <c:v>Monte Carlo</c:v>
          </c:tx>
          <c:spPr>
            <a:ln xmlns:a="http://schemas.openxmlformats.org/drawingml/2006/main" w="20955">
              <a:solidFill>
                <a:srgbClr val="72B51F"/>
              </a:solidFill>
              <a:prstDash val="dash"/>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-1.3012834693344166</c:v>
              </c:pt>
              <c:pt idx="1">
                <c:v>-1.3203177019267822</c:v>
              </c:pt>
              <c:pt idx="2">
                <c:v>-1.2767917922913419</c:v>
              </c:pt>
              <c:pt idx="3">
                <c:v>-1.2011771451032731</c:v>
              </c:pt>
              <c:pt idx="4">
                <c:v>-1.1283615327548957</c:v>
              </c:pt>
              <c:pt idx="5">
                <c:v>-1.1020349595023793</c:v>
              </c:pt>
              <c:pt idx="6">
                <c:v>-1.0590526887361762</c:v>
              </c:pt>
              <c:pt idx="7">
                <c:v>-1.014642380190424</c:v>
              </c:pt>
              <c:pt idx="8">
                <c:v>-0.9778342824361395</c:v>
              </c:pt>
              <c:pt idx="9">
                <c:v>-0.9565045082308657</c:v>
              </c:pt>
              <c:pt idx="10">
                <c:v>-0.89468070181667</c:v>
              </c:pt>
              <c:pt idx="11">
                <c:v>-0.8543445112509016</c:v>
              </c:pt>
              <c:pt idx="12">
                <c:v>-0.8410194690897859</c:v>
              </c:pt>
              <c:pt idx="13">
                <c:v>-0.8162595278693067</c:v>
              </c:pt>
              <c:pt idx="14">
                <c:v>-0.7951277908612201</c:v>
              </c:pt>
              <c:pt idx="15">
                <c:v>-0.7478486542836076</c:v>
              </c:pt>
              <c:pt idx="16">
                <c:v>-0.7116096924803055</c:v>
              </c:pt>
              <c:pt idx="17">
                <c:v>-0.6894880829437354</c:v>
              </c:pt>
              <c:pt idx="18">
                <c:v>-0.6301601479546224</c:v>
              </c:pt>
              <c:pt idx="19">
                <c:v>-0.5770215165333238</c:v>
              </c:pt>
              <c:pt idx="20">
                <c:v>-0.5707626699897207</c:v>
              </c:pt>
              <c:pt idx="21">
                <c:v>-0.540669116372974</c:v>
              </c:pt>
              <c:pt idx="22">
                <c:v>-0.4989852167857317</c:v>
              </c:pt>
              <c:pt idx="23">
                <c:v>-0.47712637675334385</c:v>
              </c:pt>
              <c:pt idx="24">
                <c:v>-0.44258062518613517</c:v>
              </c:pt>
              <c:pt idx="25">
                <c:v>-0.4038056870414775</c:v>
              </c:pt>
              <c:pt idx="26">
                <c:v>-0.37810268764610416</c:v>
              </c:pt>
              <c:pt idx="27">
                <c:v>-0.34569802030448954</c:v>
              </c:pt>
              <c:pt idx="28">
                <c:v>-0.31292043098231737</c:v>
              </c:pt>
              <c:pt idx="29">
                <c:v>-0.28803855025398933</c:v>
              </c:pt>
              <c:pt idx="30">
                <c:v>-0.25470235671403646</c:v>
              </c:pt>
              <c:pt idx="31">
                <c:v>-0.21040132111640272</c:v>
              </c:pt>
              <c:pt idx="32">
                <c:v>-0.19089454766328673</c:v>
              </c:pt>
              <c:pt idx="33">
                <c:v>-0.16108455593284934</c:v>
              </c:pt>
              <c:pt idx="34">
                <c:v>-0.13079291591465228</c:v>
              </c:pt>
              <c:pt idx="35">
                <c:v>-0.1045491604494022</c:v>
              </c:pt>
              <c:pt idx="36">
                <c:v>-0.09214174413427197</c:v>
              </c:pt>
              <c:pt idx="37">
                <c:v>-0.08073027729055021</c:v>
              </c:pt>
              <c:pt idx="38">
                <c:v>-0.07701575575165275</c:v>
              </c:pt>
              <c:pt idx="39">
                <c:v>-0.07793127053588862</c:v>
              </c:pt>
              <c:pt idx="40">
                <c:v>-0.13358241479023733</c:v>
              </c:pt>
              <c:pt idx="41">
                <c:v>-0.1887241258931508</c:v>
              </c:pt>
              <c:pt idx="42">
                <c:v>-0.2695817222431218</c:v>
              </c:pt>
              <c:pt idx="43">
                <c:v>-0.3457242678932116</c:v>
              </c:pt>
              <c:pt idx="44">
                <c:v>-0.41283941677439234</c:v>
              </c:pt>
              <c:pt idx="45">
                <c:v>-0.4909280143208785</c:v>
              </c:pt>
              <c:pt idx="46">
                <c:v>-0.5564270263974166</c:v>
              </c:pt>
              <c:pt idx="47">
                <c:v>-0.6559484332820856</c:v>
              </c:pt>
              <c:pt idx="48">
                <c:v>-0.852596946104605</c:v>
              </c:pt>
              <c:pt idx="49">
                <c:v>-1.1074662312322203</c:v>
              </c:pt>
              <c:pt idx="50">
                <c:v>-1.4987508187500305</c:v>
              </c:pt>
              <c:pt idx="51">
                <c:v>-2.121314010461527</c:v>
              </c:pt>
              <c:pt idx="52">
                <c:v>-3.151227613654651</c:v>
              </c:pt>
              <c:pt idx="53">
                <c:v>-5.188895427361893</c:v>
              </c:pt>
              <c:pt idx="54">
                <c:v>-7.152726951297077</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numLit>
          </c:yVal>
        </c:ser>
        <c:ser>
          <c:idx val="2"/>
          <c:order val="2"/>
          <c:tx>
            <c:v>propagator P1</c:v>
          </c:tx>
          <c:spPr>
            <a:ln xmlns:a="http://schemas.openxmlformats.org/drawingml/2006/main" w="20955">
              <a:solidFill>
                <a:srgbClr val="00AFA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-1.242389961431123</c:v>
              </c:pt>
              <c:pt idx="1">
                <c:v>-1.2070535604576769</c:v>
              </c:pt>
              <c:pt idx="2">
                <c:v>-1.1719531704664463</c:v>
              </c:pt>
              <c:pt idx="3">
                <c:v>-1.1369633258807343</c:v>
              </c:pt>
              <c:pt idx="4">
                <c:v>-1.1019734812950226</c:v>
              </c:pt>
              <c:pt idx="5">
                <c:v>-1.0669836367093108</c:v>
              </c:pt>
              <c:pt idx="6">
                <c:v>-1.0321681494656834</c:v>
              </c:pt>
              <c:pt idx="7">
                <c:v>-0.9974854444150612</c:v>
              </c:pt>
              <c:pt idx="8">
                <c:v>-0.9628027393644386</c:v>
              </c:pt>
              <c:pt idx="9">
                <c:v>-0.9282350233643489</c:v>
              </c:pt>
              <c:pt idx="10">
                <c:v>-0.893804800720047</c:v>
              </c:pt>
              <c:pt idx="11">
                <c:v>-0.8593745780757447</c:v>
              </c:pt>
              <c:pt idx="12">
                <c:v>-0.8255091056580877</c:v>
              </c:pt>
              <c:pt idx="13">
                <c:v>-0.7916699985563626</c:v>
              </c:pt>
              <c:pt idx="14">
                <c:v>-0.7584931729559155</c:v>
              </c:pt>
              <c:pt idx="15">
                <c:v>-0.7254615940374132</c:v>
              </c:pt>
              <c:pt idx="16">
                <c:v>-0.6929743809226795</c:v>
              </c:pt>
              <c:pt idx="17">
                <c:v>-0.6607392250692585</c:v>
              </c:pt>
              <c:pt idx="18">
                <c:v>-0.6288198560328467</c:v>
              </c:pt>
              <c:pt idx="19">
                <c:v>-0.5974673001385574</c:v>
              </c:pt>
              <c:pt idx="20">
                <c:v>-0.5664459479926791</c:v>
              </c:pt>
              <c:pt idx="21">
                <c:v>-0.5355865976667722</c:v>
              </c:pt>
              <c:pt idx="22">
                <c:v>-0.5046797617551417</c:v>
              </c:pt>
              <c:pt idx="23">
                <c:v>-0.47338279375549946</c:v>
              </c:pt>
              <c:pt idx="24">
                <c:v>-0.44149909588014763</c:v>
              </c:pt>
              <c:pt idx="25">
                <c:v>-0.4090360111967999</c:v>
              </c:pt>
              <c:pt idx="26">
                <c:v>-0.3761206193319854</c:v>
              </c:pt>
              <c:pt idx="27">
                <c:v>-0.3428019273175813</c:v>
              </c:pt>
              <c:pt idx="28">
                <c:v>-0.30888386852187993</c:v>
              </c:pt>
              <c:pt idx="29">
                <c:v>-0.2741042813728162</c:v>
              </c:pt>
              <c:pt idx="30">
                <c:v>-0.2372425050761129</c:v>
              </c:pt>
              <c:pt idx="31">
                <c:v>-0.1975087316481156</c:v>
              </c:pt>
              <c:pt idx="32">
                <c:v>-0.1758320863354631</c:v>
              </c:pt>
              <c:pt idx="33">
                <c:v>-0.15163189971572388</c:v>
              </c:pt>
              <c:pt idx="34">
                <c:v>-0.12538767098053033</c:v>
              </c:pt>
              <c:pt idx="35">
                <c:v>-0.09176093234607198</c:v>
              </c:pt>
              <c:pt idx="36">
                <c:v>-0.0812203948542942</c:v>
              </c:pt>
              <c:pt idx="37">
                <c:v>-0.06693352101304935</c:v>
              </c:pt>
              <c:pt idx="38">
                <c:v>-0.06393583924904829</c:v>
              </c:pt>
              <c:pt idx="39">
                <c:v>-0.07195511909807827</c:v>
              </c:pt>
              <c:pt idx="40">
                <c:v>-0.11939089813726422</c:v>
              </c:pt>
              <c:pt idx="41">
                <c:v>-0.1740465290950457</c:v>
              </c:pt>
              <c:pt idx="42">
                <c:v>-0.255810798224402</c:v>
              </c:pt>
              <c:pt idx="43">
                <c:v>-0.3405562047137085</c:v>
              </c:pt>
              <c:pt idx="44">
                <c:v>-0.41798298592776706</c:v>
              </c:pt>
              <c:pt idx="45">
                <c:v>-0.4946969920368605</c:v>
              </c:pt>
              <c:pt idx="46">
                <c:v>-0.5769877443406006</c:v>
              </c:pt>
              <c:pt idx="47">
                <c:v>-0.6922232850808814</c:v>
              </c:pt>
              <c:pt idx="48">
                <c:v>-0.8680466762364669</c:v>
              </c:pt>
              <c:pt idx="49">
                <c:v>-1.139753864075456</c:v>
              </c:pt>
              <c:pt idx="50">
                <c:v>-1.5505333887166337</c:v>
              </c:pt>
              <c:pt idx="51">
                <c:v>-2.156806599640002</c:v>
              </c:pt>
              <c:pt idx="52">
                <c:v>-3.0292454826263846</c:v>
              </c:pt>
              <c:pt idx="53">
                <c:v>-4.374688666036941</c:v>
              </c:pt>
              <c:pt idx="54">
                <c:v>-6.640280239092995</c:v>
              </c:pt>
              <c:pt idx="55">
                <c:v>-7.95</c:v>
              </c:pt>
              <c:pt idx="56">
                <c:v>-7.95</c:v>
              </c:pt>
              <c:pt idx="57">
                <c:v>-7.95</c:v>
              </c:pt>
              <c:pt idx="58">
                <c:v>-7.95</c:v>
              </c:pt>
              <c:pt idx="59">
                <c:v>-7.95</c:v>
              </c:pt>
              <c:pt idx="60">
                <c:v>-7.95</c:v>
              </c:pt>
              <c:pt idx="61">
                <c:v>-7.95</c:v>
              </c:pt>
              <c:pt idx="62">
                <c:v>-7.95</c:v>
              </c:pt>
              <c:pt idx="63">
                <c:v>-7.95</c:v>
              </c:pt>
              <c:pt idx="64">
                <c:v>-7.95</c:v>
              </c:pt>
              <c:pt idx="65">
                <c:v>-7.95</c:v>
              </c:pt>
              <c:pt idx="66">
                <c:v>-7.95</c:v>
              </c:pt>
              <c:pt idx="67">
                <c:v>-7.95</c:v>
              </c:pt>
              <c:pt idx="68">
                <c:v>-7.95</c:v>
              </c:pt>
              <c:pt idx="69">
                <c:v>-7.95</c:v>
              </c:pt>
              <c:pt idx="70">
                <c:v>-7.95</c:v>
              </c:pt>
              <c:pt idx="71">
                <c:v>-7.95</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8"/>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1.9"/>
          <c:min val="-3"/>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18.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10 Td</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A6D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-2.329865542747581</c:v>
              </c:pt>
              <c:pt idx="1">
                <c:v>-2.285760688319137</c:v>
              </c:pt>
              <c:pt idx="2">
                <c:v>-2.242265820012191</c:v>
              </c:pt>
              <c:pt idx="3">
                <c:v>-2.204701839477086</c:v>
              </c:pt>
              <c:pt idx="4">
                <c:v>-2.1671378589419814</c:v>
              </c:pt>
              <c:pt idx="5">
                <c:v>-2.1295738784068763</c:v>
              </c:pt>
              <c:pt idx="6">
                <c:v>-2.092009897871771</c:v>
              </c:pt>
              <c:pt idx="7">
                <c:v>-2.0555161272781084</c:v>
              </c:pt>
              <c:pt idx="8">
                <c:v>-2.019615455581713</c:v>
              </c:pt>
              <c:pt idx="9">
                <c:v>-1.983714783885318</c:v>
              </c:pt>
              <c:pt idx="10">
                <c:v>-1.9479791960920079</c:v>
              </c:pt>
              <c:pt idx="11">
                <c:v>-1.9126913303621131</c:v>
              </c:pt>
              <c:pt idx="12">
                <c:v>-1.8774034646322182</c:v>
              </c:pt>
              <c:pt idx="13">
                <c:v>-1.8423281952098118</c:v>
              </c:pt>
              <c:pt idx="14">
                <c:v>-1.8074074142023384</c:v>
              </c:pt>
              <c:pt idx="15">
                <c:v>-1.772534463710721</c:v>
              </c:pt>
              <c:pt idx="16">
                <c:v>-1.7377503029343846</c:v>
              </c:pt>
              <c:pt idx="17">
                <c:v>-1.7030325970328954</c:v>
              </c:pt>
              <c:pt idx="18">
                <c:v>-1.6683960395851392</c:v>
              </c:pt>
              <c:pt idx="19">
                <c:v>-1.633756794154159</c:v>
              </c:pt>
              <c:pt idx="20">
                <c:v>-1.599146192210065</c:v>
              </c:pt>
              <c:pt idx="21">
                <c:v>-1.5645960808215629</c:v>
              </c:pt>
              <c:pt idx="22">
                <c:v>-1.5301225208499163</c:v>
              </c:pt>
              <c:pt idx="23">
                <c:v>-1.4956252047863055</c:v>
              </c:pt>
              <c:pt idx="24">
                <c:v>-1.4611374162736719</c:v>
              </c:pt>
              <c:pt idx="25">
                <c:v>-1.4266732686053811</c:v>
              </c:pt>
              <c:pt idx="26">
                <c:v>-1.392193716773752</c:v>
              </c:pt>
              <c:pt idx="27">
                <c:v>-1.3577309133415183</c:v>
              </c:pt>
              <c:pt idx="28">
                <c:v>-1.323230690579866</c:v>
              </c:pt>
              <c:pt idx="29">
                <c:v>-1.2887332509709466</c:v>
              </c:pt>
              <c:pt idx="30">
                <c:v>-1.2542354082355478</c:v>
              </c:pt>
              <c:pt idx="31">
                <c:v>-1.2197407519537946</c:v>
              </c:pt>
              <c:pt idx="32">
                <c:v>-1.185289529028932</c:v>
              </c:pt>
              <c:pt idx="33">
                <c:v>-1.150880448245134</c:v>
              </c:pt>
              <c:pt idx="34">
                <c:v>-1.116472447308591</c:v>
              </c:pt>
              <c:pt idx="35">
                <c:v>-1.0820903609967256</c:v>
              </c:pt>
              <c:pt idx="36">
                <c:v>-1.0478328180412984</c:v>
              </c:pt>
              <c:pt idx="37">
                <c:v>-1.0137102901749715</c:v>
              </c:pt>
              <c:pt idx="38">
                <c:v>-0.9798068361051936</c:v>
              </c:pt>
              <c:pt idx="39">
                <c:v>-0.9462050892133081</c:v>
              </c:pt>
              <c:pt idx="40">
                <c:v>-0.9133001223991041</c:v>
              </c:pt>
              <c:pt idx="41">
                <c:v>-0.8810877644179783</c:v>
              </c:pt>
              <c:pt idx="42">
                <c:v>-0.8497919276522345</c:v>
              </c:pt>
              <c:pt idx="43">
                <c:v>-0.8195047690205657</c:v>
              </c:pt>
              <c:pt idx="44">
                <c:v>-0.7903156268748702</c:v>
              </c:pt>
              <c:pt idx="45">
                <c:v>-0.7621992381897658</c:v>
              </c:pt>
              <c:pt idx="46">
                <c:v>-0.7362463481961341</c:v>
              </c:pt>
              <c:pt idx="47">
                <c:v>-0.7139703402368932</c:v>
              </c:pt>
              <c:pt idx="48">
                <c:v>-0.6967808284889999</c:v>
              </c:pt>
              <c:pt idx="49">
                <c:v>-0.6871170882099805</c:v>
              </c:pt>
              <c:pt idx="50">
                <c:v>-0.6882458717421495</c:v>
              </c:pt>
              <c:pt idx="51">
                <c:v>-0.7048596326364408</c:v>
              </c:pt>
              <c:pt idx="52">
                <c:v>-0.7437990231165569</c:v>
              </c:pt>
              <c:pt idx="53">
                <c:v>-0.8211497739950515</c:v>
              </c:pt>
              <c:pt idx="54">
                <c:v>-0.971644720927692</c:v>
              </c:pt>
              <c:pt idx="55">
                <c:v>-1.2607996262132473</c:v>
              </c:pt>
              <c:pt idx="56">
                <c:v>-1.8052928397846575</c:v>
              </c:pt>
              <c:pt idx="57">
                <c:v>-2.646095958939091</c:v>
              </c:pt>
              <c:pt idx="58">
                <c:v>-3.931915139925026</c:v>
              </c:pt>
              <c:pt idx="59">
                <c:v>-5.82127834735845</c:v>
              </c:pt>
              <c:pt idx="60">
                <c:v>-7.95</c:v>
              </c:pt>
              <c:pt idx="61">
                <c:v>-7.95</c:v>
              </c:pt>
              <c:pt idx="62">
                <c:v>-7.95</c:v>
              </c:pt>
              <c:pt idx="63">
                <c:v>-7.95</c:v>
              </c:pt>
              <c:pt idx="64">
                <c:v>-7.95</c:v>
              </c:pt>
              <c:pt idx="65">
                <c:v>-7.95</c:v>
              </c:pt>
              <c:pt idx="66">
                <c:v>-7.95</c:v>
              </c:pt>
              <c:pt idx="67">
                <c:v>-7.95</c:v>
              </c:pt>
              <c:pt idx="68">
                <c:v>-7.95</c:v>
              </c:pt>
              <c:pt idx="69">
                <c:v>-7.95</c:v>
              </c:pt>
              <c:pt idx="70">
                <c:v>-7.95</c:v>
              </c:pt>
              <c:pt idx="71">
                <c:v>-7.95</c:v>
              </c:pt>
            </c:numLit>
          </c:yVal>
        </c:ser>
        <c:ser>
          <c:idx val="1"/>
          <c:order val="1"/>
          <c:tx>
            <c:v>Monte Carlo</c:v>
          </c:tx>
          <c:spPr>
            <a:ln xmlns:a="http://schemas.openxmlformats.org/drawingml/2006/main" w="20955">
              <a:solidFill>
                <a:srgbClr val="72B51F"/>
              </a:solidFill>
              <a:prstDash val="dash"/>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-2.216035621157181</c:v>
              </c:pt>
              <c:pt idx="1">
                <c:v>-2.2138220652928946</c:v>
              </c:pt>
              <c:pt idx="2">
                <c:v>-2.200427604015821</c:v>
              </c:pt>
              <c:pt idx="3">
                <c:v>-2.191557823941167</c:v>
              </c:pt>
              <c:pt idx="4">
                <c:v>-2.1171767716013967</c:v>
              </c:pt>
              <c:pt idx="5">
                <c:v>-2.1197913810351703</c:v>
              </c:pt>
              <c:pt idx="6">
                <c:v>-2.1229782653984435</c:v>
              </c:pt>
              <c:pt idx="7">
                <c:v>-2.0616338768081652</c:v>
              </c:pt>
              <c:pt idx="8">
                <c:v>-2.01038316163743</c:v>
              </c:pt>
              <c:pt idx="9">
                <c:v>-2.0085461366305406</c:v>
              </c:pt>
              <c:pt idx="10">
                <c:v>-1.9705048554831508</c:v>
              </c:pt>
              <c:pt idx="11">
                <c:v>-1.92961755328218</c:v>
              </c:pt>
              <c:pt idx="12">
                <c:v>-1.8756957613130913</c:v>
              </c:pt>
              <c:pt idx="13">
                <c:v>-1.8129243300142477</c:v>
              </c:pt>
              <c:pt idx="14">
                <c:v>-1.7728330380815904</c:v>
              </c:pt>
              <c:pt idx="15">
                <c:v>-1.7578767308984862</c:v>
              </c:pt>
              <c:pt idx="16">
                <c:v>-1.726617378726445</c:v>
              </c:pt>
              <c:pt idx="17">
                <c:v>-1.7058937152807756</c:v>
              </c:pt>
              <c:pt idx="18">
                <c:v>-1.665596063804804</c:v>
              </c:pt>
              <c:pt idx="19">
                <c:v>-1.618944442487571</c:v>
              </c:pt>
              <c:pt idx="20">
                <c:v>-1.5936550069186537</c:v>
              </c:pt>
              <c:pt idx="21">
                <c:v>-1.5724599466906437</c:v>
              </c:pt>
              <c:pt idx="22">
                <c:v>-1.5287750561025324</c:v>
              </c:pt>
              <c:pt idx="23">
                <c:v>-1.4855952431856358</c:v>
              </c:pt>
              <c:pt idx="24">
                <c:v>-1.452095595859468</c:v>
              </c:pt>
              <c:pt idx="25">
                <c:v>-1.4185331025903813</c:v>
              </c:pt>
              <c:pt idx="26">
                <c:v>-1.3950593368091067</c:v>
              </c:pt>
              <c:pt idx="27">
                <c:v>-1.355468501863649</c:v>
              </c:pt>
              <c:pt idx="28">
                <c:v>-1.3250815437756527</c:v>
              </c:pt>
              <c:pt idx="29">
                <c:v>-1.2869087429686923</c:v>
              </c:pt>
              <c:pt idx="30">
                <c:v>-1.2586750284236983</c:v>
              </c:pt>
              <c:pt idx="31">
                <c:v>-1.2294970795199243</c:v>
              </c:pt>
              <c:pt idx="32">
                <c:v>-1.189561207014981</c:v>
              </c:pt>
              <c:pt idx="33">
                <c:v>-1.1551869114124587</c:v>
              </c:pt>
              <c:pt idx="34">
                <c:v>-1.1197890912241188</c:v>
              </c:pt>
              <c:pt idx="35">
                <c:v>-1.0839429568052623</c:v>
              </c:pt>
              <c:pt idx="36">
                <c:v>-1.0440493758220137</c:v>
              </c:pt>
              <c:pt idx="37">
                <c:v>-1.015353728712642</c:v>
              </c:pt>
              <c:pt idx="38">
                <c:v>-0.9760417036380571</c:v>
              </c:pt>
              <c:pt idx="39">
                <c:v>-0.9455067432873913</c:v>
              </c:pt>
              <c:pt idx="40">
                <c:v>-0.9120368707549984</c:v>
              </c:pt>
              <c:pt idx="41">
                <c:v>-0.8805818235625494</c:v>
              </c:pt>
              <c:pt idx="42">
                <c:v>-0.8545544332383802</c:v>
              </c:pt>
              <c:pt idx="43">
                <c:v>-0.8195346812731115</c:v>
              </c:pt>
              <c:pt idx="44">
                <c:v>-0.7902823151267093</c:v>
              </c:pt>
              <c:pt idx="45">
                <c:v>-0.7595495727243251</c:v>
              </c:pt>
              <c:pt idx="46">
                <c:v>-0.7353160695209361</c:v>
              </c:pt>
              <c:pt idx="47">
                <c:v>-0.7096185765222025</c:v>
              </c:pt>
              <c:pt idx="48">
                <c:v>-0.6958136124351313</c:v>
              </c:pt>
              <c:pt idx="49">
                <c:v>-0.6857229031563602</c:v>
              </c:pt>
              <c:pt idx="50">
                <c:v>-0.6894481964001419</c:v>
              </c:pt>
              <c:pt idx="51">
                <c:v>-0.7077794537481078</c:v>
              </c:pt>
              <c:pt idx="52">
                <c:v>-0.7455140650445022</c:v>
              </c:pt>
              <c:pt idx="53">
                <c:v>-0.8185417946512727</c:v>
              </c:pt>
              <c:pt idx="54">
                <c:v>-0.9739235438632246</c:v>
              </c:pt>
              <c:pt idx="55">
                <c:v>-1.2606829247235278</c:v>
              </c:pt>
              <c:pt idx="56">
                <c:v>-1.7977636107508292</c:v>
              </c:pt>
              <c:pt idx="57">
                <c:v>-2.6261680747346854</c:v>
              </c:pt>
              <c:pt idx="58">
                <c:v>-3.8704169896637874</c:v>
              </c:pt>
              <c:pt idx="59">
                <c:v>-6.984848451559996</c:v>
              </c:pt>
              <c:pt idx="60">
                <c:v>-7.95</c:v>
              </c:pt>
              <c:pt idx="61">
                <c:v>-7.95</c:v>
              </c:pt>
              <c:pt idx="62">
                <c:v>-7.95</c:v>
              </c:pt>
              <c:pt idx="63">
                <c:v>-7.95</c:v>
              </c:pt>
              <c:pt idx="64">
                <c:v>-7.95</c:v>
              </c:pt>
              <c:pt idx="65">
                <c:v>-7.95</c:v>
              </c:pt>
              <c:pt idx="66">
                <c:v>-7.95</c:v>
              </c:pt>
              <c:pt idx="67">
                <c:v>-7.95</c:v>
              </c:pt>
              <c:pt idx="68">
                <c:v>-7.95</c:v>
              </c:pt>
              <c:pt idx="69">
                <c:v>-7.95</c:v>
              </c:pt>
              <c:pt idx="70">
                <c:v>-7.95</c:v>
              </c:pt>
              <c:pt idx="71">
                <c:v>-7.95</c:v>
              </c:pt>
            </c:numLit>
          </c:yVal>
        </c:ser>
        <c:ser>
          <c:idx val="2"/>
          <c:order val="2"/>
          <c:tx>
            <c:v>propagator P1</c:v>
          </c:tx>
          <c:spPr>
            <a:ln xmlns:a="http://schemas.openxmlformats.org/drawingml/2006/main" w="20955">
              <a:solidFill>
                <a:srgbClr val="00AFA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-2.29236597415837</c:v>
              </c:pt>
              <c:pt idx="1">
                <c:v>-2.257100427378599</c:v>
              </c:pt>
              <c:pt idx="2">
                <c:v>-2.2220946221376026</c:v>
              </c:pt>
              <c:pt idx="3">
                <c:v>-2.187210477479789</c:v>
              </c:pt>
              <c:pt idx="4">
                <c:v>-2.1523263328219757</c:v>
              </c:pt>
              <c:pt idx="5">
                <c:v>-2.1174421881641625</c:v>
              </c:pt>
              <c:pt idx="6">
                <c:v>-2.0826399049202076</c:v>
              </c:pt>
              <c:pt idx="7">
                <c:v>-2.0478999634045953</c:v>
              </c:pt>
              <c:pt idx="8">
                <c:v>-2.0131600218889822</c:v>
              </c:pt>
              <c:pt idx="9">
                <c:v>-1.9784548811281526</c:v>
              </c:pt>
              <c:pt idx="10">
                <c:v>-1.9437913519167433</c:v>
              </c:pt>
              <c:pt idx="11">
                <c:v>-1.9091278227053339</c:v>
              </c:pt>
              <c:pt idx="12">
                <c:v>-1.8745204944844283</c:v>
              </c:pt>
              <c:pt idx="13">
                <c:v>-1.8399157900019483</c:v>
              </c:pt>
              <c:pt idx="14">
                <c:v>-1.8053874327170003</c:v>
              </c:pt>
              <c:pt idx="15">
                <c:v>-1.7708730979609617</c:v>
              </c:pt>
              <c:pt idx="16">
                <c:v>-1.7363876780942684</c:v>
              </c:pt>
              <c:pt idx="17">
                <c:v>-1.7019256283132596</c:v>
              </c:pt>
              <c:pt idx="18">
                <c:v>-1.6674888778959882</c:v>
              </c:pt>
              <c:pt idx="19">
                <c:v>-1.6330713780454356</c:v>
              </c:pt>
              <c:pt idx="20">
                <c:v>-1.598687489466304</c:v>
              </c:pt>
              <c:pt idx="21">
                <c:v>-1.56430315324696</c:v>
              </c:pt>
              <c:pt idx="22">
                <c:v>-1.5299008796159843</c:v>
              </c:pt>
              <c:pt idx="23">
                <c:v>-1.4954602596224644</c:v>
              </c:pt>
              <c:pt idx="24">
                <c:v>-1.4609536398592131</c:v>
              </c:pt>
              <c:pt idx="25">
                <c:v>-1.4263787675669368</c:v>
              </c:pt>
              <c:pt idx="26">
                <c:v>-1.3917514975816943</c:v>
              </c:pt>
              <c:pt idx="27">
                <c:v>-1.357071023986014</c:v>
              </c:pt>
              <c:pt idx="28">
                <c:v>-1.3223106508543383</c:v>
              </c:pt>
              <c:pt idx="29">
                <c:v>-1.2874343288538301</c:v>
              </c:pt>
              <c:pt idx="30">
                <c:v>-1.2522871822638049</c:v>
              </c:pt>
              <c:pt idx="31">
                <c:v>-1.2167107248237294</c:v>
              </c:pt>
              <c:pt idx="32">
                <c:v>-1.1829391866651617</c:v>
              </c:pt>
              <c:pt idx="33">
                <c:v>-1.1486894117979145</c:v>
              </c:pt>
              <c:pt idx="34">
                <c:v>-1.1141782939103024</c:v>
              </c:pt>
              <c:pt idx="35">
                <c:v>-1.0786122593039298</c:v>
              </c:pt>
              <c:pt idx="36">
                <c:v>-1.045046098120181</c:v>
              </c:pt>
              <c:pt idx="37">
                <c:v>-1.0108729613078955</c:v>
              </c:pt>
              <c:pt idx="38">
                <c:v>-0.9771299354139804</c:v>
              </c:pt>
              <c:pt idx="39">
                <c:v>-0.9436341668523048</c:v>
              </c:pt>
              <c:pt idx="40">
                <c:v>-0.9128733590143827</c:v>
              </c:pt>
              <c:pt idx="41">
                <c:v>-0.8813024622188692</c:v>
              </c:pt>
              <c:pt idx="42">
                <c:v>-0.8507065474010118</c:v>
              </c:pt>
              <c:pt idx="43">
                <c:v>-0.820094527760679</c:v>
              </c:pt>
              <c:pt idx="44">
                <c:v>-0.7899526789221073</c:v>
              </c:pt>
              <c:pt idx="45">
                <c:v>-0.7615037032610519</c:v>
              </c:pt>
              <c:pt idx="46">
                <c:v>-0.735417475191729</c:v>
              </c:pt>
              <c:pt idx="47">
                <c:v>-0.7131821473184051</c:v>
              </c:pt>
              <c:pt idx="48">
                <c:v>-0.6962097232352872</c:v>
              </c:pt>
              <c:pt idx="49">
                <c:v>-0.686787516442049</c:v>
              </c:pt>
              <c:pt idx="50">
                <c:v>-0.68816279500731</c:v>
              </c:pt>
              <c:pt idx="51">
                <c:v>-0.7050224156480369</c:v>
              </c:pt>
              <c:pt idx="52">
                <c:v>-0.7441368746039626</c:v>
              </c:pt>
              <c:pt idx="53">
                <c:v>-0.8219739679837915</c:v>
              </c:pt>
              <c:pt idx="54">
                <c:v>-0.9727270867730067</c:v>
              </c:pt>
              <c:pt idx="55">
                <c:v>-1.262035720066673</c:v>
              </c:pt>
              <c:pt idx="56">
                <c:v>-1.8046313117365376</c:v>
              </c:pt>
              <c:pt idx="57">
                <c:v>-2.6401960896249212</c:v>
              </c:pt>
              <c:pt idx="58">
                <c:v>-3.9110972805486486</c:v>
              </c:pt>
              <c:pt idx="59">
                <c:v>-5.777280163213132</c:v>
              </c:pt>
              <c:pt idx="60">
                <c:v>-7.95</c:v>
              </c:pt>
              <c:pt idx="61">
                <c:v>-7.95</c:v>
              </c:pt>
              <c:pt idx="62">
                <c:v>-7.95</c:v>
              </c:pt>
              <c:pt idx="63">
                <c:v>-7.95</c:v>
              </c:pt>
              <c:pt idx="64">
                <c:v>-7.95</c:v>
              </c:pt>
              <c:pt idx="65">
                <c:v>-7.95</c:v>
              </c:pt>
              <c:pt idx="66">
                <c:v>-7.95</c:v>
              </c:pt>
              <c:pt idx="67">
                <c:v>-7.95</c:v>
              </c:pt>
              <c:pt idx="68">
                <c:v>-7.95</c:v>
              </c:pt>
              <c:pt idx="69">
                <c:v>-7.95</c:v>
              </c:pt>
              <c:pt idx="70">
                <c:v>-7.95</c:v>
              </c:pt>
              <c:pt idx="71">
                <c:v>-7.95</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8"/>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1.9"/>
          <c:min val="-3"/>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19.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100 Td</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A6D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-2.751276638425492</c:v>
              </c:pt>
              <c:pt idx="1">
                <c:v>-2.707533251881039</c:v>
              </c:pt>
              <c:pt idx="2">
                <c:v>-2.6643726293206775</c:v>
              </c:pt>
              <c:pt idx="3">
                <c:v>-2.6268782140153712</c:v>
              </c:pt>
              <c:pt idx="4">
                <c:v>-2.5893837987100654</c:v>
              </c:pt>
              <c:pt idx="5">
                <c:v>-2.5518893834047596</c:v>
              </c:pt>
              <c:pt idx="6">
                <c:v>-2.5143949680994533</c:v>
              </c:pt>
              <c:pt idx="7">
                <c:v>-2.4779410830646733</c:v>
              </c:pt>
              <c:pt idx="8">
                <c:v>-2.4420638487711406</c:v>
              </c:pt>
              <c:pt idx="9">
                <c:v>-2.4061866144776074</c:v>
              </c:pt>
              <c:pt idx="10">
                <c:v>-2.370469834916162</c:v>
              </c:pt>
              <c:pt idx="11">
                <c:v>-2.3351882226992746</c:v>
              </c:pt>
              <c:pt idx="12">
                <c:v>-2.2999066104823873</c:v>
              </c:pt>
              <c:pt idx="13">
                <c:v>-2.2648336819960337</c:v>
              </c:pt>
              <c:pt idx="14">
                <c:v>-2.2299123987528797</c:v>
              </c:pt>
              <c:pt idx="15">
                <c:v>-2.195030362885446</c:v>
              </c:pt>
              <c:pt idx="16">
                <c:v>-2.160221183504157</c:v>
              </c:pt>
              <c:pt idx="17">
                <c:v>-2.1254791591349917</c:v>
              </c:pt>
              <c:pt idx="18">
                <c:v>-2.0908191381614656</c:v>
              </c:pt>
              <c:pt idx="19">
                <c:v>-2.0561586287855627</c:v>
              </c:pt>
              <c:pt idx="20">
                <c:v>-2.0215253104732764</c:v>
              </c:pt>
              <c:pt idx="21">
                <c:v>-1.9869483114007873</c:v>
              </c:pt>
              <c:pt idx="22">
                <c:v>-1.9524418769422827</c:v>
              </c:pt>
              <c:pt idx="23">
                <c:v>-1.9179151019775524</c:v>
              </c:pt>
              <c:pt idx="24">
                <c:v>-1.8834000292067261</c:v>
              </c:pt>
              <c:pt idx="25">
                <c:v>-1.8489129709990264</c:v>
              </c:pt>
              <c:pt idx="26">
                <c:v>-1.814415270259006</c:v>
              </c:pt>
              <c:pt idx="27">
                <c:v>-1.7799332552973854</c:v>
              </c:pt>
              <c:pt idx="28">
                <c:v>-1.7454143081510949</c:v>
              </c:pt>
              <c:pt idx="29">
                <c:v>-1.7108921899977962</c:v>
              </c:pt>
              <c:pt idx="30">
                <c:v>-1.6763711158480343</c:v>
              </c:pt>
              <c:pt idx="31">
                <c:v>-1.6418465745574138</c:v>
              </c:pt>
              <c:pt idx="32">
                <c:v>-1.6073303622854844</c:v>
              </c:pt>
              <c:pt idx="33">
                <c:v>-1.5728212896355633</c:v>
              </c:pt>
              <c:pt idx="34">
                <c:v>-1.5383036196953492</c:v>
              </c:pt>
              <c:pt idx="35">
                <c:v>-1.5037929385061464</c:v>
              </c:pt>
              <c:pt idx="36">
                <c:v>-1.4692878428443479</c:v>
              </c:pt>
              <c:pt idx="37">
                <c:v>-1.4348037808521916</c:v>
              </c:pt>
              <c:pt idx="38">
                <c:v>-1.400354385698003</c:v>
              </c:pt>
              <c:pt idx="39">
                <c:v>-1.3659620494696216</c:v>
              </c:pt>
              <c:pt idx="40">
                <c:v>-1.3316497625762365</c:v>
              </c:pt>
              <c:pt idx="41">
                <c:v>-1.2974585129494662</c:v>
              </c:pt>
              <c:pt idx="42">
                <c:v>-1.2634604852214077</c:v>
              </c:pt>
              <c:pt idx="43">
                <c:v>-1.229738521130377</c:v>
              </c:pt>
              <c:pt idx="44">
                <c:v>-1.1964234652296015</c:v>
              </c:pt>
              <c:pt idx="45">
                <c:v>-1.1636374377375431</c:v>
              </c:pt>
              <c:pt idx="46">
                <c:v>-1.1315541839402656</c:v>
              </c:pt>
              <c:pt idx="47">
                <c:v>-1.100440174197737</c:v>
              </c:pt>
              <c:pt idx="48">
                <c:v>-1.0705908222510172</c:v>
              </c:pt>
              <c:pt idx="49">
                <c:v>-1.0425996783239553</c:v>
              </c:pt>
              <c:pt idx="50">
                <c:v>-1.0172957135557958</c:v>
              </c:pt>
              <c:pt idx="51">
                <c:v>-0.9958011150197889</c:v>
              </c:pt>
              <c:pt idx="52">
                <c:v>-0.9796010287490386</c:v>
              </c:pt>
              <c:pt idx="53">
                <c:v>-0.971142020707162</c:v>
              </c:pt>
              <c:pt idx="54">
                <c:v>-0.9745369372253296</c:v>
              </c:pt>
              <c:pt idx="55">
                <c:v>-0.9956317895780837</c:v>
              </c:pt>
              <c:pt idx="56">
                <c:v>-1.0427169747707656</c:v>
              </c:pt>
              <c:pt idx="57">
                <c:v>-1.125634208120016</c:v>
              </c:pt>
              <c:pt idx="58">
                <c:v>-1.2662555784433882</c:v>
              </c:pt>
              <c:pt idx="59">
                <c:v>-1.4933979476093462</c:v>
              </c:pt>
              <c:pt idx="60">
                <c:v>-1.846741473822106</c:v>
              </c:pt>
              <c:pt idx="61">
                <c:v>-2.406592285751468</c:v>
              </c:pt>
              <c:pt idx="62">
                <c:v>-3.2352244205323406</c:v>
              </c:pt>
              <c:pt idx="63">
                <c:v>-4.335099418532973</c:v>
              </c:pt>
              <c:pt idx="64">
                <c:v>-5.712002877149249</c:v>
              </c:pt>
              <c:pt idx="65">
                <c:v>-7.387854036821229</c:v>
              </c:pt>
              <c:pt idx="66">
                <c:v>-7.95</c:v>
              </c:pt>
              <c:pt idx="67">
                <c:v>-7.95</c:v>
              </c:pt>
              <c:pt idx="68">
                <c:v>-7.95</c:v>
              </c:pt>
              <c:pt idx="69">
                <c:v>-7.95</c:v>
              </c:pt>
              <c:pt idx="70">
                <c:v>-7.95</c:v>
              </c:pt>
              <c:pt idx="71">
                <c:v>-7.95</c:v>
              </c:pt>
            </c:numLit>
          </c:yVal>
        </c:ser>
        <c:ser>
          <c:idx val="1"/>
          <c:order val="1"/>
          <c:tx>
            <c:v>Monte Carlo</c:v>
          </c:tx>
          <c:spPr>
            <a:ln xmlns:a="http://schemas.openxmlformats.org/drawingml/2006/main" w="20955">
              <a:solidFill>
                <a:srgbClr val="72B51F"/>
              </a:solidFill>
              <a:prstDash val="dash"/>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-2.8476612733265303</c:v>
              </c:pt>
              <c:pt idx="1">
                <c:v>-2.7203486130184276</c:v>
              </c:pt>
              <c:pt idx="2">
                <c:v>-2.6335225644601614</c:v>
              </c:pt>
              <c:pt idx="3">
                <c:v>-2.6002140633158857</c:v>
              </c:pt>
              <c:pt idx="4">
                <c:v>-2.6129840333431513</c:v>
              </c:pt>
              <c:pt idx="5">
                <c:v>-2.514357576709139</c:v>
              </c:pt>
              <c:pt idx="6">
                <c:v>-2.5078548159700014</c:v>
              </c:pt>
              <c:pt idx="7">
                <c:v>-2.4908363720005746</c:v>
              </c:pt>
              <c:pt idx="8">
                <c:v>-2.4766376537634898</c:v>
              </c:pt>
              <c:pt idx="9">
                <c:v>-2.398649069375716</c:v>
              </c:pt>
              <c:pt idx="10">
                <c:v>-2.364625765361756</c:v>
              </c:pt>
              <c:pt idx="11">
                <c:v>-2.335668153358799</c:v>
              </c:pt>
              <c:pt idx="12">
                <c:v>-2.3003211257631326</c:v>
              </c:pt>
              <c:pt idx="13">
                <c:v>-2.2744805274920177</c:v>
              </c:pt>
              <c:pt idx="14">
                <c:v>-2.236106594531493</c:v>
              </c:pt>
              <c:pt idx="15">
                <c:v>-2.191280472940657</c:v>
              </c:pt>
              <c:pt idx="16">
                <c:v>-2.1506550187869005</c:v>
              </c:pt>
              <c:pt idx="17">
                <c:v>-2.111599172024144</c:v>
              </c:pt>
              <c:pt idx="18">
                <c:v>-2.0715695692489904</c:v>
              </c:pt>
              <c:pt idx="19">
                <c:v>-2.0498710651953598</c:v>
              </c:pt>
              <c:pt idx="20">
                <c:v>-2.006666117929178</c:v>
              </c:pt>
              <c:pt idx="21">
                <c:v>-1.9799792800187612</c:v>
              </c:pt>
              <c:pt idx="22">
                <c:v>-1.9390372154722317</c:v>
              </c:pt>
              <c:pt idx="23">
                <c:v>-1.9081981052011</c:v>
              </c:pt>
              <c:pt idx="24">
                <c:v>-1.8685478073927384</c:v>
              </c:pt>
              <c:pt idx="25">
                <c:v>-1.837364743741091</c:v>
              </c:pt>
              <c:pt idx="26">
                <c:v>-1.8054823522119796</c:v>
              </c:pt>
              <c:pt idx="27">
                <c:v>-1.7728927026914398</c:v>
              </c:pt>
              <c:pt idx="28">
                <c:v>-1.732137576418384</c:v>
              </c:pt>
              <c:pt idx="29">
                <c:v>-1.6950601374008438</c:v>
              </c:pt>
              <c:pt idx="30">
                <c:v>-1.6610363063283942</c:v>
              </c:pt>
              <c:pt idx="31">
                <c:v>-1.6342920936032639</c:v>
              </c:pt>
              <c:pt idx="32">
                <c:v>-1.601037451720039</c:v>
              </c:pt>
              <c:pt idx="33">
                <c:v>-1.5605736789040159</c:v>
              </c:pt>
              <c:pt idx="34">
                <c:v>-1.5263289365023405</c:v>
              </c:pt>
              <c:pt idx="35">
                <c:v>-1.494665541262494</c:v>
              </c:pt>
              <c:pt idx="36">
                <c:v>-1.459011296256358</c:v>
              </c:pt>
              <c:pt idx="37">
                <c:v>-1.4243316770682273</c:v>
              </c:pt>
              <c:pt idx="38">
                <c:v>-1.3895553260890179</c:v>
              </c:pt>
              <c:pt idx="39">
                <c:v>-1.3549831246002326</c:v>
              </c:pt>
              <c:pt idx="40">
                <c:v>-1.3250905043563421</c:v>
              </c:pt>
              <c:pt idx="41">
                <c:v>-1.2854874507691911</c:v>
              </c:pt>
              <c:pt idx="42">
                <c:v>-1.2553194519870465</c:v>
              </c:pt>
              <c:pt idx="43">
                <c:v>-1.221176934104627</c:v>
              </c:pt>
              <c:pt idx="44">
                <c:v>-1.1893075192770413</c:v>
              </c:pt>
              <c:pt idx="45">
                <c:v>-1.1565468473038159</c:v>
              </c:pt>
              <c:pt idx="46">
                <c:v>-1.1253740361209164</c:v>
              </c:pt>
              <c:pt idx="47">
                <c:v>-1.0950712398063913</c:v>
              </c:pt>
              <c:pt idx="48">
                <c:v>-1.0661429559852147</c:v>
              </c:pt>
              <c:pt idx="49">
                <c:v>-1.0397760208753137</c:v>
              </c:pt>
              <c:pt idx="50">
                <c:v>-1.0153889806950642</c:v>
              </c:pt>
              <c:pt idx="51">
                <c:v>-0.9953829084006255</c:v>
              </c:pt>
              <c:pt idx="52">
                <c:v>-0.9800789733100885</c:v>
              </c:pt>
              <c:pt idx="53">
                <c:v>-0.972330912880796</c:v>
              </c:pt>
              <c:pt idx="54">
                <c:v>-0.9751175439594307</c:v>
              </c:pt>
              <c:pt idx="55">
                <c:v>-0.9963869163991239</c:v>
              </c:pt>
              <c:pt idx="56">
                <c:v>-1.043313779278041</c:v>
              </c:pt>
              <c:pt idx="57">
                <c:v>-1.1281439105161755</c:v>
              </c:pt>
              <c:pt idx="58">
                <c:v>-1.2695982180507772</c:v>
              </c:pt>
              <c:pt idx="59">
                <c:v>-1.494092576995914</c:v>
              </c:pt>
              <c:pt idx="60">
                <c:v>-1.8485926742015002</c:v>
              </c:pt>
              <c:pt idx="61">
                <c:v>-2.4146583184510217</c:v>
              </c:pt>
              <c:pt idx="62">
                <c:v>-3.2214807651554</c:v>
              </c:pt>
              <c:pt idx="63">
                <c:v>-4.3026734584174555</c:v>
              </c:pt>
              <c:pt idx="64">
                <c:v>-5.506561568365971</c:v>
              </c:pt>
              <c:pt idx="65">
                <c:v>-7.173392811811955</c:v>
              </c:pt>
              <c:pt idx="66">
                <c:v>-7.95</c:v>
              </c:pt>
              <c:pt idx="67">
                <c:v>-7.95</c:v>
              </c:pt>
              <c:pt idx="68">
                <c:v>-7.95</c:v>
              </c:pt>
              <c:pt idx="69">
                <c:v>-7.95</c:v>
              </c:pt>
              <c:pt idx="70">
                <c:v>-7.95</c:v>
              </c:pt>
              <c:pt idx="71">
                <c:v>-7.95</c:v>
              </c:pt>
            </c:numLit>
          </c:yVal>
        </c:ser>
        <c:ser>
          <c:idx val="2"/>
          <c:order val="2"/>
          <c:tx>
            <c:v>propagator P1</c:v>
          </c:tx>
          <c:spPr>
            <a:ln xmlns:a="http://schemas.openxmlformats.org/drawingml/2006/main" w="20955">
              <a:solidFill>
                <a:srgbClr val="00AFA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-2.7054021235418753</c:v>
              </c:pt>
              <c:pt idx="1">
                <c:v>-2.670116964100359</c:v>
              </c:pt>
              <c:pt idx="2">
                <c:v>-2.6350823696109473</c:v>
              </c:pt>
              <c:pt idx="3">
                <c:v>-2.6001651374746735</c:v>
              </c:pt>
              <c:pt idx="4">
                <c:v>-2.5652479053384</c:v>
              </c:pt>
              <c:pt idx="5">
                <c:v>-2.5303306732021262</c:v>
              </c:pt>
              <c:pt idx="6">
                <c:v>-2.4954876848326646</c:v>
              </c:pt>
              <c:pt idx="7">
                <c:v>-2.460701236956746</c:v>
              </c:pt>
              <c:pt idx="8">
                <c:v>-2.425914789080827</c:v>
              </c:pt>
              <c:pt idx="9">
                <c:v>-2.391149982764204</c:v>
              </c:pt>
              <c:pt idx="10">
                <c:v>-2.356411053438462</c:v>
              </c:pt>
              <c:pt idx="11">
                <c:v>-2.32167212411272</c:v>
              </c:pt>
              <c:pt idx="12">
                <c:v>-2.286915545437076</c:v>
              </c:pt>
              <c:pt idx="13">
                <c:v>-2.2521581428030446</c:v>
              </c:pt>
              <c:pt idx="14">
                <c:v>-2.21740883099916</c:v>
              </c:pt>
              <c:pt idx="15">
                <c:v>-2.182662344561199</c:v>
              </c:pt>
              <c:pt idx="16">
                <c:v>-2.1479355764644974</c:v>
              </c:pt>
              <c:pt idx="17">
                <c:v>-2.113208388341982</c:v>
              </c:pt>
              <c:pt idx="18">
                <c:v>-2.0784789486732547</c:v>
              </c:pt>
              <c:pt idx="19">
                <c:v>-2.043734126149566</c:v>
              </c:pt>
              <c:pt idx="20">
                <c:v>-2.009046856334736</c:v>
              </c:pt>
              <c:pt idx="21">
                <c:v>-1.9743687874435893</c:v>
              </c:pt>
              <c:pt idx="22">
                <c:v>-1.9397127306557442</c:v>
              </c:pt>
              <c:pt idx="23">
                <c:v>-1.905126645181872</c:v>
              </c:pt>
              <c:pt idx="24">
                <c:v>-1.8705791272641772</c:v>
              </c:pt>
              <c:pt idx="25">
                <c:v>-1.8361023343854637</c:v>
              </c:pt>
              <c:pt idx="26">
                <c:v>-1.801652165463834</c:v>
              </c:pt>
              <c:pt idx="27">
                <c:v>-1.7672284418677582</c:v>
              </c:pt>
              <c:pt idx="28">
                <c:v>-1.732853407377837</c:v>
              </c:pt>
              <c:pt idx="29">
                <c:v>-1.6985162431925074</c:v>
              </c:pt>
              <c:pt idx="30">
                <c:v>-1.6641906363961603</c:v>
              </c:pt>
              <c:pt idx="31">
                <c:v>-1.6298020075257063</c:v>
              </c:pt>
              <c:pt idx="32">
                <c:v>-1.595605992995946</c:v>
              </c:pt>
              <c:pt idx="33">
                <c:v>-1.5612936739739525</c:v>
              </c:pt>
              <c:pt idx="34">
                <c:v>-1.5268668339055165</c:v>
              </c:pt>
              <c:pt idx="35">
                <c:v>-1.4923057861722033</c:v>
              </c:pt>
              <c:pt idx="36">
                <c:v>-1.4579377228550654</c:v>
              </c:pt>
              <c:pt idx="37">
                <c:v>-1.4236080934298703</c:v>
              </c:pt>
              <c:pt idx="38">
                <c:v>-1.3892599774899026</c:v>
              </c:pt>
              <c:pt idx="39">
                <c:v>-1.354859908256277</c:v>
              </c:pt>
              <c:pt idx="40">
                <c:v>-1.320793284038195</c:v>
              </c:pt>
              <c:pt idx="41">
                <c:v>-1.286708967090025</c:v>
              </c:pt>
              <c:pt idx="42">
                <c:v>-1.2529898092324168</c:v>
              </c:pt>
              <c:pt idx="43">
                <c:v>-1.2196166686472631</c:v>
              </c:pt>
              <c:pt idx="44">
                <c:v>-1.1868302819034178</c:v>
              </c:pt>
              <c:pt idx="45">
                <c:v>-1.1548768418756847</c:v>
              </c:pt>
              <c:pt idx="46">
                <c:v>-1.123870826105183</c:v>
              </c:pt>
              <c:pt idx="47">
                <c:v>-1.094069291498012</c:v>
              </c:pt>
              <c:pt idx="48">
                <c:v>-1.0654738236653987</c:v>
              </c:pt>
              <c:pt idx="49">
                <c:v>-1.0387479169898504</c:v>
              </c:pt>
              <c:pt idx="50">
                <c:v>-1.0147163062849336</c:v>
              </c:pt>
              <c:pt idx="51">
                <c:v>-0.9944376709422791</c:v>
              </c:pt>
              <c:pt idx="52">
                <c:v>-0.9793068225178234</c:v>
              </c:pt>
              <c:pt idx="53">
                <c:v>-0.9717166309216648</c:v>
              </c:pt>
              <c:pt idx="54">
                <c:v>-0.975681269197129</c:v>
              </c:pt>
              <c:pt idx="55">
                <c:v>-0.9972310682588583</c:v>
              </c:pt>
              <c:pt idx="56">
                <c:v>-1.0448811705322036</c:v>
              </c:pt>
              <c:pt idx="57">
                <c:v>-1.1280954308265287</c:v>
              </c:pt>
              <c:pt idx="58">
                <c:v>-1.2689968861567742</c:v>
              </c:pt>
              <c:pt idx="59">
                <c:v>-1.4969828086400734</c:v>
              </c:pt>
              <c:pt idx="60">
                <c:v>-1.8515572243518603</c:v>
              </c:pt>
              <c:pt idx="61">
                <c:v>-2.4139632402513933</c:v>
              </c:pt>
              <c:pt idx="62">
                <c:v>-3.2331480428227093</c:v>
              </c:pt>
              <c:pt idx="63">
                <c:v>-4.288608358517908</c:v>
              </c:pt>
              <c:pt idx="64">
                <c:v>-5.5703603638088355</c:v>
              </c:pt>
              <c:pt idx="65">
                <c:v>-7.081019056560961</c:v>
              </c:pt>
              <c:pt idx="66">
                <c:v>-7.95</c:v>
              </c:pt>
              <c:pt idx="67">
                <c:v>-7.95</c:v>
              </c:pt>
              <c:pt idx="68">
                <c:v>-7.95</c:v>
              </c:pt>
              <c:pt idx="69">
                <c:v>-7.95</c:v>
              </c:pt>
              <c:pt idx="70">
                <c:v>-7.95</c:v>
              </c:pt>
              <c:pt idx="71">
                <c:v>-7.95</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8"/>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1.9"/>
          <c:min val="-3"/>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20.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1000 Td</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two-term</c:v>
          </c:tx>
          <c:spPr>
            <a:ln xmlns:a="http://schemas.openxmlformats.org/drawingml/2006/main" w="20955">
              <a:solidFill>
                <a:srgbClr val="00A6D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-3.1505726986741625</c:v>
              </c:pt>
              <c:pt idx="1">
                <c:v>-3.1301158803607283</c:v>
              </c:pt>
              <c:pt idx="2">
                <c:v>-3.1096590620472946</c:v>
              </c:pt>
              <c:pt idx="3">
                <c:v>-3.0892022437338604</c:v>
              </c:pt>
              <c:pt idx="4">
                <c:v>-3.0687454254204267</c:v>
              </c:pt>
              <c:pt idx="5">
                <c:v>-3.0348344171127164</c:v>
              </c:pt>
              <c:pt idx="6">
                <c:v>-2.9966250875494977</c:v>
              </c:pt>
              <c:pt idx="7">
                <c:v>-2.958415757986279</c:v>
              </c:pt>
              <c:pt idx="8">
                <c:v>-2.920206428423061</c:v>
              </c:pt>
              <c:pt idx="9">
                <c:v>-2.8819970988598422</c:v>
              </c:pt>
              <c:pt idx="10">
                <c:v>-2.8437877692966236</c:v>
              </c:pt>
              <c:pt idx="11">
                <c:v>-2.805743549383496</c:v>
              </c:pt>
              <c:pt idx="12">
                <c:v>-2.770031403525831</c:v>
              </c:pt>
              <c:pt idx="13">
                <c:v>-2.734319257668166</c:v>
              </c:pt>
              <c:pt idx="14">
                <c:v>-2.6986071118105013</c:v>
              </c:pt>
              <c:pt idx="15">
                <c:v>-2.6628949659528365</c:v>
              </c:pt>
              <c:pt idx="16">
                <c:v>-2.6274566885599704</c:v>
              </c:pt>
              <c:pt idx="17">
                <c:v>-2.5923882878283244</c:v>
              </c:pt>
              <c:pt idx="18">
                <c:v>-2.557319887096679</c:v>
              </c:pt>
              <c:pt idx="19">
                <c:v>-2.522251486365033</c:v>
              </c:pt>
              <c:pt idx="20">
                <c:v>-2.4874305334494964</c:v>
              </c:pt>
              <c:pt idx="21">
                <c:v>-2.4526156649261006</c:v>
              </c:pt>
              <c:pt idx="22">
                <c:v>-2.4178311294464856</c:v>
              </c:pt>
              <c:pt idx="23">
                <c:v>-2.3831380175445323</c:v>
              </c:pt>
              <c:pt idx="24">
                <c:v>-2.3484449056425794</c:v>
              </c:pt>
              <c:pt idx="25">
                <c:v>-2.313817333575308</c:v>
              </c:pt>
              <c:pt idx="26">
                <c:v>-2.2791923124852387</c:v>
              </c:pt>
              <c:pt idx="27">
                <c:v>-2.2445937317199207</c:v>
              </c:pt>
              <c:pt idx="28">
                <c:v>-2.209996400683843</c:v>
              </c:pt>
              <c:pt idx="29">
                <c:v>-2.175400759647701</c:v>
              </c:pt>
              <c:pt idx="30">
                <c:v>-2.140815744568412</c:v>
              </c:pt>
              <c:pt idx="31">
                <c:v>-2.106232876184653</c:v>
              </c:pt>
              <c:pt idx="32">
                <c:v>-2.071656945016175</c:v>
              </c:pt>
              <c:pt idx="33">
                <c:v>-2.037090934756315</c:v>
              </c:pt>
              <c:pt idx="34">
                <c:v>-2.002532061843711</c:v>
              </c:pt>
              <c:pt idx="35">
                <c:v>-1.9679751995505539</c:v>
              </c:pt>
              <c:pt idx="36">
                <c:v>-1.9334126531471212</c:v>
              </c:pt>
              <c:pt idx="37">
                <c:v>-1.8988591626403208</c:v>
              </c:pt>
              <c:pt idx="38">
                <c:v>-1.8643112825859913</c:v>
              </c:pt>
              <c:pt idx="39">
                <c:v>-1.8297740802757714</c:v>
              </c:pt>
              <c:pt idx="40">
                <c:v>-1.795252617643857</c:v>
              </c:pt>
              <c:pt idx="41">
                <c:v>-1.7607512634201086</c:v>
              </c:pt>
              <c:pt idx="42">
                <c:v>-1.726273006207247</c:v>
              </c:pt>
              <c:pt idx="43">
                <c:v>-1.6918434169609158</c:v>
              </c:pt>
              <c:pt idx="44">
                <c:v>-1.6574874005408518</c:v>
              </c:pt>
              <c:pt idx="45">
                <c:v>-1.6232269539443722</c:v>
              </c:pt>
              <c:pt idx="46">
                <c:v>-1.589093385300093</c:v>
              </c:pt>
              <c:pt idx="47">
                <c:v>-1.5551565237454772</c:v>
              </c:pt>
              <c:pt idx="48">
                <c:v>-1.5214873685177064</c:v>
              </c:pt>
              <c:pt idx="49">
                <c:v>-1.488229787885717</c:v>
              </c:pt>
              <c:pt idx="50">
                <c:v>-1.455609590573249</c:v>
              </c:pt>
              <c:pt idx="51">
                <c:v>-1.4239461025946456</c:v>
              </c:pt>
              <c:pt idx="52">
                <c:v>-1.3936917663577557</c:v>
              </c:pt>
              <c:pt idx="53">
                <c:v>-1.3656166783239403</c:v>
              </c:pt>
              <c:pt idx="54">
                <c:v>-1.3409588662630327</c:v>
              </c:pt>
              <c:pt idx="55">
                <c:v>-1.3214819148906967</c:v>
              </c:pt>
              <c:pt idx="56">
                <c:v>-1.309769582171519</c:v>
              </c:pt>
              <c:pt idx="57">
                <c:v>-1.3092032904556734</c:v>
              </c:pt>
              <c:pt idx="58">
                <c:v>-1.325147247700977</c:v>
              </c:pt>
              <c:pt idx="59">
                <c:v>-1.3619570060722557</c:v>
              </c:pt>
              <c:pt idx="60">
                <c:v>-1.420517973322768</c:v>
              </c:pt>
              <c:pt idx="61">
                <c:v>-1.5011556452775159</c:v>
              </c:pt>
              <c:pt idx="62">
                <c:v>-1.6041891522674283</c:v>
              </c:pt>
              <c:pt idx="63">
                <c:v>-1.730460060028444</c:v>
              </c:pt>
              <c:pt idx="64">
                <c:v>-1.8831150027391923</c:v>
              </c:pt>
              <c:pt idx="65">
                <c:v>-2.0646068430522586</c:v>
              </c:pt>
              <c:pt idx="66">
                <c:v>-2.2808241212056246</c:v>
              </c:pt>
              <c:pt idx="67">
                <c:v>-2.530547154231539</c:v>
              </c:pt>
              <c:pt idx="68">
                <c:v>-2.8156625103418658</c:v>
              </c:pt>
              <c:pt idx="69">
                <c:v>-3.139390963338183</c:v>
              </c:pt>
              <c:pt idx="70">
                <c:v>-3.5069992895757407</c:v>
              </c:pt>
              <c:pt idx="71">
                <c:v>-3.924120344563955</c:v>
              </c:pt>
            </c:numLit>
          </c:yVal>
        </c:ser>
        <c:ser>
          <c:idx val="1"/>
          <c:order val="1"/>
          <c:tx>
            <c:v>Monte Carlo</c:v>
          </c:tx>
          <c:spPr>
            <a:ln xmlns:a="http://schemas.openxmlformats.org/drawingml/2006/main" w="20955">
              <a:solidFill>
                <a:srgbClr val="72B51F"/>
              </a:solidFill>
              <a:prstDash val="dash"/>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-3.1883103197988403</c:v>
              </c:pt>
              <c:pt idx="1">
                <c:v>-3.133573098639144</c:v>
              </c:pt>
              <c:pt idx="2">
                <c:v>-3.1418310614563287</c:v>
              </c:pt>
              <c:pt idx="3">
                <c:v>-3.1188110684286556</c:v>
              </c:pt>
              <c:pt idx="4">
                <c:v>-3.0702054173299413</c:v>
              </c:pt>
              <c:pt idx="5">
                <c:v>-3.0235208327523377</c:v>
              </c:pt>
              <c:pt idx="6">
                <c:v>-2.9737833289071185</c:v>
              </c:pt>
              <c:pt idx="7">
                <c:v>-2.9559084353028204</c:v>
              </c:pt>
              <c:pt idx="8">
                <c:v>-2.9026083378700442</c:v>
              </c:pt>
              <c:pt idx="9">
                <c:v>-2.857987767520814</c:v>
              </c:pt>
              <c:pt idx="10">
                <c:v>-2.8572527876930236</c:v>
              </c:pt>
              <c:pt idx="11">
                <c:v>-2.807813699309521</c:v>
              </c:pt>
              <c:pt idx="12">
                <c:v>-2.776095860426394</c:v>
              </c:pt>
              <c:pt idx="13">
                <c:v>-2.7441677109880254</c:v>
              </c:pt>
              <c:pt idx="14">
                <c:v>-2.703133697380875</c:v>
              </c:pt>
              <c:pt idx="15">
                <c:v>-2.6783022555963325</c:v>
              </c:pt>
              <c:pt idx="16">
                <c:v>-2.6308040241089583</c:v>
              </c:pt>
              <c:pt idx="17">
                <c:v>-2.600263768824916</c:v>
              </c:pt>
              <c:pt idx="18">
                <c:v>-2.577267398529431</c:v>
              </c:pt>
              <c:pt idx="19">
                <c:v>-2.5329957089004784</c:v>
              </c:pt>
              <c:pt idx="20">
                <c:v>-2.4998187506922225</c:v>
              </c:pt>
              <c:pt idx="21">
                <c:v>-2.4605626348714384</c:v>
              </c:pt>
              <c:pt idx="22">
                <c:v>-2.427713746145461</c:v>
              </c:pt>
              <c:pt idx="23">
                <c:v>-2.393777883645306</c:v>
              </c:pt>
              <c:pt idx="24">
                <c:v>-2.3586412710607547</c:v>
              </c:pt>
              <c:pt idx="25">
                <c:v>-2.328825853343397</c:v>
              </c:pt>
              <c:pt idx="26">
                <c:v>-2.289710691103399</c:v>
              </c:pt>
              <c:pt idx="27">
                <c:v>-2.2593927190649232</c:v>
              </c:pt>
              <c:pt idx="28">
                <c:v>-2.2203632148995176</c:v>
              </c:pt>
              <c:pt idx="29">
                <c:v>-2.187387061841354</c:v>
              </c:pt>
              <c:pt idx="30">
                <c:v>-2.148464242505825</c:v>
              </c:pt>
              <c:pt idx="31">
                <c:v>-2.1159000183303456</c:v>
              </c:pt>
              <c:pt idx="32">
                <c:v>-2.0769475950190537</c:v>
              </c:pt>
              <c:pt idx="33">
                <c:v>-2.0444377344545415</c:v>
              </c:pt>
              <c:pt idx="34">
                <c:v>-2.010077047995054</c:v>
              </c:pt>
              <c:pt idx="35">
                <c:v>-1.9733058448815355</c:v>
              </c:pt>
              <c:pt idx="36">
                <c:v>-1.9396451069493355</c:v>
              </c:pt>
              <c:pt idx="37">
                <c:v>-1.9027206971976924</c:v>
              </c:pt>
              <c:pt idx="38">
                <c:v>-1.8668310965632615</c:v>
              </c:pt>
              <c:pt idx="39">
                <c:v>-1.8295084642318071</c:v>
              </c:pt>
              <c:pt idx="40">
                <c:v>-1.7923776872029737</c:v>
              </c:pt>
              <c:pt idx="41">
                <c:v>-1.7587773227102184</c:v>
              </c:pt>
              <c:pt idx="42">
                <c:v>-1.720205261742069</c:v>
              </c:pt>
              <c:pt idx="43">
                <c:v>-1.6824360824962385</c:v>
              </c:pt>
              <c:pt idx="44">
                <c:v>-1.6474395495311573</c:v>
              </c:pt>
              <c:pt idx="45">
                <c:v>-1.6112323237457709</c:v>
              </c:pt>
              <c:pt idx="46">
                <c:v>-1.5739286977517706</c:v>
              </c:pt>
              <c:pt idx="47">
                <c:v>-1.5382747835118011</c:v>
              </c:pt>
              <c:pt idx="48">
                <c:v>-1.5025230122032522</c:v>
              </c:pt>
              <c:pt idx="49">
                <c:v>-1.4688918702910365</c:v>
              </c:pt>
              <c:pt idx="50">
                <c:v>-1.4345463255048734</c:v>
              </c:pt>
              <c:pt idx="51">
                <c:v>-1.4040581065494107</c:v>
              </c:pt>
              <c:pt idx="52">
                <c:v>-1.3752249111509525</c:v>
              </c:pt>
              <c:pt idx="53">
                <c:v>-1.3489112033974073</c:v>
              </c:pt>
              <c:pt idx="54">
                <c:v>-1.3268306508493077</c:v>
              </c:pt>
              <c:pt idx="55">
                <c:v>-1.3102676902711086</c:v>
              </c:pt>
              <c:pt idx="56">
                <c:v>-1.3020556669211973</c:v>
              </c:pt>
              <c:pt idx="57">
                <c:v>-1.3038131831662585</c:v>
              </c:pt>
              <c:pt idx="58">
                <c:v>-1.3219311906195317</c:v>
              </c:pt>
              <c:pt idx="59">
                <c:v>-1.35954575295048</c:v>
              </c:pt>
              <c:pt idx="60">
                <c:v>-1.4213521187159255</c:v>
              </c:pt>
              <c:pt idx="61">
                <c:v>-1.5082074758870119</c:v>
              </c:pt>
              <c:pt idx="62">
                <c:v>-1.619569586728563</c:v>
              </c:pt>
              <c:pt idx="63">
                <c:v>-1.7540876662549387</c:v>
              </c:pt>
              <c:pt idx="64">
                <c:v>-1.911731564200594</c:v>
              </c:pt>
              <c:pt idx="65">
                <c:v>-2.093415455491463</c:v>
              </c:pt>
              <c:pt idx="66">
                <c:v>-2.3030876048077693</c:v>
              </c:pt>
              <c:pt idx="67">
                <c:v>-2.5373537491250664</c:v>
              </c:pt>
              <c:pt idx="68">
                <c:v>-2.794120102977849</c:v>
              </c:pt>
              <c:pt idx="69">
                <c:v>-3.0784380904683593</c:v>
              </c:pt>
              <c:pt idx="70">
                <c:v>-3.392866382508189</c:v>
              </c:pt>
              <c:pt idx="71">
                <c:v>-3.7392683155874735</c:v>
              </c:pt>
            </c:numLit>
          </c:yVal>
        </c:ser>
        <c:ser>
          <c:idx val="2"/>
          <c:order val="2"/>
          <c:tx>
            <c:v>propagator P1</c:v>
          </c:tx>
          <c:spPr>
            <a:ln xmlns:a="http://schemas.openxmlformats.org/drawingml/2006/main" w="20955">
              <a:solidFill>
                <a:srgbClr val="00AFA9"/>
              </a:solidFill>
              <a:prstDash val="solid"/>
            </a:ln>
          </c:spPr>
          <c:marker>
            <c:symbol val="none"/>
            <c:size val="2"/>
          </c:marker>
          <c:xVal>
            <c:numLit>
              <c:formatCode>General</c:formatCode>
              <c:ptCount val="72"/>
              <c:pt idx="0">
                <c:v>-3</c:v>
              </c:pt>
              <c:pt idx="1">
                <c:v>-2.930942394549409</c:v>
              </c:pt>
              <c:pt idx="2">
                <c:v>-2.8618847890988186</c:v>
              </c:pt>
              <c:pt idx="3">
                <c:v>-2.7928271836482277</c:v>
              </c:pt>
              <c:pt idx="4">
                <c:v>-2.723769578197637</c:v>
              </c:pt>
              <c:pt idx="5">
                <c:v>-2.6547119727470463</c:v>
              </c:pt>
              <c:pt idx="6">
                <c:v>-2.5856543672964554</c:v>
              </c:pt>
              <c:pt idx="7">
                <c:v>-2.516596761845865</c:v>
              </c:pt>
              <c:pt idx="8">
                <c:v>-2.447539156395274</c:v>
              </c:pt>
              <c:pt idx="9">
                <c:v>-2.378481550944683</c:v>
              </c:pt>
              <c:pt idx="10">
                <c:v>-2.3094239454940926</c:v>
              </c:pt>
              <c:pt idx="11">
                <c:v>-2.2403663400435017</c:v>
              </c:pt>
              <c:pt idx="12">
                <c:v>-2.1713087345929107</c:v>
              </c:pt>
              <c:pt idx="13">
                <c:v>-2.1022511291423203</c:v>
              </c:pt>
              <c:pt idx="14">
                <c:v>-2.0331935236917293</c:v>
              </c:pt>
              <c:pt idx="15">
                <c:v>-1.9641359182411386</c:v>
              </c:pt>
              <c:pt idx="16">
                <c:v>-1.895078312790548</c:v>
              </c:pt>
              <c:pt idx="17">
                <c:v>-1.826020707339957</c:v>
              </c:pt>
              <c:pt idx="18">
                <c:v>-1.7569631018893663</c:v>
              </c:pt>
              <c:pt idx="19">
                <c:v>-1.6879054964387756</c:v>
              </c:pt>
              <c:pt idx="20">
                <c:v>-1.618847890988185</c:v>
              </c:pt>
              <c:pt idx="21">
                <c:v>-1.549790285537594</c:v>
              </c:pt>
              <c:pt idx="22">
                <c:v>-1.4807326800870033</c:v>
              </c:pt>
              <c:pt idx="23">
                <c:v>-1.4116750746364126</c:v>
              </c:pt>
              <c:pt idx="24">
                <c:v>-1.342617469185822</c:v>
              </c:pt>
              <c:pt idx="25">
                <c:v>-1.273559863735231</c:v>
              </c:pt>
              <c:pt idx="26">
                <c:v>-1.2045022582846403</c:v>
              </c:pt>
              <c:pt idx="27">
                <c:v>-1.1354446528340496</c:v>
              </c:pt>
              <c:pt idx="28">
                <c:v>-1.066387047383459</c:v>
              </c:pt>
              <c:pt idx="29">
                <c:v>-0.9973294419328682</c:v>
              </c:pt>
              <c:pt idx="30">
                <c:v>-0.9282718364822773</c:v>
              </c:pt>
              <c:pt idx="31">
                <c:v>-0.8592142310316864</c:v>
              </c:pt>
              <c:pt idx="32">
                <c:v>-0.7901566255810959</c:v>
              </c:pt>
              <c:pt idx="33">
                <c:v>-0.721099020130505</c:v>
              </c:pt>
              <c:pt idx="34">
                <c:v>-0.652041414679914</c:v>
              </c:pt>
              <c:pt idx="35">
                <c:v>-0.5829838092293236</c:v>
              </c:pt>
              <c:pt idx="36">
                <c:v>-0.5139262037787327</c:v>
              </c:pt>
              <c:pt idx="37">
                <c:v>-0.4448685983281422</c:v>
              </c:pt>
              <c:pt idx="38">
                <c:v>-0.37581099287755126</c:v>
              </c:pt>
              <c:pt idx="39">
                <c:v>-0.30675338742696034</c:v>
              </c:pt>
              <c:pt idx="40">
                <c:v>-0.23769578197636984</c:v>
              </c:pt>
              <c:pt idx="41">
                <c:v>-0.16863817652577895</c:v>
              </c:pt>
              <c:pt idx="42">
                <c:v>-0.09958057107518803</c:v>
              </c:pt>
              <c:pt idx="43">
                <c:v>-0.030522965624597546</c:v>
              </c:pt>
              <c:pt idx="44">
                <c:v>0.038534639825993394</c:v>
              </c:pt>
              <c:pt idx="45">
                <c:v>0.10759224527658426</c:v>
              </c:pt>
              <c:pt idx="46">
                <c:v>0.17664985072717476</c:v>
              </c:pt>
              <c:pt idx="47">
                <c:v>0.24570745617776568</c:v>
              </c:pt>
              <c:pt idx="48">
                <c:v>0.3147650616283562</c:v>
              </c:pt>
              <c:pt idx="49">
                <c:v>0.3838226670789471</c:v>
              </c:pt>
              <c:pt idx="50">
                <c:v>0.45288027252953794</c:v>
              </c:pt>
              <c:pt idx="51">
                <c:v>0.5219378779801285</c:v>
              </c:pt>
              <c:pt idx="52">
                <c:v>0.5909954834307194</c:v>
              </c:pt>
              <c:pt idx="53">
                <c:v>0.6600530888813103</c:v>
              </c:pt>
              <c:pt idx="54">
                <c:v>0.7291106943319008</c:v>
              </c:pt>
              <c:pt idx="55">
                <c:v>0.7981682997824913</c:v>
              </c:pt>
              <c:pt idx="56">
                <c:v>0.8672259052330822</c:v>
              </c:pt>
              <c:pt idx="57">
                <c:v>0.9362835106836735</c:v>
              </c:pt>
              <c:pt idx="58">
                <c:v>1.0053411161342636</c:v>
              </c:pt>
              <c:pt idx="59">
                <c:v>1.0743987215848545</c:v>
              </c:pt>
              <c:pt idx="60">
                <c:v>1.1434563270354454</c:v>
              </c:pt>
              <c:pt idx="61">
                <c:v>1.2125139324860363</c:v>
              </c:pt>
              <c:pt idx="62">
                <c:v>1.2815715379366273</c:v>
              </c:pt>
              <c:pt idx="63">
                <c:v>1.3506291433872173</c:v>
              </c:pt>
              <c:pt idx="64">
                <c:v>1.4196867488378082</c:v>
              </c:pt>
              <c:pt idx="65">
                <c:v>1.4887443542884</c:v>
              </c:pt>
              <c:pt idx="66">
                <c:v>1.55780195973899</c:v>
              </c:pt>
              <c:pt idx="67">
                <c:v>1.62685956518958</c:v>
              </c:pt>
              <c:pt idx="68">
                <c:v>1.695917170640172</c:v>
              </c:pt>
              <c:pt idx="69">
                <c:v>1.7649747760907628</c:v>
              </c:pt>
              <c:pt idx="70">
                <c:v>1.8340323815413528</c:v>
              </c:pt>
              <c:pt idx="71">
                <c:v>1.9030899869919438</c:v>
              </c:pt>
            </c:numLit>
          </c:xVal>
          <c:yVal>
            <c:numLit>
              <c:formatCode>General</c:formatCode>
              <c:ptCount val="72"/>
              <c:pt idx="0">
                <c:v>-3.1934297421560944</c:v>
              </c:pt>
              <c:pt idx="1">
                <c:v>-3.158147305242562</c:v>
              </c:pt>
              <c:pt idx="2">
                <c:v>-3.1231172341199303</c:v>
              </c:pt>
              <c:pt idx="3">
                <c:v>-3.08820536884701</c:v>
              </c:pt>
              <c:pt idx="4">
                <c:v>-3.0532935035740905</c:v>
              </c:pt>
              <c:pt idx="5">
                <c:v>-3.0183816383011703</c:v>
              </c:pt>
              <c:pt idx="6">
                <c:v>-2.983539664888442</c:v>
              </c:pt>
              <c:pt idx="7">
                <c:v>-2.9487509177658064</c:v>
              </c:pt>
              <c:pt idx="8">
                <c:v>-2.913962170643171</c:v>
              </c:pt>
              <c:pt idx="9">
                <c:v>-2.8791923076247667</c:v>
              </c:pt>
              <c:pt idx="10">
                <c:v>-2.844445024485489</c:v>
              </c:pt>
              <c:pt idx="11">
                <c:v>-2.809697741346211</c:v>
              </c:pt>
              <c:pt idx="12">
                <c:v>-2.7749401325596574</c:v>
              </c:pt>
              <c:pt idx="13">
                <c:v>-2.740182041721146</c:v>
              </c:pt>
              <c:pt idx="14">
                <c:v>-2.7054163572311825</c:v>
              </c:pt>
              <c:pt idx="15">
                <c:v>-2.6706492119403977</c:v>
              </c:pt>
              <c:pt idx="16">
                <c:v>-2.6358783689034837</c:v>
              </c:pt>
              <c:pt idx="17">
                <c:v>-2.6010972493371765</c:v>
              </c:pt>
              <c:pt idx="18">
                <c:v>-2.5663029320064834</c:v>
              </c:pt>
              <c:pt idx="19">
                <c:v>-2.531482802823366</c:v>
              </c:pt>
              <c:pt idx="20">
                <c:v>-2.4966643775252155</c:v>
              </c:pt>
              <c:pt idx="21">
                <c:v>-2.4618272106250787</c:v>
              </c:pt>
              <c:pt idx="22">
                <c:v>-2.42697542180186</c:v>
              </c:pt>
              <c:pt idx="23">
                <c:v>-2.3921232371816674</c:v>
              </c:pt>
              <c:pt idx="24">
                <c:v>-2.357251652088783</c:v>
              </c:pt>
              <c:pt idx="25">
                <c:v>-2.3223698196379092</c:v>
              </c:pt>
              <c:pt idx="26">
                <c:v>-2.287454450305633</c:v>
              </c:pt>
              <c:pt idx="27">
                <c:v>-2.25250321917984</c:v>
              </c:pt>
              <c:pt idx="28">
                <c:v>-2.217511050068463</c:v>
              </c:pt>
              <c:pt idx="29">
                <c:v>-2.1824705136727114</c:v>
              </c:pt>
              <c:pt idx="30">
                <c:v>-2.1473763451493104</c:v>
              </c:pt>
              <c:pt idx="31">
                <c:v>-2.112208817719228</c:v>
              </c:pt>
              <c:pt idx="32">
                <c:v>-2.076998029126442</c:v>
              </c:pt>
              <c:pt idx="33">
                <c:v>-2.0416541212467187</c:v>
              </c:pt>
              <c:pt idx="34">
                <c:v>-2.0061522879521174</c:v>
              </c:pt>
              <c:pt idx="35">
                <c:v>-1.97049776246424</c:v>
              </c:pt>
              <c:pt idx="36">
                <c:v>-1.9347395751449303</c:v>
              </c:pt>
              <c:pt idx="37">
                <c:v>-1.8988693264277439</c:v>
              </c:pt>
              <c:pt idx="38">
                <c:v>-1.862794436332522</c:v>
              </c:pt>
              <c:pt idx="39">
                <c:v>-1.8265104710765003</c:v>
              </c:pt>
              <c:pt idx="40">
                <c:v>-1.7900905103721223</c:v>
              </c:pt>
              <c:pt idx="41">
                <c:v>-1.753493856551</c:v>
              </c:pt>
              <c:pt idx="42">
                <c:v>-1.7168284209687938</c:v>
              </c:pt>
              <c:pt idx="43">
                <c:v>-1.6801193946552593</c:v>
              </c:pt>
              <c:pt idx="44">
                <c:v>-1.6434639541429774</c:v>
              </c:pt>
              <c:pt idx="45">
                <c:v>-1.6069838509564731</c:v>
              </c:pt>
              <c:pt idx="46">
                <c:v>-1.5707597474165358</c:v>
              </c:pt>
              <c:pt idx="47">
                <c:v>-1.5349079055640522</c:v>
              </c:pt>
              <c:pt idx="48">
                <c:v>-1.4994872664730596</c:v>
              </c:pt>
              <c:pt idx="49">
                <c:v>-1.464928008249019</c:v>
              </c:pt>
              <c:pt idx="50">
                <c:v>-1.4318055802916956</c:v>
              </c:pt>
              <c:pt idx="51">
                <c:v>-1.4005569919867673</c:v>
              </c:pt>
              <c:pt idx="52">
                <c:v>-1.3717073084860985</c:v>
              </c:pt>
              <c:pt idx="53">
                <c:v>-1.345924864590775</c:v>
              </c:pt>
              <c:pt idx="54">
                <c:v>-1.32428429728558</c:v>
              </c:pt>
              <c:pt idx="55">
                <c:v>-1.3083229558521963</c:v>
              </c:pt>
              <c:pt idx="56">
                <c:v>-1.3001548298771974</c:v>
              </c:pt>
              <c:pt idx="57">
                <c:v>-1.3027601439224665</c:v>
              </c:pt>
              <c:pt idx="58">
                <c:v>-1.321091732795482</c:v>
              </c:pt>
              <c:pt idx="59">
                <c:v>-1.3599878493133888</c:v>
              </c:pt>
              <c:pt idx="60">
                <c:v>-1.421544832557279</c:v>
              </c:pt>
              <c:pt idx="61">
                <c:v>-1.508544898443989</c:v>
              </c:pt>
              <c:pt idx="62">
                <c:v>-1.6209845050255136</c:v>
              </c:pt>
              <c:pt idx="63">
                <c:v>-1.7558119348503272</c:v>
              </c:pt>
              <c:pt idx="64">
                <c:v>-1.9142418289155623</c:v>
              </c:pt>
              <c:pt idx="65">
                <c:v>-2.0971762720071174</c:v>
              </c:pt>
              <c:pt idx="66">
                <c:v>-2.307551988664724</c:v>
              </c:pt>
              <c:pt idx="67">
                <c:v>-2.542451129054742</c:v>
              </c:pt>
              <c:pt idx="68">
                <c:v>-2.8011845670793973</c:v>
              </c:pt>
              <c:pt idx="69">
                <c:v>-3.0870002399836203</c:v>
              </c:pt>
              <c:pt idx="70">
                <c:v>-3.4030880189587718</c:v>
              </c:pt>
              <c:pt idx="71">
                <c:v>-3.7496544572457973</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8"/>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p(ε) [eV⁻¹]</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1.9"/>
          <c:min val="-3"/>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2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付着を含めた平均エネルギー変化</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signed change</c:v>
          </c:tx>
          <c:spPr>
            <a:solidFill xmlns:a="http://schemas.openxmlformats.org/drawingml/2006/main">
              <a:srgbClr val="8233A6"/>
            </a:solidFill>
            <a:ln xmlns:a="http://schemas.openxmlformats.org/drawingml/2006/main" w="9525">
              <a:solidFill>
                <a:srgbClr val="8233A6"/>
              </a:solidFill>
              <a:prstDash val="solid"/>
            </a:ln>
          </c:spPr>
          <c:invertIfNegative val="0"/>
          <c:cat>
            <c:numLit>
              <c:formatCode>General</c:formatCode>
              <c:ptCount val="4"/>
              <c:pt idx="0">
                <c:v>1</c:v>
              </c:pt>
              <c:pt idx="1">
                <c:v>10</c:v>
              </c:pt>
              <c:pt idx="2">
                <c:v>100</c:v>
              </c:pt>
              <c:pt idx="3">
                <c:v>1000</c:v>
              </c:pt>
            </c:numLit>
          </c:cat>
          <c:val>
            <c:numLit>
              <c:formatCode>0.0</c:formatCode>
              <c:ptCount val="4"/>
              <c:pt idx="0">
                <c:v>-0.0002573208844460731</c:v>
              </c:pt>
              <c:pt idx="1">
                <c:v>-0.4577717624563696</c:v>
              </c:pt>
              <c:pt idx="2">
                <c:v>-0.009910357414216442</c:v>
              </c:pt>
              <c:pt idx="3">
                <c:v>0.0013903584548962855</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δ⟨ε⟩ [%]</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平均電子エネルギー</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two-term</c:v>
          </c:tx>
          <c:spPr>
            <a:solidFill xmlns:a="http://schemas.openxmlformats.org/drawingml/2006/main">
              <a:srgbClr val="007FAE"/>
            </a:solidFill>
            <a:ln xmlns:a="http://schemas.openxmlformats.org/drawingml/2006/main" w="9525">
              <a:solidFill>
                <a:srgbClr val="007FAE"/>
              </a:solidFill>
              <a:prstDash val="solid"/>
            </a:ln>
          </c:spPr>
          <c:cat>
            <c:strLit>
              <c:ptCount val="3"/>
              <c:pt idx="0">
                <c:v>Ar</c:v>
              </c:pt>
              <c:pt idx="1">
                <c:v>Ar/N₂</c:v>
              </c:pt>
              <c:pt idx="2">
                <c:v>Ar/O₂</c:v>
              </c:pt>
            </c:strLit>
          </c:cat>
          <c:val>
            <c:numLit>
              <c:formatCode>0.00</c:formatCode>
              <c:ptCount val="3"/>
              <c:pt idx="0">
                <c:v>6.931402805626483</c:v>
              </c:pt>
              <c:pt idx="1">
                <c:v>6.177802763079447</c:v>
              </c:pt>
              <c:pt idx="2">
                <c:v>6.202840232706981</c:v>
              </c:pt>
            </c:numLit>
          </c:val>
        </c:ser>
        <c:ser>
          <c:idx val="1"/>
          <c:order val="1"/>
          <c:tx>
            <c:v>Monte Carlo</c:v>
          </c:tx>
          <c:spPr>
            <a:solidFill xmlns:a="http://schemas.openxmlformats.org/drawingml/2006/main">
              <a:srgbClr val="B87900"/>
            </a:solidFill>
            <a:ln xmlns:a="http://schemas.openxmlformats.org/drawingml/2006/main" w="9525">
              <a:solidFill>
                <a:srgbClr val="B87900"/>
              </a:solidFill>
              <a:prstDash val="solid"/>
            </a:ln>
          </c:spPr>
          <c:cat>
            <c:strLit>
              <c:ptCount val="3"/>
              <c:pt idx="0">
                <c:v>Ar</c:v>
              </c:pt>
              <c:pt idx="1">
                <c:v>Ar/N₂</c:v>
              </c:pt>
              <c:pt idx="2">
                <c:v>Ar/O₂</c:v>
              </c:pt>
            </c:strLit>
          </c:cat>
          <c:val>
            <c:numLit>
              <c:formatCode>0.00</c:formatCode>
              <c:ptCount val="3"/>
              <c:pt idx="0">
                <c:v>6.919922603384709</c:v>
              </c:pt>
              <c:pt idx="1">
                <c:v>6.142216226067185</c:v>
              </c:pt>
              <c:pt idx="2">
                <c:v>6.186227281486664</c:v>
              </c:pt>
            </c:numLit>
          </c:val>
        </c:ser>
        <c:ser>
          <c:idx val="2"/>
          <c:order val="2"/>
          <c:tx>
            <c:v>propagator P1</c:v>
          </c:tx>
          <c:spPr>
            <a:solidFill xmlns:a="http://schemas.openxmlformats.org/drawingml/2006/main">
              <a:srgbClr val="72B51F"/>
            </a:solidFill>
            <a:ln xmlns:a="http://schemas.openxmlformats.org/drawingml/2006/main" w="9525">
              <a:solidFill>
                <a:srgbClr val="72B51F"/>
              </a:solidFill>
              <a:prstDash val="solid"/>
            </a:ln>
          </c:spPr>
          <c:cat>
            <c:strLit>
              <c:ptCount val="3"/>
              <c:pt idx="0">
                <c:v>Ar</c:v>
              </c:pt>
              <c:pt idx="1">
                <c:v>Ar/N₂</c:v>
              </c:pt>
              <c:pt idx="2">
                <c:v>Ar/O₂</c:v>
              </c:pt>
            </c:strLit>
          </c:cat>
          <c:val>
            <c:numLit>
              <c:formatCode>0.00</c:formatCode>
              <c:ptCount val="3"/>
              <c:pt idx="0">
                <c:v>6.9135313482861225</c:v>
              </c:pt>
              <c:pt idx="1">
                <c:v>6.1458206338685795</c:v>
              </c:pt>
              <c:pt idx="2">
                <c:v>6.177134282082839</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2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フラックス・ドリフト速度</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two-term</c:v>
          </c:tx>
          <c:spPr>
            <a:solidFill xmlns:a="http://schemas.openxmlformats.org/drawingml/2006/main">
              <a:srgbClr val="007FAE"/>
            </a:solidFill>
            <a:ln xmlns:a="http://schemas.openxmlformats.org/drawingml/2006/main" w="9525">
              <a:solidFill>
                <a:srgbClr val="007FAE"/>
              </a:solidFill>
              <a:prstDash val="solid"/>
            </a:ln>
          </c:spPr>
          <c:cat>
            <c:strLit>
              <c:ptCount val="3"/>
              <c:pt idx="0">
                <c:v>Ar</c:v>
              </c:pt>
              <c:pt idx="1">
                <c:v>Ar/N₂</c:v>
              </c:pt>
              <c:pt idx="2">
                <c:v>Ar/O₂</c:v>
              </c:pt>
            </c:strLit>
          </c:cat>
          <c:val>
            <c:numLit>
              <c:formatCode>0.00</c:formatCode>
              <c:ptCount val="3"/>
              <c:pt idx="0">
                <c:v>0.8059205876310401</c:v>
              </c:pt>
              <c:pt idx="1">
                <c:v>0.8777720338436733</c:v>
              </c:pt>
              <c:pt idx="2">
                <c:v>0.8584339378293604</c:v>
              </c:pt>
            </c:numLit>
          </c:val>
        </c:ser>
        <c:ser>
          <c:idx val="1"/>
          <c:order val="1"/>
          <c:tx>
            <c:v>Monte Carlo</c:v>
          </c:tx>
          <c:spPr>
            <a:solidFill xmlns:a="http://schemas.openxmlformats.org/drawingml/2006/main">
              <a:srgbClr val="B87900"/>
            </a:solidFill>
            <a:ln xmlns:a="http://schemas.openxmlformats.org/drawingml/2006/main" w="9525">
              <a:solidFill>
                <a:srgbClr val="B87900"/>
              </a:solidFill>
              <a:prstDash val="solid"/>
            </a:ln>
          </c:spPr>
          <c:cat>
            <c:strLit>
              <c:ptCount val="3"/>
              <c:pt idx="0">
                <c:v>Ar</c:v>
              </c:pt>
              <c:pt idx="1">
                <c:v>Ar/N₂</c:v>
              </c:pt>
              <c:pt idx="2">
                <c:v>Ar/O₂</c:v>
              </c:pt>
            </c:strLit>
          </c:cat>
          <c:val>
            <c:numLit>
              <c:formatCode>0.00</c:formatCode>
              <c:ptCount val="3"/>
              <c:pt idx="0">
                <c:v>0.803677553435372</c:v>
              </c:pt>
              <c:pt idx="1">
                <c:v>0.871725103780113</c:v>
              </c:pt>
              <c:pt idx="2">
                <c:v>0.860493254737889</c:v>
              </c:pt>
            </c:numLit>
          </c:val>
        </c:ser>
        <c:ser>
          <c:idx val="2"/>
          <c:order val="2"/>
          <c:tx>
            <c:v>propagator P1</c:v>
          </c:tx>
          <c:spPr>
            <a:solidFill xmlns:a="http://schemas.openxmlformats.org/drawingml/2006/main">
              <a:srgbClr val="72B51F"/>
            </a:solidFill>
            <a:ln xmlns:a="http://schemas.openxmlformats.org/drawingml/2006/main" w="9525">
              <a:solidFill>
                <a:srgbClr val="72B51F"/>
              </a:solidFill>
              <a:prstDash val="solid"/>
            </a:ln>
          </c:spPr>
          <c:cat>
            <c:strLit>
              <c:ptCount val="3"/>
              <c:pt idx="0">
                <c:v>Ar</c:v>
              </c:pt>
              <c:pt idx="1">
                <c:v>Ar/N₂</c:v>
              </c:pt>
              <c:pt idx="2">
                <c:v>Ar/O₂</c:v>
              </c:pt>
            </c:strLit>
          </c:cat>
          <c:val>
            <c:numLit>
              <c:formatCode>0.00</c:formatCode>
              <c:ptCount val="3"/>
              <c:pt idx="0">
                <c:v>0.8027963099486843</c:v>
              </c:pt>
              <c:pt idx="1">
                <c:v>0.8739934816953907</c:v>
              </c:pt>
              <c:pt idx="2">
                <c:v>0.8551674108177223</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W [10⁵ m s⁻¹]</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2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GEC ICP：物性表適用＋COMSOL計算</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物性表生成</c:v>
          </c:tx>
          <c:spPr>
            <a:solidFill xmlns:a="http://schemas.openxmlformats.org/drawingml/2006/main">
              <a:srgbClr val="00A6D9"/>
            </a:solidFill>
            <a:ln xmlns:a="http://schemas.openxmlformats.org/drawingml/2006/main" w="9525">
              <a:solidFill>
                <a:srgbClr val="00A6D9"/>
              </a:solidFill>
              <a:prstDash val="solid"/>
            </a:ln>
          </c:spPr>
          <c:cat>
            <c:strLit>
              <c:ptCount val="3"/>
              <c:pt idx="0">
                <c:v>two-term</c:v>
              </c:pt>
              <c:pt idx="1">
                <c:v>MC</c:v>
              </c:pt>
              <c:pt idx="2">
                <c:v>propagator</c:v>
              </c:pt>
            </c:strLit>
          </c:cat>
          <c:val>
            <c:numLit>
              <c:formatCode>0.0</c:formatCode>
              <c:ptCount val="3"/>
              <c:pt idx="0">
                <c:v>33.011700699978974</c:v>
              </c:pt>
              <c:pt idx="1">
                <c:v>36.93385270005092</c:v>
              </c:pt>
              <c:pt idx="2">
                <c:v>32.14989970001625</c:v>
              </c:pt>
            </c:numLit>
          </c:val>
        </c:ser>
        <c:ser>
          <c:idx val="1"/>
          <c:order val="1"/>
          <c:tx>
            <c:v>COMSOL計算</c:v>
          </c:tx>
          <c:spPr>
            <a:solidFill xmlns:a="http://schemas.openxmlformats.org/drawingml/2006/main">
              <a:srgbClr val="211441"/>
            </a:solidFill>
            <a:ln xmlns:a="http://schemas.openxmlformats.org/drawingml/2006/main" w="9525">
              <a:solidFill>
                <a:srgbClr val="211441"/>
              </a:solidFill>
              <a:prstDash val="solid"/>
            </a:ln>
          </c:spPr>
          <c:cat>
            <c:strLit>
              <c:ptCount val="3"/>
              <c:pt idx="0">
                <c:v>two-term</c:v>
              </c:pt>
              <c:pt idx="1">
                <c:v>MC</c:v>
              </c:pt>
              <c:pt idx="2">
                <c:v>propagator</c:v>
              </c:pt>
            </c:strLit>
          </c:cat>
          <c:val>
            <c:numLit>
              <c:formatCode>0.0</c:formatCode>
              <c:ptCount val="3"/>
              <c:pt idx="0">
                <c:v>58.26749200001359</c:v>
              </c:pt>
              <c:pt idx="1">
                <c:v>68.89780589996371</c:v>
              </c:pt>
              <c:pt idx="2">
                <c:v>60.314553200034425</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max val="80"/>
          <c:min val="0"/>
        </c:scaling>
        <c:delete val="0"/>
        <c:axPos val="l"/>
        <c:majorGridlines>
          <c:spPr>
            <a:ln xmlns:a="http://schemas.openxmlformats.org/drawingml/2006/main" w="9525">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66666"/>
                    </a:solidFill>
                    <a:latin typeface="Noto Sans JP"/>
                    <a:ea typeface="Noto Sans JP"/>
                    <a:cs typeface="Noto Sans JP"/>
                  </a:rPr>
                  <a:t>実行時間 [s]</a:t>
                </a:r>
              </a:p>
            </c:rich>
          </c:tx>
          <c:overlay val="0"/>
          <c:txPr>
            <a:bodyPr xmlns:a="http://schemas.openxmlformats.org/drawingml/2006/main" anchorCtr="1"/>
            <a:lstStyle xmlns:a="http://schemas.openxmlformats.org/drawingml/2006/main"/>
            <a:p xmlns:a="http://schemas.openxmlformats.org/drawingml/2006/main">
              <a:pPr>
                <a:defRPr sz="900">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Noto Sans JP"/>
                <a:ea typeface="Noto Sans JP"/>
                <a:cs typeface="Noto Sans JP"/>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2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電子密度の径方向形状</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3813">
              <a:solidFill>
                <a:srgbClr val="7A7A7A"/>
              </a:solidFill>
              <a:prstDash val="dash"/>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1</c:v>
              </c:pt>
              <c:pt idx="1">
                <c:v>0.9991106519842478</c:v>
              </c:pt>
              <c:pt idx="2">
                <c:v>0.9940825217807755</c:v>
              </c:pt>
              <c:pt idx="3">
                <c:v>0.993086147845261</c:v>
              </c:pt>
              <c:pt idx="4">
                <c:v>0.9718359590122967</c:v>
              </c:pt>
              <c:pt idx="5">
                <c:v>0.9581775984788903</c:v>
              </c:pt>
              <c:pt idx="6">
                <c:v>0.918929851953516</c:v>
              </c:pt>
              <c:pt idx="7">
                <c:v>0.8278561272868722</c:v>
              </c:pt>
              <c:pt idx="8">
                <c:v>0.7578493395155277</c:v>
              </c:pt>
              <c:pt idx="9">
                <c:v>0.746966740957028</c:v>
              </c:pt>
              <c:pt idx="10">
                <c:v>0.7359088135630666</c:v>
              </c:pt>
              <c:pt idx="11">
                <c:v>0.5468631321426946</c:v>
              </c:pt>
            </c:numLit>
          </c:yVal>
        </c:ser>
        <c:ser>
          <c:idx val="1"/>
          <c:order val="1"/>
          <c:tx>
            <c:v>two-term</c:v>
          </c:tx>
          <c:spPr>
            <a:ln xmlns:a="http://schemas.openxmlformats.org/drawingml/2006/main" w="20003">
              <a:solidFill>
                <a:srgbClr val="00A6D9"/>
              </a:solidFill>
              <a:prstDash val="solid"/>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1</c:v>
              </c:pt>
              <c:pt idx="1">
                <c:v>1.004041607942284</c:v>
              </c:pt>
              <c:pt idx="2">
                <c:v>1.006159560424505</c:v>
              </c:pt>
              <c:pt idx="3">
                <c:v>1.0058283716043348</c:v>
              </c:pt>
              <c:pt idx="4">
                <c:v>0.981599876844746</c:v>
              </c:pt>
              <c:pt idx="5">
                <c:v>0.9608035454033907</c:v>
              </c:pt>
              <c:pt idx="6">
                <c:v>0.8956002615938848</c:v>
              </c:pt>
              <c:pt idx="7">
                <c:v>0.7436424734022062</c:v>
              </c:pt>
              <c:pt idx="8">
                <c:v>0.6354870679931267</c:v>
              </c:pt>
              <c:pt idx="9">
                <c:v>0.6195814970371966</c:v>
              </c:pt>
              <c:pt idx="10">
                <c:v>0.6036603515076834</c:v>
              </c:pt>
              <c:pt idx="11">
                <c:v>0.3762076543272278</c:v>
              </c:pt>
            </c:numLit>
          </c:yVal>
        </c:ser>
        <c:ser>
          <c:idx val="2"/>
          <c:order val="2"/>
          <c:tx>
            <c:v>Monte Carlo</c:v>
          </c:tx>
          <c:spPr>
            <a:ln xmlns:a="http://schemas.openxmlformats.org/drawingml/2006/main" w="20003">
              <a:solidFill>
                <a:srgbClr val="72B51F"/>
              </a:solidFill>
              <a:prstDash val="dash"/>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1</c:v>
              </c:pt>
              <c:pt idx="1">
                <c:v>1.0040230240744776</c:v>
              </c:pt>
              <c:pt idx="2">
                <c:v>1.0061061993538398</c:v>
              </c:pt>
              <c:pt idx="3">
                <c:v>1.0057722326717538</c:v>
              </c:pt>
              <c:pt idx="4">
                <c:v>0.9815390942147334</c:v>
              </c:pt>
              <c:pt idx="5">
                <c:v>0.960756088119204</c:v>
              </c:pt>
              <c:pt idx="6">
                <c:v>0.8955853782912365</c:v>
              </c:pt>
              <c:pt idx="7">
                <c:v>0.7436628724833475</c:v>
              </c:pt>
              <c:pt idx="8">
                <c:v>0.6355933715096399</c:v>
              </c:pt>
              <c:pt idx="9">
                <c:v>0.6197098432700375</c:v>
              </c:pt>
              <c:pt idx="10">
                <c:v>0.6038138401257735</c:v>
              </c:pt>
              <c:pt idx="11">
                <c:v>0.3772578580697231</c:v>
              </c:pt>
            </c:numLit>
          </c:yVal>
        </c:ser>
        <c:ser>
          <c:idx val="3"/>
          <c:order val="3"/>
          <c:tx>
            <c:v>propagator P1</c:v>
          </c:tx>
          <c:spPr>
            <a:ln xmlns:a="http://schemas.openxmlformats.org/drawingml/2006/main" w="20003">
              <a:solidFill>
                <a:srgbClr val="00AFA9"/>
              </a:solidFill>
              <a:prstDash val="solid"/>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1</c:v>
              </c:pt>
              <c:pt idx="1">
                <c:v>1.004036781605959</c:v>
              </c:pt>
              <c:pt idx="2">
                <c:v>1.0061312963893065</c:v>
              </c:pt>
              <c:pt idx="3">
                <c:v>1.0057968267612891</c:v>
              </c:pt>
              <c:pt idx="4">
                <c:v>0.9815032710438886</c:v>
              </c:pt>
              <c:pt idx="5">
                <c:v>0.9606680904507379</c:v>
              </c:pt>
              <c:pt idx="6">
                <c:v>0.8953462239484552</c:v>
              </c:pt>
              <c:pt idx="7">
                <c:v>0.7431288223402553</c:v>
              </c:pt>
              <c:pt idx="8">
                <c:v>0.6348420581743512</c:v>
              </c:pt>
              <c:pt idx="9">
                <c:v>0.6189216240456693</c:v>
              </c:pt>
              <c:pt idx="10">
                <c:v>0.6029868604777716</c:v>
              </c:pt>
              <c:pt idx="11">
                <c:v>0.3755603680970976</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15"/>
          <c:min val="0.2"/>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nₑ(r) / nₑ(0)</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8"/>
          <c:min val="0"/>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r [cm]</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2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Ar*準安定粒子の径方向形状</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3813">
              <a:solidFill>
                <a:srgbClr val="7A7A7A"/>
              </a:solidFill>
              <a:prstDash val="dash"/>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1</c:v>
              </c:pt>
              <c:pt idx="1">
                <c:v>0.9901185396169562</c:v>
              </c:pt>
              <c:pt idx="2">
                <c:v>0.9605042519599225</c:v>
              </c:pt>
              <c:pt idx="3">
                <c:v>0.9560449355942238</c:v>
              </c:pt>
              <c:pt idx="4">
                <c:v>0.8840732143402171</c:v>
              </c:pt>
              <c:pt idx="5">
                <c:v>0.8469725157102446</c:v>
              </c:pt>
              <c:pt idx="6">
                <c:v>0.7550496704788755</c:v>
              </c:pt>
              <c:pt idx="7">
                <c:v>0.582206546882645</c:v>
              </c:pt>
              <c:pt idx="8">
                <c:v>0.4734631128528109</c:v>
              </c:pt>
              <c:pt idx="9">
                <c:v>0.45825416399034286</c:v>
              </c:pt>
              <c:pt idx="10">
                <c:v>0.4432168184573568</c:v>
              </c:pt>
              <c:pt idx="11">
                <c:v>0.269721296516321</c:v>
              </c:pt>
            </c:numLit>
          </c:yVal>
        </c:ser>
        <c:ser>
          <c:idx val="1"/>
          <c:order val="1"/>
          <c:tx>
            <c:v>two-term</c:v>
          </c:tx>
          <c:spPr>
            <a:ln xmlns:a="http://schemas.openxmlformats.org/drawingml/2006/main" w="20003">
              <a:solidFill>
                <a:srgbClr val="00A6D9"/>
              </a:solidFill>
              <a:prstDash val="solid"/>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1</c:v>
              </c:pt>
              <c:pt idx="1">
                <c:v>1.0059693894114203</c:v>
              </c:pt>
              <c:pt idx="2">
                <c:v>1.005120396717259</c:v>
              </c:pt>
              <c:pt idx="3">
                <c:v>1.0035893740926642</c:v>
              </c:pt>
              <c:pt idx="4">
                <c:v>0.9432566958198485</c:v>
              </c:pt>
              <c:pt idx="5">
                <c:v>0.8970303098168132</c:v>
              </c:pt>
              <c:pt idx="6">
                <c:v>0.7649469353255285</c:v>
              </c:pt>
              <c:pt idx="7">
                <c:v>0.5073318929277346</c:v>
              </c:pt>
              <c:pt idx="8">
                <c:v>0.35777798304136466</c:v>
              </c:pt>
              <c:pt idx="9">
                <c:v>0.33805196197840304</c:v>
              </c:pt>
              <c:pt idx="10">
                <c:v>0.31889497728121796</c:v>
              </c:pt>
              <c:pt idx="11">
                <c:v>0.11746042956791579</c:v>
              </c:pt>
            </c:numLit>
          </c:yVal>
        </c:ser>
        <c:ser>
          <c:idx val="2"/>
          <c:order val="2"/>
          <c:tx>
            <c:v>Monte Carlo</c:v>
          </c:tx>
          <c:spPr>
            <a:ln xmlns:a="http://schemas.openxmlformats.org/drawingml/2006/main" w="20003">
              <a:solidFill>
                <a:srgbClr val="72B51F"/>
              </a:solidFill>
              <a:prstDash val="dash"/>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1</c:v>
              </c:pt>
              <c:pt idx="1">
                <c:v>1.0063243745273303</c:v>
              </c:pt>
              <c:pt idx="2">
                <c:v>1.0061336447827605</c:v>
              </c:pt>
              <c:pt idx="3">
                <c:v>1.0046709719611162</c:v>
              </c:pt>
              <c:pt idx="4">
                <c:v>0.9446248900711895</c:v>
              </c:pt>
              <c:pt idx="5">
                <c:v>0.8982011165689405</c:v>
              </c:pt>
              <c:pt idx="6">
                <c:v>0.7653433204310536</c:v>
              </c:pt>
              <c:pt idx="7">
                <c:v>0.5062921915195256</c:v>
              </c:pt>
              <c:pt idx="8">
                <c:v>0.3560056994244828</c:v>
              </c:pt>
              <c:pt idx="9">
                <c:v>0.33622466650374117</c:v>
              </c:pt>
              <c:pt idx="10">
                <c:v>0.31702907733968394</c:v>
              </c:pt>
              <c:pt idx="11">
                <c:v>0.11622325346044335</c:v>
              </c:pt>
            </c:numLit>
          </c:yVal>
        </c:ser>
        <c:ser>
          <c:idx val="3"/>
          <c:order val="3"/>
          <c:tx>
            <c:v>propagator P1</c:v>
          </c:tx>
          <c:spPr>
            <a:ln xmlns:a="http://schemas.openxmlformats.org/drawingml/2006/main" w="20003">
              <a:solidFill>
                <a:srgbClr val="00AFA9"/>
              </a:solidFill>
              <a:prstDash val="solid"/>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1</c:v>
              </c:pt>
              <c:pt idx="1">
                <c:v>1.0062330953032566</c:v>
              </c:pt>
              <c:pt idx="2">
                <c:v>1.0059049777694238</c:v>
              </c:pt>
              <c:pt idx="3">
                <c:v>1.0044322499883038</c:v>
              </c:pt>
              <c:pt idx="4">
                <c:v>0.9444436174619751</c:v>
              </c:pt>
              <c:pt idx="5">
                <c:v>0.8981241765659044</c:v>
              </c:pt>
              <c:pt idx="6">
                <c:v>0.7655467014126692</c:v>
              </c:pt>
              <c:pt idx="7">
                <c:v>0.5070293772904355</c:v>
              </c:pt>
              <c:pt idx="8">
                <c:v>0.357277374818865</c:v>
              </c:pt>
              <c:pt idx="9">
                <c:v>0.33756340181286315</c:v>
              </c:pt>
              <c:pt idx="10">
                <c:v>0.3184246435978157</c:v>
              </c:pt>
              <c:pt idx="11">
                <c:v>0.11667797661255458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1"/>
          <c:min val="0"/>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nAr*(r) / nAr*(0)</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8"/>
          <c:min val="0"/>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r [cm]</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2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平均電子エネルギー</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3813">
              <a:solidFill>
                <a:srgbClr val="7A7A7A"/>
              </a:solidFill>
              <a:prstDash val="dash"/>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5.30250676073428</c:v>
              </c:pt>
              <c:pt idx="1">
                <c:v>5.301787353293841</c:v>
              </c:pt>
              <c:pt idx="2">
                <c:v>5.296803525244905</c:v>
              </c:pt>
              <c:pt idx="3">
                <c:v>5.295766298726393</c:v>
              </c:pt>
              <c:pt idx="4">
                <c:v>5.272536131085985</c:v>
              </c:pt>
              <c:pt idx="5">
                <c:v>5.256892092733552</c:v>
              </c:pt>
              <c:pt idx="6">
                <c:v>5.209537896597613</c:v>
              </c:pt>
              <c:pt idx="7">
                <c:v>5.087282360993414</c:v>
              </c:pt>
              <c:pt idx="8">
                <c:v>4.98114983262981</c:v>
              </c:pt>
              <c:pt idx="9">
                <c:v>4.963644806710892</c:v>
              </c:pt>
              <c:pt idx="10">
                <c:v>4.945549243248556</c:v>
              </c:pt>
              <c:pt idx="11">
                <c:v>4.581937045168297</c:v>
              </c:pt>
            </c:numLit>
          </c:yVal>
        </c:ser>
        <c:ser>
          <c:idx val="1"/>
          <c:order val="1"/>
          <c:tx>
            <c:v>two-term</c:v>
          </c:tx>
          <c:spPr>
            <a:ln xmlns:a="http://schemas.openxmlformats.org/drawingml/2006/main" w="20003">
              <a:solidFill>
                <a:srgbClr val="00A6D9"/>
              </a:solidFill>
              <a:prstDash val="solid"/>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7.172598220527624</c:v>
              </c:pt>
              <c:pt idx="1">
                <c:v>7.1812081831652845</c:v>
              </c:pt>
              <c:pt idx="2">
                <c:v>7.190006737650512</c:v>
              </c:pt>
              <c:pt idx="3">
                <c:v>7.190097835949684</c:v>
              </c:pt>
              <c:pt idx="4">
                <c:v>7.157585425441043</c:v>
              </c:pt>
              <c:pt idx="5">
                <c:v>7.124464937202184</c:v>
              </c:pt>
              <c:pt idx="6">
                <c:v>7.0107881446477505</c:v>
              </c:pt>
              <c:pt idx="7">
                <c:v>6.702228693104478</c:v>
              </c:pt>
              <c:pt idx="8">
                <c:v>6.4451994181051475</c:v>
              </c:pt>
              <c:pt idx="9">
                <c:v>6.404578419379427</c:v>
              </c:pt>
              <c:pt idx="10">
                <c:v>6.363152861969657</c:v>
              </c:pt>
              <c:pt idx="11">
                <c:v>5.671738433357036</c:v>
              </c:pt>
            </c:numLit>
          </c:yVal>
        </c:ser>
        <c:ser>
          <c:idx val="2"/>
          <c:order val="2"/>
          <c:tx>
            <c:v>Monte Carlo</c:v>
          </c:tx>
          <c:spPr>
            <a:ln xmlns:a="http://schemas.openxmlformats.org/drawingml/2006/main" w="20003">
              <a:solidFill>
                <a:srgbClr val="72B51F"/>
              </a:solidFill>
              <a:prstDash val="dash"/>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7.138705390962018</c:v>
              </c:pt>
              <c:pt idx="1">
                <c:v>7.1472696385402</c:v>
              </c:pt>
              <c:pt idx="2">
                <c:v>7.15603382020073</c:v>
              </c:pt>
              <c:pt idx="3">
                <c:v>7.156128132706504</c:v>
              </c:pt>
              <c:pt idx="4">
                <c:v>7.123869971934813</c:v>
              </c:pt>
              <c:pt idx="5">
                <c:v>7.09097600683078</c:v>
              </c:pt>
              <c:pt idx="6">
                <c:v>6.978004642869466</c:v>
              </c:pt>
              <c:pt idx="7">
                <c:v>6.671153037234846</c:v>
              </c:pt>
              <c:pt idx="8">
                <c:v>6.415645290083197</c:v>
              </c:pt>
              <c:pt idx="9">
                <c:v>6.375285153736577</c:v>
              </c:pt>
              <c:pt idx="10">
                <c:v>6.334133269192712</c:v>
              </c:pt>
              <c:pt idx="11">
                <c:v>5.6498350412269165</c:v>
              </c:pt>
            </c:numLit>
          </c:yVal>
        </c:ser>
        <c:ser>
          <c:idx val="3"/>
          <c:order val="3"/>
          <c:tx>
            <c:v>propagator P1</c:v>
          </c:tx>
          <c:spPr>
            <a:ln xmlns:a="http://schemas.openxmlformats.org/drawingml/2006/main" w="20003">
              <a:solidFill>
                <a:srgbClr val="00AFA9"/>
              </a:solidFill>
              <a:prstDash val="solid"/>
            </a:ln>
          </c:spPr>
          <c:marker>
            <c:symbol val="none"/>
            <c:size val="2"/>
          </c:marker>
          <c:xVal>
            <c:numLit>
              <c:formatCode>General</c:formatCode>
              <c:ptCount val="12"/>
              <c:pt idx="0">
                <c:v>0</c:v>
              </c:pt>
              <c:pt idx="1">
                <c:v>0.9939759036144576</c:v>
              </c:pt>
              <c:pt idx="2">
                <c:v>1.888554216867469</c:v>
              </c:pt>
              <c:pt idx="3">
                <c:v>1.9879518072289153</c:v>
              </c:pt>
              <c:pt idx="4">
                <c:v>3.0813253012048176</c:v>
              </c:pt>
              <c:pt idx="5">
                <c:v>3.478915662650601</c:v>
              </c:pt>
              <c:pt idx="6">
                <c:v>4.274096385542168</c:v>
              </c:pt>
              <c:pt idx="7">
                <c:v>5.466867469879516</c:v>
              </c:pt>
              <c:pt idx="8">
                <c:v>6.162650602409637</c:v>
              </c:pt>
              <c:pt idx="9">
                <c:v>6.262048192771083</c:v>
              </c:pt>
              <c:pt idx="10">
                <c:v>6.3614457831325275</c:v>
              </c:pt>
              <c:pt idx="11">
                <c:v>7.852409638554217</c:v>
              </c:pt>
            </c:numLit>
          </c:xVal>
          <c:yVal>
            <c:numLit>
              <c:formatCode>General</c:formatCode>
              <c:ptCount val="12"/>
              <c:pt idx="0">
                <c:v>7.126461334530921</c:v>
              </c:pt>
              <c:pt idx="1">
                <c:v>7.135040440053842</c:v>
              </c:pt>
              <c:pt idx="2">
                <c:v>7.143829931362138</c:v>
              </c:pt>
              <c:pt idx="3">
                <c:v>7.143927207818487</c:v>
              </c:pt>
              <c:pt idx="4">
                <c:v>7.111695233529706</c:v>
              </c:pt>
              <c:pt idx="5">
                <c:v>7.078808353251079</c:v>
              </c:pt>
              <c:pt idx="6">
                <c:v>6.965855713736641</c:v>
              </c:pt>
              <c:pt idx="7">
                <c:v>6.659063858985142</c:v>
              </c:pt>
              <c:pt idx="8">
                <c:v>6.4034729221570394</c:v>
              </c:pt>
              <c:pt idx="9">
                <c:v>6.36307665290359</c:v>
              </c:pt>
              <c:pt idx="10">
                <c:v>6.32187990246035</c:v>
              </c:pt>
              <c:pt idx="11">
                <c:v>5.634702498466868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7.5"/>
          <c:min val="4"/>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⟨ε⟩ [eV]</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8"/>
          <c:min val="0"/>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r [cm]</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28.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電子密度</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3813">
              <a:solidFill>
                <a:srgbClr val="7A7A7A"/>
              </a:solidFill>
              <a:prstDash val="dash"/>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15.725651824986807</c:v>
              </c:pt>
              <c:pt idx="1">
                <c:v>15.863405710996323</c:v>
              </c:pt>
              <c:pt idx="2">
                <c:v>16.03004126417721</c:v>
              </c:pt>
              <c:pt idx="3">
                <c:v>16.21532526087967</c:v>
              </c:pt>
              <c:pt idx="4">
                <c:v>16.41032815849539</c:v>
              </c:pt>
              <c:pt idx="5">
                <c:v>16.598407140146115</c:v>
              </c:pt>
              <c:pt idx="6">
                <c:v>16.93337980795702</c:v>
              </c:pt>
              <c:pt idx="7">
                <c:v>17.226040809053018</c:v>
              </c:pt>
              <c:pt idx="8">
                <c:v>17.39716825043945</c:v>
              </c:pt>
              <c:pt idx="9">
                <c:v>17.65957736761947</c:v>
              </c:pt>
              <c:pt idx="10">
                <c:v>17.862042177386638</c:v>
              </c:pt>
              <c:pt idx="11">
                <c:v>18.016119177145207</c:v>
              </c:pt>
              <c:pt idx="12">
                <c:v>18.09857055437555</c:v>
              </c:pt>
              <c:pt idx="13">
                <c:v>18.142778581706423</c:v>
              </c:pt>
              <c:pt idx="14">
                <c:v>18.164824628487732</c:v>
              </c:pt>
              <c:pt idx="15">
                <c:v>18.16660276418526</c:v>
              </c:pt>
              <c:pt idx="16">
                <c:v>18.148088269729765</c:v>
              </c:pt>
              <c:pt idx="17">
                <c:v>18.107316616058235</c:v>
              </c:pt>
              <c:pt idx="18">
                <c:v>18.031243233871535</c:v>
              </c:pt>
              <c:pt idx="19">
                <c:v>17.907370121045528</c:v>
              </c:pt>
              <c:pt idx="20">
                <c:v>17.750940391820755</c:v>
              </c:pt>
              <c:pt idx="21">
                <c:v>17.509127981775507</c:v>
              </c:pt>
              <c:pt idx="22">
                <c:v>17.222421186843697</c:v>
              </c:pt>
              <c:pt idx="23">
                <c:v>16.926652593844093</c:v>
              </c:pt>
              <c:pt idx="24">
                <c:v>16.672217600694907</c:v>
              </c:pt>
              <c:pt idx="25">
                <c:v>16.488646087781856</c:v>
              </c:pt>
              <c:pt idx="26">
                <c:v>16.297517363638498</c:v>
              </c:pt>
              <c:pt idx="27">
                <c:v>16.11322020646565</c:v>
              </c:pt>
              <c:pt idx="28">
                <c:v>15.943592299635332</c:v>
              </c:pt>
              <c:pt idx="29">
                <c:v>15.801407179616817</c:v>
              </c:pt>
            </c:numLit>
          </c:yVal>
        </c:ser>
        <c:ser>
          <c:idx val="1"/>
          <c:order val="1"/>
          <c:tx>
            <c:v>two-term</c:v>
          </c:tx>
          <c:spPr>
            <a:ln xmlns:a="http://schemas.openxmlformats.org/drawingml/2006/main" w="20003">
              <a:solidFill>
                <a:srgbClr val="00A6D9"/>
              </a:solidFill>
              <a:prstDash val="solid"/>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15.838222439129142</c:v>
              </c:pt>
              <c:pt idx="1">
                <c:v>15.927864602708043</c:v>
              </c:pt>
              <c:pt idx="2">
                <c:v>16.039411286650946</c:v>
              </c:pt>
              <c:pt idx="3">
                <c:v>16.16979927071515</c:v>
              </c:pt>
              <c:pt idx="4">
                <c:v>16.31623694152686</c:v>
              </c:pt>
              <c:pt idx="5">
                <c:v>16.468921596777303</c:v>
              </c:pt>
              <c:pt idx="6">
                <c:v>16.76567915134845</c:v>
              </c:pt>
              <c:pt idx="7">
                <c:v>17.040340488184317</c:v>
              </c:pt>
              <c:pt idx="8">
                <c:v>17.205201134908176</c:v>
              </c:pt>
              <c:pt idx="9">
                <c:v>17.46208188690966</c:v>
              </c:pt>
              <c:pt idx="10">
                <c:v>17.66406271990766</c:v>
              </c:pt>
              <c:pt idx="11">
                <c:v>17.8218215293966</c:v>
              </c:pt>
              <c:pt idx="12">
                <c:v>17.910418576996943</c:v>
              </c:pt>
              <c:pt idx="13">
                <c:v>17.961693591254466</c:v>
              </c:pt>
              <c:pt idx="14">
                <c:v>17.99185902200556</c:v>
              </c:pt>
              <c:pt idx="15">
                <c:v>18.002429063181545</c:v>
              </c:pt>
              <c:pt idx="16">
                <c:v>17.993002593600462</c:v>
              </c:pt>
              <c:pt idx="17">
                <c:v>17.961236264290022</c:v>
              </c:pt>
              <c:pt idx="18">
                <c:v>17.894259828063817</c:v>
              </c:pt>
              <c:pt idx="19">
                <c:v>17.779095923520174</c:v>
              </c:pt>
              <c:pt idx="20">
                <c:v>17.629730717302262</c:v>
              </c:pt>
              <c:pt idx="21">
                <c:v>17.396608015434875</c:v>
              </c:pt>
              <c:pt idx="22">
                <c:v>17.122675724134165</c:v>
              </c:pt>
              <c:pt idx="23">
                <c:v>16.84874859904136</c:v>
              </c:pt>
              <c:pt idx="24">
                <c:v>16.625446678631032</c:v>
              </c:pt>
              <c:pt idx="25">
                <c:v>16.475408524684397</c:v>
              </c:pt>
              <c:pt idx="26">
                <c:v>16.330188546764695</c:v>
              </c:pt>
              <c:pt idx="27">
                <c:v>16.198694022508985</c:v>
              </c:pt>
              <c:pt idx="28">
                <c:v>16.08338536237155</c:v>
              </c:pt>
              <c:pt idx="29">
                <c:v>15.989392157788805</c:v>
              </c:pt>
            </c:numLit>
          </c:yVal>
        </c:ser>
        <c:ser>
          <c:idx val="2"/>
          <c:order val="2"/>
          <c:tx>
            <c:v>Monte Carlo</c:v>
          </c:tx>
          <c:spPr>
            <a:ln xmlns:a="http://schemas.openxmlformats.org/drawingml/2006/main" w="20003">
              <a:solidFill>
                <a:srgbClr val="72B51F"/>
              </a:solidFill>
              <a:prstDash val="dash"/>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15.840861997554816</c:v>
              </c:pt>
              <c:pt idx="1">
                <c:v>15.930426484839275</c:v>
              </c:pt>
              <c:pt idx="2">
                <c:v>16.041850709854295</c:v>
              </c:pt>
              <c:pt idx="3">
                <c:v>16.172045746592918</c:v>
              </c:pt>
              <c:pt idx="4">
                <c:v>16.318236131996358</c:v>
              </c:pt>
              <c:pt idx="5">
                <c:v>16.47066145527597</c:v>
              </c:pt>
              <c:pt idx="6">
                <c:v>16.767010981157533</c:v>
              </c:pt>
              <c:pt idx="7">
                <c:v>17.0414343061129</c:v>
              </c:pt>
              <c:pt idx="8">
                <c:v>17.206209186616416</c:v>
              </c:pt>
              <c:pt idx="9">
                <c:v>17.463025406656012</c:v>
              </c:pt>
              <c:pt idx="10">
                <c:v>17.66503486344136</c:v>
              </c:pt>
              <c:pt idx="11">
                <c:v>17.822919506150228</c:v>
              </c:pt>
              <c:pt idx="12">
                <c:v>17.911697148770546</c:v>
              </c:pt>
              <c:pt idx="13">
                <c:v>17.963176662536604</c:v>
              </c:pt>
              <c:pt idx="14">
                <c:v>17.99358327485734</c:v>
              </c:pt>
              <c:pt idx="15">
                <c:v>18.00442597436873</c:v>
              </c:pt>
              <c:pt idx="16">
                <c:v>17.995285766581095</c:v>
              </c:pt>
              <c:pt idx="17">
                <c:v>17.963799113416062</c:v>
              </c:pt>
              <c:pt idx="18">
                <c:v>17.897098905217774</c:v>
              </c:pt>
              <c:pt idx="19">
                <c:v>17.78217851904076</c:v>
              </c:pt>
              <c:pt idx="20">
                <c:v>17.632969103548852</c:v>
              </c:pt>
              <c:pt idx="21">
                <c:v>17.399950505761463</c:v>
              </c:pt>
              <c:pt idx="22">
                <c:v>17.126072902813604</c:v>
              </c:pt>
              <c:pt idx="23">
                <c:v>16.85217847681537</c:v>
              </c:pt>
              <c:pt idx="24">
                <c:v>16.628879566671504</c:v>
              </c:pt>
              <c:pt idx="25">
                <c:v>16.47879153069338</c:v>
              </c:pt>
              <c:pt idx="26">
                <c:v>16.333447981639154</c:v>
              </c:pt>
              <c:pt idx="27">
                <c:v>16.20175281354947</c:v>
              </c:pt>
              <c:pt idx="28">
                <c:v>16.086175599947698</c:v>
              </c:pt>
              <c:pt idx="29">
                <c:v>15.991919329425047</c:v>
              </c:pt>
            </c:numLit>
          </c:yVal>
        </c:ser>
        <c:ser>
          <c:idx val="3"/>
          <c:order val="3"/>
          <c:tx>
            <c:v>propagator P1</c:v>
          </c:tx>
          <c:spPr>
            <a:ln xmlns:a="http://schemas.openxmlformats.org/drawingml/2006/main" w="20003">
              <a:solidFill>
                <a:srgbClr val="00AFA9"/>
              </a:solidFill>
              <a:prstDash val="solid"/>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15.840969791362243</c:v>
              </c:pt>
              <c:pt idx="1">
                <c:v>15.93070877972582</c:v>
              </c:pt>
              <c:pt idx="2">
                <c:v>16.042330911423086</c:v>
              </c:pt>
              <c:pt idx="3">
                <c:v>16.17272043463361</c:v>
              </c:pt>
              <c:pt idx="4">
                <c:v>16.31908356221444</c:v>
              </c:pt>
              <c:pt idx="5">
                <c:v>16.47163582762004</c:v>
              </c:pt>
              <c:pt idx="6">
                <c:v>16.76811998871133</c:v>
              </c:pt>
              <c:pt idx="7">
                <c:v>17.042602853134223</c:v>
              </c:pt>
              <c:pt idx="8">
                <c:v>17.207396627222895</c:v>
              </c:pt>
              <c:pt idx="9">
                <c:v>17.46422661427764</c:v>
              </c:pt>
              <c:pt idx="10">
                <c:v>17.666233462688517</c:v>
              </c:pt>
              <c:pt idx="11">
                <c:v>17.82410778346365</c:v>
              </c:pt>
              <c:pt idx="12">
                <c:v>17.912883093050674</c:v>
              </c:pt>
              <c:pt idx="13">
                <c:v>17.964369296608183</c:v>
              </c:pt>
              <c:pt idx="14">
                <c:v>17.994782236754894</c:v>
              </c:pt>
              <c:pt idx="15">
                <c:v>18.005622876252136</c:v>
              </c:pt>
              <c:pt idx="16">
                <c:v>17.996471954612268</c:v>
              </c:pt>
              <c:pt idx="17">
                <c:v>17.964969206857454</c:v>
              </c:pt>
              <c:pt idx="18">
                <c:v>17.898250488564912</c:v>
              </c:pt>
              <c:pt idx="19">
                <c:v>17.783315529810732</c:v>
              </c:pt>
              <c:pt idx="20">
                <c:v>17.634098460997016</c:v>
              </c:pt>
              <c:pt idx="21">
                <c:v>17.4010739646886</c:v>
              </c:pt>
              <c:pt idx="22">
                <c:v>17.12718544577793</c:v>
              </c:pt>
              <c:pt idx="23">
                <c:v>16.853263662721073</c:v>
              </c:pt>
              <c:pt idx="24">
                <c:v>16.629916079220024</c:v>
              </c:pt>
              <c:pt idx="25">
                <c:v>16.47976446309527</c:v>
              </c:pt>
              <c:pt idx="26">
                <c:v>16.334323496727173</c:v>
              </c:pt>
              <c:pt idx="27">
                <c:v>16.202504287804704</c:v>
              </c:pt>
              <c:pt idx="28">
                <c:v>16.086784821940448</c:v>
              </c:pt>
              <c:pt idx="29">
                <c:v>15.9923961572347</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8.3"/>
          <c:min val="15.5"/>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log₁₀(nₑ / m⁻³)</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4"/>
          <c:min val="0"/>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z [cm]</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29.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Ar*準安定粒子</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3813">
              <a:solidFill>
                <a:srgbClr val="7A7A7A"/>
              </a:solidFill>
              <a:prstDash val="dash"/>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18.45537245770521</c:v>
              </c:pt>
              <c:pt idx="1">
                <c:v>18.459436302887653</c:v>
              </c:pt>
              <c:pt idx="2">
                <c:v>18.465060659764855</c:v>
              </c:pt>
              <c:pt idx="3">
                <c:v>18.472809444798106</c:v>
              </c:pt>
              <c:pt idx="4">
                <c:v>18.48341645119065</c:v>
              </c:pt>
              <c:pt idx="5">
                <c:v>18.4978001090627</c:v>
              </c:pt>
              <c:pt idx="6">
                <c:v>18.54067285386975</c:v>
              </c:pt>
              <c:pt idx="7">
                <c:v>18.603357748437315</c:v>
              </c:pt>
              <c:pt idx="8">
                <c:v>18.65597176092786</c:v>
              </c:pt>
              <c:pt idx="9">
                <c:v>18.75711676044282</c:v>
              </c:pt>
              <c:pt idx="10">
                <c:v>18.839554642051798</c:v>
              </c:pt>
              <c:pt idx="11">
                <c:v>18.8946103390429</c:v>
              </c:pt>
              <c:pt idx="12">
                <c:v>18.918212757467437</c:v>
              </c:pt>
              <c:pt idx="13">
                <c:v>18.92971285163683</c:v>
              </c:pt>
              <c:pt idx="14">
                <c:v>18.936433436006848</c:v>
              </c:pt>
              <c:pt idx="15">
                <c:v>18.93987307716559</c:v>
              </c:pt>
              <c:pt idx="16">
                <c:v>18.94004980136453</c:v>
              </c:pt>
              <c:pt idx="17">
                <c:v>18.935487112723045</c:v>
              </c:pt>
              <c:pt idx="18">
                <c:v>18.920042142306396</c:v>
              </c:pt>
              <c:pt idx="19">
                <c:v>18.88328656688413</c:v>
              </c:pt>
              <c:pt idx="20">
                <c:v>18.825051590183165</c:v>
              </c:pt>
              <c:pt idx="21">
                <c:v>18.73012276048641</c:v>
              </c:pt>
              <c:pt idx="22">
                <c:v>18.638075256802487</c:v>
              </c:pt>
              <c:pt idx="23">
                <c:v>18.575635875703338</c:v>
              </c:pt>
              <c:pt idx="24">
                <c:v>18.54247923719886</c:v>
              </c:pt>
              <c:pt idx="25">
                <c:v>18.526830474278903</c:v>
              </c:pt>
              <c:pt idx="26">
                <c:v>18.51527754030626</c:v>
              </c:pt>
              <c:pt idx="27">
                <c:v>18.506828288409327</c:v>
              </c:pt>
              <c:pt idx="28">
                <c:v>18.500690102590216</c:v>
              </c:pt>
              <c:pt idx="29">
                <c:v>18.496252107837158</c:v>
              </c:pt>
            </c:numLit>
          </c:yVal>
        </c:ser>
        <c:ser>
          <c:idx val="1"/>
          <c:order val="1"/>
          <c:tx>
            <c:v>two-term</c:v>
          </c:tx>
          <c:spPr>
            <a:ln xmlns:a="http://schemas.openxmlformats.org/drawingml/2006/main" w="20003">
              <a:solidFill>
                <a:srgbClr val="00A6D9"/>
              </a:solidFill>
              <a:prstDash val="solid"/>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18.287053596001055</c:v>
              </c:pt>
              <c:pt idx="1">
                <c:v>18.291116766647445</c:v>
              </c:pt>
              <c:pt idx="2">
                <c:v>18.296737986615614</c:v>
              </c:pt>
              <c:pt idx="3">
                <c:v>18.304478417868186</c:v>
              </c:pt>
              <c:pt idx="4">
                <c:v>18.315067105102518</c:v>
              </c:pt>
              <c:pt idx="5">
                <c:v>18.32941560502615</c:v>
              </c:pt>
              <c:pt idx="6">
                <c:v>18.372154551978255</c:v>
              </c:pt>
              <c:pt idx="7">
                <c:v>18.434690506397615</c:v>
              </c:pt>
              <c:pt idx="8">
                <c:v>18.487469652672022</c:v>
              </c:pt>
              <c:pt idx="9">
                <c:v>18.5909551831029</c:v>
              </c:pt>
              <c:pt idx="10">
                <c:v>18.680226730262216</c:v>
              </c:pt>
              <c:pt idx="11">
                <c:v>18.74734021772328</c:v>
              </c:pt>
              <c:pt idx="12">
                <c:v>18.784647511525893</c:v>
              </c:pt>
              <c:pt idx="13">
                <c:v>18.81023791454256</c:v>
              </c:pt>
              <c:pt idx="14">
                <c:v>18.832536866915245</c:v>
              </c:pt>
              <c:pt idx="15">
                <c:v>18.852722988614754</c:v>
              </c:pt>
              <c:pt idx="16">
                <c:v>18.870498248102788</c:v>
              </c:pt>
              <c:pt idx="17">
                <c:v>18.88389227783303</c:v>
              </c:pt>
              <c:pt idx="18">
                <c:v>18.88723690878162</c:v>
              </c:pt>
              <c:pt idx="19">
                <c:v>18.868399297311555</c:v>
              </c:pt>
              <c:pt idx="20">
                <c:v>18.82290683392067</c:v>
              </c:pt>
              <c:pt idx="21">
                <c:v>18.736945182263497</c:v>
              </c:pt>
              <c:pt idx="22">
                <c:v>18.648892617381232</c:v>
              </c:pt>
              <c:pt idx="23">
                <c:v>18.5878713229467</c:v>
              </c:pt>
              <c:pt idx="24">
                <c:v>18.555112592092524</c:v>
              </c:pt>
              <c:pt idx="25">
                <c:v>18.539598081736305</c:v>
              </c:pt>
              <c:pt idx="26">
                <c:v>18.528107953221344</c:v>
              </c:pt>
              <c:pt idx="27">
                <c:v>18.519685773479896</c:v>
              </c:pt>
              <c:pt idx="28">
                <c:v>18.513557463632036</c:v>
              </c:pt>
              <c:pt idx="29">
                <c:v>18.509121563433645</c:v>
              </c:pt>
            </c:numLit>
          </c:yVal>
        </c:ser>
        <c:ser>
          <c:idx val="2"/>
          <c:order val="2"/>
          <c:tx>
            <c:v>Monte Carlo</c:v>
          </c:tx>
          <c:spPr>
            <a:ln xmlns:a="http://schemas.openxmlformats.org/drawingml/2006/main" w="20003">
              <a:solidFill>
                <a:srgbClr val="72B51F"/>
              </a:solidFill>
              <a:prstDash val="dash"/>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18.279583410494602</c:v>
              </c:pt>
              <c:pt idx="1">
                <c:v>18.283646567843252</c:v>
              </c:pt>
              <c:pt idx="2">
                <c:v>18.289267727609857</c:v>
              </c:pt>
              <c:pt idx="3">
                <c:v>18.297008005128976</c:v>
              </c:pt>
              <c:pt idx="4">
                <c:v>18.30759637740408</c:v>
              </c:pt>
              <c:pt idx="5">
                <c:v>18.32194434561991</c:v>
              </c:pt>
              <c:pt idx="6">
                <c:v>18.364682323329774</c:v>
              </c:pt>
              <c:pt idx="7">
                <c:v>18.427222359202467</c:v>
              </c:pt>
              <c:pt idx="8">
                <c:v>18.48001865763221</c:v>
              </c:pt>
              <c:pt idx="9">
                <c:v>18.58360804839636</c:v>
              </c:pt>
              <c:pt idx="10">
                <c:v>18.67312493371612</c:v>
              </c:pt>
              <c:pt idx="11">
                <c:v>18.740702434451734</c:v>
              </c:pt>
              <c:pt idx="12">
                <c:v>18.7784503184716</c:v>
              </c:pt>
              <c:pt idx="13">
                <c:v>18.80442599091826</c:v>
              </c:pt>
              <c:pt idx="14">
                <c:v>18.827171306028614</c:v>
              </c:pt>
              <c:pt idx="15">
                <c:v>18.847951219105088</c:v>
              </c:pt>
              <c:pt idx="16">
                <c:v>18.866341324073492</c:v>
              </c:pt>
              <c:pt idx="17">
                <c:v>18.88030326152369</c:v>
              </c:pt>
              <c:pt idx="18">
                <c:v>18.88421423397405</c:v>
              </c:pt>
              <c:pt idx="19">
                <c:v>18.8658534842993</c:v>
              </c:pt>
              <c:pt idx="20">
                <c:v>18.820628274647973</c:v>
              </c:pt>
              <c:pt idx="21">
                <c:v>18.734834087000348</c:v>
              </c:pt>
              <c:pt idx="22">
                <c:v>18.646853905619867</c:v>
              </c:pt>
              <c:pt idx="23">
                <c:v>18.58585995707757</c:v>
              </c:pt>
              <c:pt idx="24">
                <c:v>18.55310951424451</c:v>
              </c:pt>
              <c:pt idx="25">
                <c:v>18.53759810445997</c:v>
              </c:pt>
              <c:pt idx="26">
                <c:v>18.526109463840367</c:v>
              </c:pt>
              <c:pt idx="27">
                <c:v>18.517687938954463</c:v>
              </c:pt>
              <c:pt idx="28">
                <c:v>18.511559872194024</c:v>
              </c:pt>
              <c:pt idx="29">
                <c:v>18.507124024256782</c:v>
              </c:pt>
            </c:numLit>
          </c:yVal>
        </c:ser>
        <c:ser>
          <c:idx val="3"/>
          <c:order val="3"/>
          <c:tx>
            <c:v>propagator P1</c:v>
          </c:tx>
          <c:spPr>
            <a:ln xmlns:a="http://schemas.openxmlformats.org/drawingml/2006/main" w="20003">
              <a:solidFill>
                <a:srgbClr val="00AFA9"/>
              </a:solidFill>
              <a:prstDash val="solid"/>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18.28037047279138</c:v>
              </c:pt>
              <c:pt idx="1">
                <c:v>18.28443363192216</c:v>
              </c:pt>
              <c:pt idx="2">
                <c:v>18.290054799408793</c:v>
              </c:pt>
              <c:pt idx="3">
                <c:v>18.297795095040225</c:v>
              </c:pt>
              <c:pt idx="4">
                <c:v>18.3083834985879</c:v>
              </c:pt>
              <c:pt idx="5">
                <c:v>18.322731500220986</c:v>
              </c:pt>
              <c:pt idx="6">
                <c:v>18.365469256069638</c:v>
              </c:pt>
              <c:pt idx="7">
                <c:v>18.428007431117535</c:v>
              </c:pt>
              <c:pt idx="8">
                <c:v>18.480798113814924</c:v>
              </c:pt>
              <c:pt idx="9">
                <c:v>18.58434668978701</c:v>
              </c:pt>
              <c:pt idx="10">
                <c:v>18.67373544193021</c:v>
              </c:pt>
              <c:pt idx="11">
                <c:v>18.741075155843472</c:v>
              </c:pt>
              <c:pt idx="12">
                <c:v>18.778686246252217</c:v>
              </c:pt>
              <c:pt idx="13">
                <c:v>18.8046721807603</c:v>
              </c:pt>
              <c:pt idx="14">
                <c:v>18.827446423869787</c:v>
              </c:pt>
              <c:pt idx="15">
                <c:v>18.84817635592236</c:v>
              </c:pt>
              <c:pt idx="16">
                <c:v>18.866455453117712</c:v>
              </c:pt>
              <c:pt idx="17">
                <c:v>18.880282911733087</c:v>
              </c:pt>
              <c:pt idx="18">
                <c:v>18.884050214035128</c:v>
              </c:pt>
              <c:pt idx="19">
                <c:v>18.865590596644775</c:v>
              </c:pt>
              <c:pt idx="20">
                <c:v>18.820319679877944</c:v>
              </c:pt>
              <c:pt idx="21">
                <c:v>18.734503529994043</c:v>
              </c:pt>
              <c:pt idx="22">
                <c:v>18.64651406731537</c:v>
              </c:pt>
              <c:pt idx="23">
                <c:v>18.58551592632226</c:v>
              </c:pt>
              <c:pt idx="24">
                <c:v>18.552764138228174</c:v>
              </c:pt>
              <c:pt idx="25">
                <c:v>18.537252143361805</c:v>
              </c:pt>
              <c:pt idx="26">
                <c:v>18.525763213718054</c:v>
              </c:pt>
              <c:pt idx="27">
                <c:v>18.517341558685082</c:v>
              </c:pt>
              <c:pt idx="28">
                <c:v>18.51121344285013</c:v>
              </c:pt>
              <c:pt idx="29">
                <c:v>18.50677758426481</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9"/>
          <c:min val="18.2"/>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log₁₀(nAr* / m⁻³)</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4"/>
          <c:min val="0"/>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z [cm]</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30.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RF吸収密度</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3813">
              <a:solidFill>
                <a:srgbClr val="7A7A7A"/>
              </a:solidFill>
              <a:prstDash val="dash"/>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-6</c:v>
              </c:pt>
              <c:pt idx="1">
                <c:v>-6</c:v>
              </c:pt>
              <c:pt idx="2">
                <c:v>-5.810403005081385</c:v>
              </c:pt>
              <c:pt idx="3">
                <c:v>-5.106763853039019</c:v>
              </c:pt>
              <c:pt idx="4">
                <c:v>-4.488257017862887</c:v>
              </c:pt>
              <c:pt idx="5">
                <c:v>-3.8321670380291977</c:v>
              </c:pt>
              <c:pt idx="6">
                <c:v>-2.940403507437168</c:v>
              </c:pt>
              <c:pt idx="7">
                <c:v>-1.8767544260933362</c:v>
              </c:pt>
              <c:pt idx="8">
                <c:v>-1.1607813950982595</c:v>
              </c:pt>
              <c:pt idx="9">
                <c:v>-0.339528730065642</c:v>
              </c:pt>
              <c:pt idx="10">
                <c:v>0.3777238484478456</c:v>
              </c:pt>
              <c:pt idx="11">
                <c:v>1.1026186656025263</c:v>
              </c:pt>
              <c:pt idx="12">
                <c:v>1.673481093462637</c:v>
              </c:pt>
              <c:pt idx="13">
                <c:v>2.1764549629542542</c:v>
              </c:pt>
              <c:pt idx="14">
                <c:v>2.6810991706783844</c:v>
              </c:pt>
              <c:pt idx="15">
                <c:v>3.1840714115834055</c:v>
              </c:pt>
              <c:pt idx="16">
                <c:v>3.6572917290330342</c:v>
              </c:pt>
              <c:pt idx="17">
                <c:v>4.105529517822993</c:v>
              </c:pt>
              <c:pt idx="18">
                <c:v>4.571074450968054</c:v>
              </c:pt>
              <c:pt idx="19">
                <c:v>4.821957517870391</c:v>
              </c:pt>
              <c:pt idx="20">
                <c:v>4.926403873350038</c:v>
              </c:pt>
              <c:pt idx="21">
                <c:v>4.895720209303516</c:v>
              </c:pt>
              <c:pt idx="22">
                <c:v>4.62002565123708</c:v>
              </c:pt>
              <c:pt idx="23">
                <c:v>4.206024929011128</c:v>
              </c:pt>
              <c:pt idx="24">
                <c:v>4.067907431880162</c:v>
              </c:pt>
              <c:pt idx="25">
                <c:v>3.948262659862403</c:v>
              </c:pt>
              <c:pt idx="26">
                <c:v>3.7662078437792545</c:v>
              </c:pt>
              <c:pt idx="27">
                <c:v>3.5901771252029673</c:v>
              </c:pt>
              <c:pt idx="28">
                <c:v>3.4273005049742196</c:v>
              </c:pt>
              <c:pt idx="29">
                <c:v>3.2903552355382293</c:v>
              </c:pt>
            </c:numLit>
          </c:yVal>
        </c:ser>
        <c:ser>
          <c:idx val="1"/>
          <c:order val="1"/>
          <c:tx>
            <c:v>two-term</c:v>
          </c:tx>
          <c:spPr>
            <a:ln xmlns:a="http://schemas.openxmlformats.org/drawingml/2006/main" w="20003">
              <a:solidFill>
                <a:srgbClr val="00A6D9"/>
              </a:solidFill>
              <a:prstDash val="solid"/>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-6</c:v>
              </c:pt>
              <c:pt idx="1">
                <c:v>-4.598821784733403</c:v>
              </c:pt>
              <c:pt idx="2">
                <c:v>-3.7269603893828314</c:v>
              </c:pt>
              <c:pt idx="3">
                <c:v>-3.0782940802178778</c:v>
              </c:pt>
              <c:pt idx="4">
                <c:v>-2.508449868150291</c:v>
              </c:pt>
              <c:pt idx="5">
                <c:v>-1.887646111154071</c:v>
              </c:pt>
              <c:pt idx="6">
                <c:v>-1.0343784787328223</c:v>
              </c:pt>
              <c:pt idx="7">
                <c:v>0.01112377861389584</c:v>
              </c:pt>
              <c:pt idx="8">
                <c:v>0.7200394920097661</c:v>
              </c:pt>
              <c:pt idx="9">
                <c:v>1.525426667311673</c:v>
              </c:pt>
              <c:pt idx="10">
                <c:v>2.1884364807991847</c:v>
              </c:pt>
              <c:pt idx="11">
                <c:v>2.801365529757558</c:v>
              </c:pt>
              <c:pt idx="12">
                <c:v>3.2251580477627053</c:v>
              </c:pt>
              <c:pt idx="13">
                <c:v>3.53454123914238</c:v>
              </c:pt>
              <c:pt idx="14">
                <c:v>3.8169391792192404</c:v>
              </c:pt>
              <c:pt idx="15">
                <c:v>4.085990535177651</c:v>
              </c:pt>
              <c:pt idx="16">
                <c:v>4.330608836871628</c:v>
              </c:pt>
              <c:pt idx="17">
                <c:v>4.560779057544721</c:v>
              </c:pt>
              <c:pt idx="18">
                <c:v>4.7939429714228075</c:v>
              </c:pt>
              <c:pt idx="19">
                <c:v>4.874858965758498</c:v>
              </c:pt>
              <c:pt idx="20">
                <c:v>4.8460532937896605</c:v>
              </c:pt>
              <c:pt idx="21">
                <c:v>4.729817500179315</c:v>
              </c:pt>
              <c:pt idx="22">
                <c:v>4.420933335946633</c:v>
              </c:pt>
              <c:pt idx="23">
                <c:v>4.0024170062952225</c:v>
              </c:pt>
              <c:pt idx="24">
                <c:v>3.8828644221114716</c:v>
              </c:pt>
              <c:pt idx="25">
                <c:v>3.790592722960876</c:v>
              </c:pt>
              <c:pt idx="26">
                <c:v>3.6514338050829345</c:v>
              </c:pt>
              <c:pt idx="27">
                <c:v>3.5261166185751462</c:v>
              </c:pt>
              <c:pt idx="28">
                <c:v>3.416089588142386</c:v>
              </c:pt>
              <c:pt idx="29">
                <c:v>3.3262863639046736</c:v>
              </c:pt>
            </c:numLit>
          </c:yVal>
        </c:ser>
        <c:ser>
          <c:idx val="2"/>
          <c:order val="2"/>
          <c:tx>
            <c:v>Monte Carlo</c:v>
          </c:tx>
          <c:spPr>
            <a:ln xmlns:a="http://schemas.openxmlformats.org/drawingml/2006/main" w="20003">
              <a:solidFill>
                <a:srgbClr val="72B51F"/>
              </a:solidFill>
              <a:prstDash val="dash"/>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-6</c:v>
              </c:pt>
              <c:pt idx="1">
                <c:v>-4.6016245907846365</c:v>
              </c:pt>
              <c:pt idx="2">
                <c:v>-3.729888291622047</c:v>
              </c:pt>
              <c:pt idx="3">
                <c:v>-3.081420057556693</c:v>
              </c:pt>
              <c:pt idx="4">
                <c:v>-2.5118310526872127</c:v>
              </c:pt>
              <c:pt idx="5">
                <c:v>-1.891297149750762</c:v>
              </c:pt>
              <c:pt idx="6">
                <c:v>-1.038465809764457</c:v>
              </c:pt>
              <c:pt idx="7">
                <c:v>0.006764718740032042</c:v>
              </c:pt>
              <c:pt idx="8">
                <c:v>0.71557170054695</c:v>
              </c:pt>
              <c:pt idx="9">
                <c:v>1.5208531441395923</c:v>
              </c:pt>
              <c:pt idx="10">
                <c:v>2.1838500039062154</c:v>
              </c:pt>
              <c:pt idx="11">
                <c:v>2.796859111284518</c:v>
              </c:pt>
              <c:pt idx="12">
                <c:v>3.2208022153166462</c:v>
              </c:pt>
              <c:pt idx="13">
                <c:v>3.5303933989459457</c:v>
              </c:pt>
              <c:pt idx="14">
                <c:v>3.8130925592056553</c:v>
              </c:pt>
              <c:pt idx="15">
                <c:v>4.082558433238676</c:v>
              </c:pt>
              <c:pt idx="16">
                <c:v>4.327693132915729</c:v>
              </c:pt>
              <c:pt idx="17">
                <c:v>4.558459433158201</c:v>
              </c:pt>
              <c:pt idx="18">
                <c:v>4.7923225862568914</c:v>
              </c:pt>
              <c:pt idx="19">
                <c:v>4.873867938557354</c:v>
              </c:pt>
              <c:pt idx="20">
                <c:v>4.845581395307532</c:v>
              </c:pt>
              <c:pt idx="21">
                <c:v>4.729733689521434</c:v>
              </c:pt>
              <c:pt idx="22">
                <c:v>4.421076653536181</c:v>
              </c:pt>
              <c:pt idx="23">
                <c:v>4.002709216270473</c:v>
              </c:pt>
              <c:pt idx="24">
                <c:v>3.8832235979700087</c:v>
              </c:pt>
              <c:pt idx="25">
                <c:v>3.790935181630414</c:v>
              </c:pt>
              <c:pt idx="26">
                <c:v>3.651672177961696</c:v>
              </c:pt>
              <c:pt idx="27">
                <c:v>3.5261677756208605</c:v>
              </c:pt>
              <c:pt idx="28">
                <c:v>3.4158807318758897</c:v>
              </c:pt>
              <c:pt idx="29">
                <c:v>3.3258192576699868</c:v>
              </c:pt>
            </c:numLit>
          </c:yVal>
        </c:ser>
        <c:ser>
          <c:idx val="3"/>
          <c:order val="3"/>
          <c:tx>
            <c:v>propagator P1</c:v>
          </c:tx>
          <c:spPr>
            <a:ln xmlns:a="http://schemas.openxmlformats.org/drawingml/2006/main" w="20003">
              <a:solidFill>
                <a:srgbClr val="00AFA9"/>
              </a:solidFill>
              <a:prstDash val="solid"/>
            </a:ln>
          </c:spPr>
          <c:marker>
            <c:symbol val="none"/>
            <c:size val="2"/>
          </c:marker>
          <c:xVal>
            <c:numLit>
              <c:formatCode>General</c:formatCode>
              <c:ptCount val="30"/>
              <c:pt idx="0">
                <c:v>0</c:v>
              </c:pt>
              <c:pt idx="1">
                <c:v>0.0035983369811925484</c:v>
              </c:pt>
              <c:pt idx="2">
                <c:v>0.008636008754861573</c:v>
              </c:pt>
              <c:pt idx="3">
                <c:v>0.015688749237998203</c:v>
              </c:pt>
              <c:pt idx="4">
                <c:v>0.025562585914389487</c:v>
              </c:pt>
              <c:pt idx="5">
                <c:v>0.039385957261337284</c:v>
              </c:pt>
              <c:pt idx="6">
                <c:v>0.08374603681833696</c:v>
              </c:pt>
              <c:pt idx="7">
                <c:v>0.15689533312747342</c:v>
              </c:pt>
              <c:pt idx="8">
                <c:v>0.23004462943660986</c:v>
              </c:pt>
              <c:pt idx="9">
                <c:v>0.4235098254151421</c:v>
              </c:pt>
              <c:pt idx="10">
                <c:v>0.6927358016992581</c:v>
              </c:pt>
              <c:pt idx="11">
                <c:v>1.0265900832242296</c:v>
              </c:pt>
              <c:pt idx="12">
                <c:v>1.3267900441114968</c:v>
              </c:pt>
              <c:pt idx="13">
                <c:v>1.5950239851948786</c:v>
              </c:pt>
              <c:pt idx="14">
                <c:v>1.86325792627826</c:v>
              </c:pt>
              <c:pt idx="15">
                <c:v>2.1314918673616416</c:v>
              </c:pt>
              <c:pt idx="16">
                <c:v>2.3997258084450217</c:v>
              </c:pt>
              <c:pt idx="17">
                <c:v>2.667959749528403</c:v>
              </c:pt>
              <c:pt idx="18">
                <c:v>2.9562646659815077</c:v>
              </c:pt>
              <c:pt idx="19">
                <c:v>3.252503372615613</c:v>
              </c:pt>
              <c:pt idx="20">
                <c:v>3.4934264068492893</c:v>
              </c:pt>
              <c:pt idx="21">
                <c:v>3.712012172555548</c:v>
              </c:pt>
              <c:pt idx="22">
                <c:v>3.8501324317789187</c:v>
              </c:pt>
              <c:pt idx="23">
                <c:v>3.922962447370536</c:v>
              </c:pt>
              <c:pt idx="24">
                <c:v>3.9569760876231888</c:v>
              </c:pt>
              <c:pt idx="25">
                <c:v>3.972076279644344</c:v>
              </c:pt>
              <c:pt idx="26">
                <c:v>3.982862131088026</c:v>
              </c:pt>
              <c:pt idx="27">
                <c:v>3.990566310690656</c:v>
              </c:pt>
              <c:pt idx="28">
                <c:v>3.996069296121106</c:v>
              </c:pt>
              <c:pt idx="29">
                <c:v>4</c:v>
              </c:pt>
            </c:numLit>
          </c:xVal>
          <c:yVal>
            <c:numLit>
              <c:formatCode>General</c:formatCode>
              <c:ptCount val="30"/>
              <c:pt idx="0">
                <c:v>-6</c:v>
              </c:pt>
              <c:pt idx="1">
                <c:v>-4.600658391389352</c:v>
              </c:pt>
              <c:pt idx="2">
                <c:v>-3.728726055808752</c:v>
              </c:pt>
              <c:pt idx="3">
                <c:v>-3.0800669224780335</c:v>
              </c:pt>
              <c:pt idx="4">
                <c:v>-2.5103106564014355</c:v>
              </c:pt>
              <c:pt idx="5">
                <c:v>-1.8896572303802095</c:v>
              </c:pt>
              <c:pt idx="6">
                <c:v>-1.0367106778220374</c:v>
              </c:pt>
              <c:pt idx="7">
                <c:v>0.00855500796657395</c:v>
              </c:pt>
              <c:pt idx="8">
                <c:v>0.7173621785712099</c:v>
              </c:pt>
              <c:pt idx="9">
                <c:v>1.5226199033938765</c:v>
              </c:pt>
              <c:pt idx="10">
                <c:v>2.185567916614275</c:v>
              </c:pt>
              <c:pt idx="11">
                <c:v>2.7985046585832336</c:v>
              </c:pt>
              <c:pt idx="12">
                <c:v>3.2223752067776594</c:v>
              </c:pt>
              <c:pt idx="13">
                <c:v>3.531885810522441</c:v>
              </c:pt>
              <c:pt idx="14">
                <c:v>3.8144795325423706</c:v>
              </c:pt>
              <c:pt idx="15">
                <c:v>4.0838051127319765</c:v>
              </c:pt>
              <c:pt idx="16">
                <c:v>4.328765415992666</c:v>
              </c:pt>
              <c:pt idx="17">
                <c:v>4.559328020518565</c:v>
              </c:pt>
              <c:pt idx="18">
                <c:v>4.792938393876255</c:v>
              </c:pt>
              <c:pt idx="19">
                <c:v>4.874261034098363</c:v>
              </c:pt>
              <c:pt idx="20">
                <c:v>4.845797868948439</c:v>
              </c:pt>
              <c:pt idx="21">
                <c:v>4.729843978068357</c:v>
              </c:pt>
              <c:pt idx="22">
                <c:v>4.421149119568433</c:v>
              </c:pt>
              <c:pt idx="23">
                <c:v>4.002751631674327</c:v>
              </c:pt>
              <c:pt idx="24">
                <c:v>3.883222595815188</c:v>
              </c:pt>
              <c:pt idx="25">
                <c:v>3.7908740382058745</c:v>
              </c:pt>
              <c:pt idx="26">
                <c:v>3.6515183526372983</c:v>
              </c:pt>
              <c:pt idx="27">
                <c:v>3.5258929239237493</c:v>
              </c:pt>
              <c:pt idx="28">
                <c:v>3.4154647124262665</c:v>
              </c:pt>
              <c:pt idx="29">
                <c:v>3.325270256214884</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5.2"/>
          <c:min val="-6.5"/>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log₁₀(Qrh / W m⁻³)</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4"/>
          <c:min val="0"/>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z [cm]</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plotVisOnly val="1"/>
  </c:chart>
  <c:spPr>
    <a:solidFill xmlns:a="http://schemas.openxmlformats.org/drawingml/2006/main">
      <a:srgbClr val="FFFFFF"/>
    </a:solidFill>
  </c:spPr>
</c:chartSpace>
</file>

<file path=ppt/slides/charts/chart3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標準COMSOLからの符号付き差</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two-term</c:v>
          </c:tx>
          <c:spPr>
            <a:solidFill xmlns:a="http://schemas.openxmlformats.org/drawingml/2006/main">
              <a:srgbClr val="007FAE"/>
            </a:solidFill>
            <a:ln xmlns:a="http://schemas.openxmlformats.org/drawingml/2006/main" w="9525">
              <a:solidFill>
                <a:srgbClr val="007FAE"/>
              </a:solidFill>
              <a:prstDash val="solid"/>
            </a:ln>
          </c:spPr>
          <c:invertIfNegative val="0"/>
          <c:cat>
            <c:strLit>
              <c:ptCount val="4"/>
              <c:pt idx="0">
                <c:v>電子数</c:v>
              </c:pt>
              <c:pt idx="1">
                <c:v>平均エネルギー</c:v>
              </c:pt>
              <c:pt idx="2">
                <c:v>Ar*</c:v>
              </c:pt>
              <c:pt idx="3">
                <c:v>RF吸収</c:v>
              </c:pt>
            </c:strLit>
          </c:cat>
          <c:val>
            <c:numLit>
              <c:formatCode>0.0</c:formatCode>
              <c:ptCount val="4"/>
              <c:pt idx="0">
                <c:v>-35.39196273201437</c:v>
              </c:pt>
              <c:pt idx="1">
                <c:v>46.72962395103222</c:v>
              </c:pt>
              <c:pt idx="2">
                <c:v>-44.978352589074234</c:v>
              </c:pt>
              <c:pt idx="3">
                <c:v>15.450946807591048</c:v>
              </c:pt>
            </c:numLit>
          </c:val>
        </c:ser>
        <c:ser>
          <c:idx val="1"/>
          <c:order val="1"/>
          <c:tx>
            <c:v>Monte Carlo</c:v>
          </c:tx>
          <c:spPr>
            <a:solidFill xmlns:a="http://schemas.openxmlformats.org/drawingml/2006/main">
              <a:srgbClr val="B87900"/>
            </a:solidFill>
            <a:ln xmlns:a="http://schemas.openxmlformats.org/drawingml/2006/main" w="9525">
              <a:solidFill>
                <a:srgbClr val="B87900"/>
              </a:solidFill>
              <a:prstDash val="solid"/>
            </a:ln>
          </c:spPr>
          <c:invertIfNegative val="0"/>
          <c:cat>
            <c:strLit>
              <c:ptCount val="4"/>
              <c:pt idx="0">
                <c:v>電子数</c:v>
              </c:pt>
              <c:pt idx="1">
                <c:v>平均エネルギー</c:v>
              </c:pt>
              <c:pt idx="2">
                <c:v>Ar*</c:v>
              </c:pt>
              <c:pt idx="3">
                <c:v>RF吸収</c:v>
              </c:pt>
            </c:strLit>
          </c:cat>
          <c:val>
            <c:numLit>
              <c:formatCode>0.0</c:formatCode>
              <c:ptCount val="4"/>
              <c:pt idx="0">
                <c:v>-34.962239379342044</c:v>
              </c:pt>
              <c:pt idx="1">
                <c:v>46.11484512727508</c:v>
              </c:pt>
              <c:pt idx="2">
                <c:v>-45.542566144853524</c:v>
              </c:pt>
              <c:pt idx="3">
                <c:v>15.482610689471832</c:v>
              </c:pt>
            </c:numLit>
          </c:val>
        </c:ser>
        <c:ser>
          <c:idx val="2"/>
          <c:order val="2"/>
          <c:tx>
            <c:v>propagator P1</c:v>
          </c:tx>
          <c:spPr>
            <a:solidFill xmlns:a="http://schemas.openxmlformats.org/drawingml/2006/main">
              <a:srgbClr val="72B51F"/>
            </a:solidFill>
            <a:ln xmlns:a="http://schemas.openxmlformats.org/drawingml/2006/main" w="9525">
              <a:solidFill>
                <a:srgbClr val="72B51F"/>
              </a:solidFill>
              <a:prstDash val="solid"/>
            </a:ln>
          </c:spPr>
          <c:invertIfNegative val="0"/>
          <c:cat>
            <c:strLit>
              <c:ptCount val="4"/>
              <c:pt idx="0">
                <c:v>電子数</c:v>
              </c:pt>
              <c:pt idx="1">
                <c:v>平均エネルギー</c:v>
              </c:pt>
              <c:pt idx="2">
                <c:v>Ar*</c:v>
              </c:pt>
              <c:pt idx="3">
                <c:v>RF吸収</c:v>
              </c:pt>
            </c:strLit>
          </c:cat>
          <c:val>
            <c:numLit>
              <c:formatCode>0.0</c:formatCode>
              <c:ptCount val="4"/>
              <c:pt idx="0">
                <c:v>-34.80246399366912</c:v>
              </c:pt>
              <c:pt idx="1">
                <c:v>45.88013985335786</c:v>
              </c:pt>
              <c:pt idx="2">
                <c:v>-45.5125891356742</c:v>
              </c:pt>
              <c:pt idx="3">
                <c:v>15.494613095134424</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max val="60"/>
          <c:min val="-60"/>
        </c:scaling>
        <c:delete val="0"/>
        <c:axPos val="l"/>
        <c:majorGridlines>
          <c:spPr>
            <a:ln xmlns:a="http://schemas.openxmlformats.org/drawingml/2006/main" w="9525">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66666"/>
                    </a:solidFill>
                    <a:latin typeface="Noto Sans JP"/>
                    <a:ea typeface="Noto Sans JP"/>
                    <a:cs typeface="Noto Sans JP"/>
                  </a:rPr>
                  <a:t>標準COMSOL比 [%]</a:t>
                </a:r>
              </a:p>
            </c:rich>
          </c:tx>
          <c:overlay val="0"/>
          <c:txPr>
            <a:bodyPr xmlns:a="http://schemas.openxmlformats.org/drawingml/2006/main" anchorCtr="1"/>
            <a:lstStyle xmlns:a="http://schemas.openxmlformats.org/drawingml/2006/main"/>
            <a:p xmlns:a="http://schemas.openxmlformats.org/drawingml/2006/main">
              <a:pPr>
                <a:defRPr sz="900">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Noto Sans JP"/>
                <a:ea typeface="Noto Sans JP"/>
                <a:cs typeface="Noto Sans JP"/>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3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体積積分電子数</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0955">
              <a:solidFill>
                <a:srgbClr val="666666"/>
              </a:solidFill>
              <a:prstDash val="dash"/>
            </a:ln>
          </c:spPr>
          <c:marker>
            <c:symbol val="none"/>
            <c:size val="2"/>
          </c:marker>
          <c:xVal>
            <c:numLit>
              <c:formatCode>General</c:formatCode>
              <c:ptCount val="17"/>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-3.75</c:v>
              </c:pt>
              <c:pt idx="14">
                <c:v>-3.5</c:v>
              </c:pt>
              <c:pt idx="15">
                <c:v>-3.25</c:v>
              </c:pt>
              <c:pt idx="16">
                <c:v>-3</c:v>
              </c:pt>
            </c:numLit>
          </c:xVal>
          <c:yVal>
            <c:numLit>
              <c:formatCode>General</c:formatCode>
              <c:ptCount val="17"/>
              <c:pt idx="0">
                <c:v>0.05385174600511415</c:v>
              </c:pt>
              <c:pt idx="1">
                <c:v>0.07577880743817608</c:v>
              </c:pt>
              <c:pt idx="2">
                <c:v>0.17417378252180363</c:v>
              </c:pt>
              <c:pt idx="3">
                <c:v>0.4179735409521065</c:v>
              </c:pt>
              <c:pt idx="4">
                <c:v>0.7645716988142623</c:v>
              </c:pt>
              <c:pt idx="5">
                <c:v>1.1221699662466273</c:v>
              </c:pt>
              <c:pt idx="6">
                <c:v>1.4122337015005297</c:v>
              </c:pt>
              <c:pt idx="7">
                <c:v>1.646511217154882</c:v>
              </c:pt>
              <c:pt idx="8">
                <c:v>1.9419005619955403</c:v>
              </c:pt>
              <c:pt idx="9">
                <c:v>2.3367771239955313</c:v>
              </c:pt>
              <c:pt idx="10">
                <c:v>2.645332226266917</c:v>
              </c:pt>
              <c:pt idx="11">
                <c:v>2.7571720171362415</c:v>
              </c:pt>
              <c:pt idx="12">
                <c:v>2.8168970924227974</c:v>
              </c:pt>
              <c:pt idx="13">
                <c:v>2.860463886291182</c:v>
              </c:pt>
              <c:pt idx="14">
                <c:v>2.8975019973879226</c:v>
              </c:pt>
              <c:pt idx="15">
                <c:v>2.9275517316867976</c:v>
              </c:pt>
              <c:pt idx="16">
                <c:v>2.943044430673796</c:v>
              </c:pt>
            </c:numLit>
          </c:yVal>
        </c:ser>
        <c:ser>
          <c:idx val="1"/>
          <c:order val="1"/>
          <c:tx>
            <c:v>two-term</c:v>
          </c:tx>
          <c:spPr>
            <a:ln xmlns:a="http://schemas.openxmlformats.org/drawingml/2006/main" w="20955">
              <a:solidFill>
                <a:srgbClr val="007FAE"/>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0.06372313719443344</c:v>
              </c:pt>
              <c:pt idx="1">
                <c:v>0.11858786525107579</c:v>
              </c:pt>
              <c:pt idx="2">
                <c:v>0.279697618398132</c:v>
              </c:pt>
              <c:pt idx="3">
                <c:v>0.5258027170903224</c:v>
              </c:pt>
              <c:pt idx="4">
                <c:v>0.7810824477497591</c:v>
              </c:pt>
              <c:pt idx="5">
                <c:v>0.9841029266697159</c:v>
              </c:pt>
              <c:pt idx="6">
                <c:v>1.121130046305079</c:v>
              </c:pt>
              <c:pt idx="7">
                <c:v>1.26317905859739</c:v>
              </c:pt>
              <c:pt idx="8">
                <c:v>1.4814492121822072</c:v>
              </c:pt>
              <c:pt idx="9">
                <c:v>1.7098103039113173</c:v>
              </c:pt>
              <c:pt idx="10">
                <c:v>1.844445999870261</c:v>
              </c:pt>
              <c:pt idx="11">
                <c:v>1.87263492574906</c:v>
              </c:pt>
              <c:pt idx="12">
                <c:v>1.8887343809272965</c:v>
              </c:pt>
              <c:pt idx="13">
                <c:v>1.8962564344083046</c:v>
              </c:pt>
              <c:pt idx="14">
                <c:v>1.899309031865048</c:v>
              </c:pt>
              <c:pt idx="15">
                <c:v>1.9007403081740497</c:v>
              </c:pt>
              <c:pt idx="16">
                <c:v>1.9014432425831018</c:v>
              </c:pt>
              <c:pt idx="17">
                <c:v>1.9016878277747125</c:v>
              </c:pt>
              <c:pt idx="18">
                <c:v>1.9017116346759566</c:v>
              </c:pt>
              <c:pt idx="19">
                <c:v>1.9017123526724946</c:v>
              </c:pt>
              <c:pt idx="20">
                <c:v>1.9017123785777905</c:v>
              </c:pt>
            </c:numLit>
          </c:yVal>
        </c:ser>
        <c:ser>
          <c:idx val="2"/>
          <c:order val="2"/>
          <c:tx>
            <c:v>Monte Carlo</c:v>
          </c:tx>
          <c:spPr>
            <a:ln xmlns:a="http://schemas.openxmlformats.org/drawingml/2006/main" w="20955">
              <a:solidFill>
                <a:srgbClr val="B87900"/>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0.06277731673832983</c:v>
              </c:pt>
              <c:pt idx="1">
                <c:v>0.11506801899763743</c:v>
              </c:pt>
              <c:pt idx="2">
                <c:v>0.2762176080432534</c:v>
              </c:pt>
              <c:pt idx="3">
                <c:v>0.5284368033993787</c:v>
              </c:pt>
              <c:pt idx="4">
                <c:v>0.7890866487553329</c:v>
              </c:pt>
              <c:pt idx="5">
                <c:v>0.9955578820156795</c:v>
              </c:pt>
              <c:pt idx="6">
                <c:v>1.135169502922383</c:v>
              </c:pt>
              <c:pt idx="7">
                <c:v>1.2787450183924107</c:v>
              </c:pt>
              <c:pt idx="8">
                <c:v>1.4951172659250107</c:v>
              </c:pt>
              <c:pt idx="9">
                <c:v>1.73914345099748</c:v>
              </c:pt>
              <c:pt idx="10">
                <c:v>1.8566713116973435</c:v>
              </c:pt>
              <c:pt idx="11">
                <c:v>1.886011867346336</c:v>
              </c:pt>
              <c:pt idx="12">
                <c:v>1.901924518133645</c:v>
              </c:pt>
              <c:pt idx="13">
                <c:v>1.909013227036159</c:v>
              </c:pt>
              <c:pt idx="14">
                <c:v>1.9120133263105907</c:v>
              </c:pt>
              <c:pt idx="15">
                <c:v>1.9134137531909572</c:v>
              </c:pt>
              <c:pt idx="16">
                <c:v>1.9140901917812294</c:v>
              </c:pt>
              <c:pt idx="17">
                <c:v>1.9143282072711678</c:v>
              </c:pt>
              <c:pt idx="18">
                <c:v>1.9143530887930253</c:v>
              </c:pt>
              <c:pt idx="19">
                <c:v>1.9143524022043559</c:v>
              </c:pt>
              <c:pt idx="20">
                <c:v>1.9143523718101356</c:v>
              </c:pt>
            </c:numLit>
          </c:yVal>
        </c:ser>
        <c:ser>
          <c:idx val="3"/>
          <c:order val="3"/>
          <c:tx>
            <c:v>propagator P1</c:v>
          </c:tx>
          <c:spPr>
            <a:ln xmlns:a="http://schemas.openxmlformats.org/drawingml/2006/main" w="20955">
              <a:solidFill>
                <a:srgbClr val="72B51F"/>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0.06251313981595834</c:v>
              </c:pt>
              <c:pt idx="1">
                <c:v>0.11412096525162435</c:v>
              </c:pt>
              <c:pt idx="2">
                <c:v>0.2747559678085361</c:v>
              </c:pt>
              <c:pt idx="3">
                <c:v>0.5276334984564912</c:v>
              </c:pt>
              <c:pt idx="4">
                <c:v>0.7898364768908486</c:v>
              </c:pt>
              <c:pt idx="5">
                <c:v>0.9982992871940797</c:v>
              </c:pt>
              <c:pt idx="6">
                <c:v>1.1389993776817156</c:v>
              </c:pt>
              <c:pt idx="7">
                <c:v>1.283149051544484</c:v>
              </c:pt>
              <c:pt idx="8">
                <c:v>1.4994899680602691</c:v>
              </c:pt>
              <c:pt idx="9">
                <c:v>1.74196796434038</c:v>
              </c:pt>
              <c:pt idx="10">
                <c:v>1.860988558964805</c:v>
              </c:pt>
              <c:pt idx="11">
                <c:v>1.8905289547423012</c:v>
              </c:pt>
              <c:pt idx="12">
                <c:v>1.9065561292133015</c:v>
              </c:pt>
              <c:pt idx="13">
                <c:v>1.9136018878467906</c:v>
              </c:pt>
              <c:pt idx="14">
                <c:v>1.9167082357325218</c:v>
              </c:pt>
              <c:pt idx="15">
                <c:v>1.9181103987057522</c:v>
              </c:pt>
              <c:pt idx="16">
                <c:v>1.9187924523708642</c:v>
              </c:pt>
              <c:pt idx="17">
                <c:v>1.9190286859186891</c:v>
              </c:pt>
              <c:pt idx="18">
                <c:v>1.9190528108406373</c:v>
              </c:pt>
              <c:pt idx="19">
                <c:v>1.9190517650055128</c:v>
              </c:pt>
              <c:pt idx="20">
                <c:v>1.9190517264878768</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Ne [10¹⁴]</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2"/>
          <c:min val="-7"/>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t [s]</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3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13" b="1">
                <a:solidFill>
                  <a:srgbClr val="2F2F2F"/>
                </a:solidFill>
                <a:latin typeface="Noto Sans JP"/>
                <a:ea typeface="Noto Sans JP"/>
                <a:cs typeface="Noto Sans JP"/>
              </a:rPr>
              <a:t>体積積分Ar*</a:t>
            </a:r>
          </a:p>
        </c:rich>
      </c:tx>
      <c:overlay val="0"/>
      <c:txPr>
        <a:bodyPr xmlns:a="http://schemas.openxmlformats.org/drawingml/2006/main" anchorCtr="1"/>
        <a:lstStyle xmlns:a="http://schemas.openxmlformats.org/drawingml/2006/main"/>
        <a:p xmlns:a="http://schemas.openxmlformats.org/drawingml/2006/main">
          <a:pPr>
            <a:defRPr sz="1013" b="1">
              <a:solidFill>
                <a:srgbClr val="2F2F2F"/>
              </a:solidFill>
              <a:latin typeface="Noto Sans JP"/>
              <a:ea typeface="Noto Sans JP"/>
              <a:cs typeface="Noto Sans JP"/>
            </a:defRPr>
          </a:pPr>
        </a:p>
      </c:txPr>
    </c:title>
    <c:plotArea>
      <c:scatterChart>
        <c:scatterStyle val="line"/>
        <c:ser>
          <c:idx val="0"/>
          <c:order val="0"/>
          <c:tx>
            <c:v>標準COMSOL</c:v>
          </c:tx>
          <c:spPr>
            <a:ln xmlns:a="http://schemas.openxmlformats.org/drawingml/2006/main" w="20955">
              <a:solidFill>
                <a:srgbClr val="666666"/>
              </a:solidFill>
              <a:prstDash val="dash"/>
            </a:ln>
          </c:spPr>
          <c:marker>
            <c:symbol val="none"/>
            <c:size val="2"/>
          </c:marker>
          <c:xVal>
            <c:numLit>
              <c:formatCode>General</c:formatCode>
              <c:ptCount val="17"/>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-3.75</c:v>
              </c:pt>
              <c:pt idx="14">
                <c:v>-3.5</c:v>
              </c:pt>
              <c:pt idx="15">
                <c:v>-3.25</c:v>
              </c:pt>
              <c:pt idx="16">
                <c:v>-3</c:v>
              </c:pt>
            </c:numLit>
          </c:xVal>
          <c:yVal>
            <c:numLit>
              <c:formatCode>General</c:formatCode>
              <c:ptCount val="17"/>
              <c:pt idx="0">
                <c:v>0.001207641667943163</c:v>
              </c:pt>
              <c:pt idx="1">
                <c:v>0.0038247296785471024</c:v>
              </c:pt>
              <c:pt idx="2">
                <c:v>0.014646673626580323</c:v>
              </c:pt>
              <c:pt idx="3">
                <c:v>0.048579375018015215</c:v>
              </c:pt>
              <c:pt idx="4">
                <c:v>0.12215033176649422</c:v>
              </c:pt>
              <c:pt idx="5">
                <c:v>0.2569019410185345</c:v>
              </c:pt>
              <c:pt idx="6">
                <c:v>0.48630440676724657</c:v>
              </c:pt>
              <c:pt idx="7">
                <c:v>0.85206518159736</c:v>
              </c:pt>
              <c:pt idx="8">
                <c:v>1.430307834546895</c:v>
              </c:pt>
              <c:pt idx="9">
                <c:v>2.135203856968078</c:v>
              </c:pt>
              <c:pt idx="10">
                <c:v>2.7677504882791295</c:v>
              </c:pt>
              <c:pt idx="11">
                <c:v>3.306322401692441</c:v>
              </c:pt>
              <c:pt idx="12">
                <c:v>3.817326736639269</c:v>
              </c:pt>
              <c:pt idx="13">
                <c:v>4.343454313004056</c:v>
              </c:pt>
              <c:pt idx="14">
                <c:v>4.910244442088036</c:v>
              </c:pt>
              <c:pt idx="15">
                <c:v>5.431268754591354</c:v>
              </c:pt>
              <c:pt idx="16">
                <c:v>5.707998639363053</c:v>
              </c:pt>
            </c:numLit>
          </c:yVal>
        </c:ser>
        <c:ser>
          <c:idx val="1"/>
          <c:order val="1"/>
          <c:tx>
            <c:v>two-term</c:v>
          </c:tx>
          <c:spPr>
            <a:ln xmlns:a="http://schemas.openxmlformats.org/drawingml/2006/main" w="20955">
              <a:solidFill>
                <a:srgbClr val="007FAE"/>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0.001583834800985991</c:v>
              </c:pt>
              <c:pt idx="1">
                <c:v>0.00644611963549461</c:v>
              </c:pt>
              <c:pt idx="2">
                <c:v>0.02476331944081269</c:v>
              </c:pt>
              <c:pt idx="3">
                <c:v>0.06981252337180976</c:v>
              </c:pt>
              <c:pt idx="4">
                <c:v>0.1573771926194917</c:v>
              </c:pt>
              <c:pt idx="5">
                <c:v>0.3110969837953947</c:v>
              </c:pt>
              <c:pt idx="6">
                <c:v>0.5646746358478786</c:v>
              </c:pt>
              <c:pt idx="7">
                <c:v>0.9545293706491206</c:v>
              </c:pt>
              <c:pt idx="8">
                <c:v>1.487196138140956</c:v>
              </c:pt>
              <c:pt idx="9">
                <c:v>1.9851964924500958</c:v>
              </c:pt>
              <c:pt idx="10">
                <c:v>2.3901456881133893</c:v>
              </c:pt>
              <c:pt idx="11">
                <c:v>2.643400319992022</c:v>
              </c:pt>
              <c:pt idx="12">
                <c:v>2.8134462602291364</c:v>
              </c:pt>
              <c:pt idx="13">
                <c:v>2.927990737170407</c:v>
              </c:pt>
              <c:pt idx="14">
                <c:v>3.011917542788761</c:v>
              </c:pt>
              <c:pt idx="15">
                <c:v>3.086238316101701</c:v>
              </c:pt>
              <c:pt idx="16">
                <c:v>3.140634885570779</c:v>
              </c:pt>
              <c:pt idx="17">
                <c:v>3.161628287653593</c:v>
              </c:pt>
              <c:pt idx="18">
                <c:v>3.1637158587676093</c:v>
              </c:pt>
              <c:pt idx="19">
                <c:v>3.1637800162966396</c:v>
              </c:pt>
              <c:pt idx="20">
                <c:v>3.163782309417538</c:v>
              </c:pt>
            </c:numLit>
          </c:yVal>
        </c:ser>
        <c:ser>
          <c:idx val="2"/>
          <c:order val="2"/>
          <c:tx>
            <c:v>Monte Carlo</c:v>
          </c:tx>
          <c:spPr>
            <a:ln xmlns:a="http://schemas.openxmlformats.org/drawingml/2006/main" w="20955">
              <a:solidFill>
                <a:srgbClr val="B87900"/>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0.0014909729630860503</c:v>
              </c:pt>
              <c:pt idx="1">
                <c:v>0.006022680139181661</c:v>
              </c:pt>
              <c:pt idx="2">
                <c:v>0.0236295187401644</c:v>
              </c:pt>
              <c:pt idx="3">
                <c:v>0.067924778490244</c:v>
              </c:pt>
              <c:pt idx="4">
                <c:v>0.15486457060818543</c:v>
              </c:pt>
              <c:pt idx="5">
                <c:v>0.30775782306593163</c:v>
              </c:pt>
              <c:pt idx="6">
                <c:v>0.5601928112533657</c:v>
              </c:pt>
              <c:pt idx="7">
                <c:v>0.9476014002702432</c:v>
              </c:pt>
              <c:pt idx="8">
                <c:v>1.4687522420766383</c:v>
              </c:pt>
              <c:pt idx="9">
                <c:v>1.9976221826629308</c:v>
              </c:pt>
              <c:pt idx="10">
                <c:v>2.37468476631342</c:v>
              </c:pt>
              <c:pt idx="11">
                <c:v>2.623781474418268</c:v>
              </c:pt>
              <c:pt idx="12">
                <c:v>2.791009879910159</c:v>
              </c:pt>
              <c:pt idx="13">
                <c:v>2.9008239367616846</c:v>
              </c:pt>
              <c:pt idx="14">
                <c:v>2.9827227424945795</c:v>
              </c:pt>
              <c:pt idx="15">
                <c:v>3.055746879000937</c:v>
              </c:pt>
              <c:pt idx="16">
                <c:v>3.1084295834837956</c:v>
              </c:pt>
              <c:pt idx="17">
                <c:v>3.1288791954920536</c:v>
              </c:pt>
              <c:pt idx="18">
                <c:v>3.1310624327454377</c:v>
              </c:pt>
              <c:pt idx="19">
                <c:v>3.13100346178311</c:v>
              </c:pt>
              <c:pt idx="20">
                <c:v>3.1310008159481977</c:v>
              </c:pt>
            </c:numLit>
          </c:yVal>
        </c:ser>
        <c:ser>
          <c:idx val="3"/>
          <c:order val="3"/>
          <c:tx>
            <c:v>propagator P1</c:v>
          </c:tx>
          <c:spPr>
            <a:ln xmlns:a="http://schemas.openxmlformats.org/drawingml/2006/main" w="20955">
              <a:solidFill>
                <a:srgbClr val="72B51F"/>
              </a:solidFill>
              <a:prstDash val="solid"/>
            </a:ln>
          </c:spPr>
          <c:marker>
            <c:symbol val="none"/>
            <c:size val="2"/>
          </c:marker>
          <c:xVal>
            <c:numLit>
              <c:formatCode>General</c:formatCode>
              <c:ptCount val="21"/>
              <c:pt idx="0">
                <c:v>-7</c:v>
              </c:pt>
              <c:pt idx="1">
                <c:v>-6.75</c:v>
              </c:pt>
              <c:pt idx="2">
                <c:v>-6.5</c:v>
              </c:pt>
              <c:pt idx="3">
                <c:v>-6.25</c:v>
              </c:pt>
              <c:pt idx="4">
                <c:v>-6</c:v>
              </c:pt>
              <c:pt idx="5">
                <c:v>-5.75</c:v>
              </c:pt>
              <c:pt idx="6">
                <c:v>-5.5</c:v>
              </c:pt>
              <c:pt idx="7">
                <c:v>-5.25</c:v>
              </c:pt>
              <c:pt idx="8">
                <c:v>-5</c:v>
              </c:pt>
              <c:pt idx="9">
                <c:v>-4.75</c:v>
              </c:pt>
              <c:pt idx="10">
                <c:v>-4.5</c:v>
              </c:pt>
              <c:pt idx="11">
                <c:v>-4.25</c:v>
              </c:pt>
              <c:pt idx="12">
                <c:v>-4</c:v>
              </c:pt>
              <c:pt idx="13">
                <c:v>-3.7499999999999996</c:v>
              </c:pt>
              <c:pt idx="14">
                <c:v>-3.5</c:v>
              </c:pt>
              <c:pt idx="15">
                <c:v>-3.25</c:v>
              </c:pt>
              <c:pt idx="16">
                <c:v>-2.9999999999999996</c:v>
              </c:pt>
              <c:pt idx="17">
                <c:v>-2.75</c:v>
              </c:pt>
              <c:pt idx="18">
                <c:v>-2.5</c:v>
              </c:pt>
              <c:pt idx="19">
                <c:v>-2.25</c:v>
              </c:pt>
              <c:pt idx="20">
                <c:v>-2</c:v>
              </c:pt>
            </c:numLit>
          </c:xVal>
          <c:yVal>
            <c:numLit>
              <c:formatCode>General</c:formatCode>
              <c:ptCount val="21"/>
              <c:pt idx="0">
                <c:v>0.0014710006469217675</c:v>
              </c:pt>
              <c:pt idx="1">
                <c:v>0.0059398591460208495</c:v>
              </c:pt>
              <c:pt idx="2">
                <c:v>0.023419196310673834</c:v>
              </c:pt>
              <c:pt idx="3">
                <c:v>0.06760012359673534</c:v>
              </c:pt>
              <c:pt idx="4">
                <c:v>0.15435799597027058</c:v>
              </c:pt>
              <c:pt idx="5">
                <c:v>0.3069023232397632</c:v>
              </c:pt>
              <c:pt idx="6">
                <c:v>0.5586059851457154</c:v>
              </c:pt>
              <c:pt idx="7">
                <c:v>0.945638850297877</c:v>
              </c:pt>
              <c:pt idx="8">
                <c:v>1.4663207810081746</c:v>
              </c:pt>
              <c:pt idx="9">
                <c:v>1.9931325455010367</c:v>
              </c:pt>
              <c:pt idx="10">
                <c:v>2.3732117458458966</c:v>
              </c:pt>
              <c:pt idx="11">
                <c:v>2.6233891198863817</c:v>
              </c:pt>
              <c:pt idx="12">
                <c:v>2.791357368574898</c:v>
              </c:pt>
              <c:pt idx="13">
                <c:v>2.900474863818399</c:v>
              </c:pt>
              <c:pt idx="14">
                <c:v>2.9836777372229535</c:v>
              </c:pt>
              <c:pt idx="15">
                <c:v>3.056810274879822</c:v>
              </c:pt>
              <c:pt idx="16">
                <c:v>3.110140670759873</c:v>
              </c:pt>
              <c:pt idx="17">
                <c:v>3.13058348730637</c:v>
              </c:pt>
              <c:pt idx="18">
                <c:v>3.132714111267333</c:v>
              </c:pt>
              <c:pt idx="19">
                <c:v>3.132622913567836</c:v>
              </c:pt>
              <c:pt idx="20">
                <c:v>3.13261951315536</c:v>
              </c:pt>
            </c:numLit>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7"/>
          <c:min val="0"/>
        </c:scaling>
        <c:delete val="0"/>
        <c:axPos val="l"/>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NAr* [10¹⁵]</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50112"/>
      </c:valAx>
      <c:valAx>
        <c:axId val="48650112"/>
        <c:scaling>
          <c:orientation val="minMax"/>
          <c:max val="-2"/>
          <c:min val="-7"/>
        </c:scaling>
        <c:delete val="0"/>
        <c:axPos val="b"/>
        <c:majorGridlines>
          <c:spPr>
            <a:ln xmlns:a="http://schemas.openxmlformats.org/drawingml/2006/main" w="9525">
              <a:solidFill>
                <a:srgbClr val="E8E8E8"/>
              </a:solidFill>
              <a:prstDash val="solid"/>
            </a:ln>
          </c:spPr>
        </c:majorGridlines>
        <c:title>
          <c:tx>
            <c:rich>
              <a:bodyPr xmlns:a="http://schemas.openxmlformats.org/drawingml/2006/main"/>
              <a:lstStyle xmlns:a="http://schemas.openxmlformats.org/drawingml/2006/main"/>
              <a:p xmlns:a="http://schemas.openxmlformats.org/drawingml/2006/main">
                <a:r>
                  <a:rPr sz="788">
                    <a:solidFill>
                      <a:srgbClr val="666666"/>
                    </a:solidFill>
                    <a:latin typeface="Noto Sans JP"/>
                    <a:ea typeface="Noto Sans JP"/>
                    <a:cs typeface="Noto Sans JP"/>
                  </a:rPr>
                  <a:t>log₁₀ t [s]</a:t>
                </a:r>
              </a:p>
            </c:rich>
          </c:tx>
          <c:overlay val="0"/>
          <c:txPr>
            <a:bodyPr xmlns:a="http://schemas.openxmlformats.org/drawingml/2006/main" anchorCtr="1"/>
            <a:lstStyle xmlns:a="http://schemas.openxmlformats.org/drawingml/2006/main"/>
            <a:p xmlns:a="http://schemas.openxmlformats.org/drawingml/2006/main">
              <a:pPr>
                <a:defRPr sz="788">
                  <a:solidFill>
                    <a:srgbClr val="666666"/>
                  </a:solidFill>
                  <a:latin typeface="Noto Sans JP"/>
                  <a:ea typeface="Noto Sans JP"/>
                  <a:cs typeface="Noto Sans JP"/>
                </a:defRPr>
              </a:pPr>
            </a:p>
          </c:txPr>
        </c:title>
        <c:numFmt formatCode="General"/>
        <c:majorTickMark val="none"/>
        <c:minorTickMark val="none"/>
        <c:spPr>
          <a:ln xmlns:a="http://schemas.openxmlformats.org/drawingml/2006/main" w="9525">
            <a:solidFill>
              <a:srgbClr val="A9A9A9"/>
            </a:solidFill>
            <a:prstDash val="solid"/>
          </a:ln>
        </c:spPr>
        <c:txPr>
          <a:bodyPr xmlns:a="http://schemas.openxmlformats.org/drawingml/2006/main" anchorCtr="1"/>
          <a:lstStyle xmlns:a="http://schemas.openxmlformats.org/drawingml/2006/main"/>
          <a:p xmlns:a="http://schemas.openxmlformats.org/drawingml/2006/main">
            <a:pPr>
              <a:defRPr sz="675">
                <a:solidFill>
                  <a:srgbClr val="666666"/>
                </a:solidFill>
                <a:latin typeface="Noto Sans JP"/>
                <a:ea typeface="Noto Sans JP"/>
                <a:cs typeface="Noto Sans JP"/>
              </a:defRPr>
            </a:pPr>
          </a:p>
        </c:txPr>
        <c:crossAx val="48672768"/>
      </c:valAx>
      <c:spPr>
        <a:solidFill xmlns:a="http://schemas.openxmlformats.org/drawingml/2006/main">
          <a:srgbClr val="FFFFFF"/>
        </a:solidFill>
        <a:ln xmlns:a="http://schemas.openxmlformats.org/drawingml/2006/main" w="9525">
          <a:solidFill>
            <a:srgbClr val="D5D5D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13">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charts/chart3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050" b="1">
                <a:solidFill>
                  <a:srgbClr val="2F2F2F"/>
                </a:solidFill>
                <a:latin typeface="Noto Sans JP"/>
                <a:ea typeface="Noto Sans JP"/>
                <a:cs typeface="Noto Sans JP"/>
              </a:rPr>
              <a:t>Swarm EEDF参照表 − 標準Maxwell型（t = 1 ms）</a:t>
            </a:r>
          </a:p>
        </c:rich>
      </c:tx>
      <c:overlay val="0"/>
      <c:txPr>
        <a:bodyPr xmlns:a="http://schemas.openxmlformats.org/drawingml/2006/main" anchorCtr="1"/>
        <a:lstStyle xmlns:a="http://schemas.openxmlformats.org/drawingml/2006/main"/>
        <a:p xmlns:a="http://schemas.openxmlformats.org/drawingml/2006/main">
          <a:pPr>
            <a:defRPr sz="1050" b="1">
              <a:solidFill>
                <a:srgbClr val="2F2F2F"/>
              </a:solidFill>
              <a:latin typeface="Noto Sans JP"/>
              <a:ea typeface="Noto Sans JP"/>
              <a:cs typeface="Noto Sans JP"/>
            </a:defRPr>
          </a:pPr>
        </a:p>
      </c:txPr>
    </c:title>
    <c:plotArea>
      <c:barChart>
        <c:barDir val="col"/>
        <c:grouping val="clustered"/>
        <c:varyColors val="0"/>
        <c:ser>
          <c:idx val="0"/>
          <c:order val="0"/>
          <c:tx>
            <c:v>two-term</c:v>
          </c:tx>
          <c:spPr>
            <a:solidFill xmlns:a="http://schemas.openxmlformats.org/drawingml/2006/main">
              <a:srgbClr val="007FAE"/>
            </a:solidFill>
            <a:ln xmlns:a="http://schemas.openxmlformats.org/drawingml/2006/main" w="9525">
              <a:solidFill>
                <a:srgbClr val="007FAE"/>
              </a:solidFill>
              <a:prstDash val="solid"/>
            </a:ln>
          </c:spPr>
          <c:invertIfNegative val="0"/>
          <c:cat>
            <c:strLit>
              <c:ptCount val="4"/>
              <c:pt idx="0">
                <c:v>体積積分電子数</c:v>
              </c:pt>
              <c:pt idx="1">
                <c:v>平均エネルギー</c:v>
              </c:pt>
              <c:pt idx="2">
                <c:v>体積積分Ar*</c:v>
              </c:pt>
              <c:pt idx="3">
                <c:v>RF吸収</c:v>
              </c:pt>
            </c:strLit>
          </c:cat>
          <c:val>
            <c:numLit>
              <c:formatCode>0.0</c:formatCode>
              <c:ptCount val="4"/>
              <c:pt idx="0">
                <c:v>-35.39196273201436</c:v>
              </c:pt>
              <c:pt idx="1">
                <c:v>46.729623951032224</c:v>
              </c:pt>
              <c:pt idx="2">
                <c:v>-44.97835258907424</c:v>
              </c:pt>
              <c:pt idx="3">
                <c:v>15.450946807591043</c:v>
              </c:pt>
            </c:numLit>
          </c:val>
        </c:ser>
        <c:ser>
          <c:idx val="1"/>
          <c:order val="1"/>
          <c:tx>
            <c:v>Monte Carlo</c:v>
          </c:tx>
          <c:spPr>
            <a:solidFill xmlns:a="http://schemas.openxmlformats.org/drawingml/2006/main">
              <a:srgbClr val="B87900"/>
            </a:solidFill>
            <a:ln xmlns:a="http://schemas.openxmlformats.org/drawingml/2006/main" w="9525">
              <a:solidFill>
                <a:srgbClr val="B87900"/>
              </a:solidFill>
              <a:prstDash val="solid"/>
            </a:ln>
          </c:spPr>
          <c:invertIfNegative val="0"/>
          <c:cat>
            <c:strLit>
              <c:ptCount val="4"/>
              <c:pt idx="0">
                <c:v>体積積分電子数</c:v>
              </c:pt>
              <c:pt idx="1">
                <c:v>平均エネルギー</c:v>
              </c:pt>
              <c:pt idx="2">
                <c:v>体積積分Ar*</c:v>
              </c:pt>
              <c:pt idx="3">
                <c:v>RF吸収</c:v>
              </c:pt>
            </c:strLit>
          </c:cat>
          <c:val>
            <c:numLit>
              <c:formatCode>0.0</c:formatCode>
              <c:ptCount val="4"/>
              <c:pt idx="0">
                <c:v>-34.962239379342044</c:v>
              </c:pt>
              <c:pt idx="1">
                <c:v>46.11484512727509</c:v>
              </c:pt>
              <c:pt idx="2">
                <c:v>-45.542566144853524</c:v>
              </c:pt>
              <c:pt idx="3">
                <c:v>15.482610689471832</c:v>
              </c:pt>
            </c:numLit>
          </c:val>
        </c:ser>
        <c:ser>
          <c:idx val="2"/>
          <c:order val="2"/>
          <c:tx>
            <c:v>propagator P1</c:v>
          </c:tx>
          <c:spPr>
            <a:solidFill xmlns:a="http://schemas.openxmlformats.org/drawingml/2006/main">
              <a:srgbClr val="72B51F"/>
            </a:solidFill>
            <a:ln xmlns:a="http://schemas.openxmlformats.org/drawingml/2006/main" w="9525">
              <a:solidFill>
                <a:srgbClr val="72B51F"/>
              </a:solidFill>
              <a:prstDash val="solid"/>
            </a:ln>
          </c:spPr>
          <c:invertIfNegative val="0"/>
          <c:cat>
            <c:strLit>
              <c:ptCount val="4"/>
              <c:pt idx="0">
                <c:v>体積積分電子数</c:v>
              </c:pt>
              <c:pt idx="1">
                <c:v>平均エネルギー</c:v>
              </c:pt>
              <c:pt idx="2">
                <c:v>体積積分Ar*</c:v>
              </c:pt>
              <c:pt idx="3">
                <c:v>RF吸収</c:v>
              </c:pt>
            </c:strLit>
          </c:cat>
          <c:val>
            <c:numLit>
              <c:formatCode>0.0</c:formatCode>
              <c:ptCount val="4"/>
              <c:pt idx="0">
                <c:v>-34.80246399366912</c:v>
              </c:pt>
              <c:pt idx="1">
                <c:v>45.880139853357846</c:v>
              </c:pt>
              <c:pt idx="2">
                <c:v>-45.5125891356742</c:v>
              </c:pt>
              <c:pt idx="3">
                <c:v>15.494613095134424</c:v>
              </c:pt>
            </c:numLit>
          </c: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crossAx val="48672768"/>
      </c:catAx>
      <c:valAx>
        <c:axId val="48672768"/>
        <c:scaling>
          <c:orientation val="minMax"/>
          <c:max val="60"/>
          <c:min val="-60"/>
        </c:scaling>
        <c:delete val="0"/>
        <c:axPos val="l"/>
        <c:majorGridlines>
          <c:spPr>
            <a:ln xmlns:a="http://schemas.openxmlformats.org/drawingml/2006/main" w="9525">
              <a:solidFill>
                <a:srgbClr val="E5E8E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66666"/>
                    </a:solidFill>
                    <a:latin typeface="Noto Sans JP"/>
                    <a:ea typeface="Noto Sans JP"/>
                    <a:cs typeface="Noto Sans JP"/>
                  </a:rPr>
                  <a:t>標準COMSOL比 [%]</a:t>
                </a:r>
              </a:p>
            </c:rich>
          </c:tx>
          <c:overlay val="0"/>
          <c:txPr>
            <a:bodyPr xmlns:a="http://schemas.openxmlformats.org/drawingml/2006/main" anchorCtr="1"/>
            <a:lstStyle xmlns:a="http://schemas.openxmlformats.org/drawingml/2006/main"/>
            <a:p xmlns:a="http://schemas.openxmlformats.org/drawingml/2006/main">
              <a:pPr>
                <a:defRPr sz="900">
                  <a:solidFill>
                    <a:srgbClr val="666666"/>
                  </a:solidFill>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6666"/>
                </a:solidFill>
                <a:latin typeface="Noto Sans JP"/>
                <a:ea typeface="Noto Sans JP"/>
                <a:cs typeface="Noto Sans JP"/>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666666"/>
              </a:solidFill>
              <a:latin typeface="Noto Sans JP"/>
              <a:ea typeface="Noto Sans JP"/>
              <a:cs typeface="Noto Sans JP"/>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41646"/>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36d9814587742f5"/>
          <a:srcRect xmlns:a="http://schemas.openxmlformats.org/drawingml/2006/main" l="34991" t="0" r="34991" b="0"/>
          <a:stretch xmlns:a="http://schemas.openxmlformats.org/drawingml/2006/main">
            <a:fillRect l="0" t="0" r="0" b="0"/>
          </a:stretch>
        </p:blipFill>
        <p:spPr>
          <a:xfrm xmlns:a="http://schemas.openxmlformats.org/drawingml/2006/main">
            <a:off x="6762750" y="0"/>
            <a:ext cx="5429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B704B07-C0EB-4CAD-B358-866E90AEB516}"/>
              </a:ext>
            </a:extLst>
          </p:cNvPr>
          <p:cNvSpPr>
            <a:spLocks xmlns:a="http://schemas.openxmlformats.org/drawingml/2006/main" noGrp="1"/>
          </p:cNvSpPr>
          <p:nvPr/>
        </p:nvSpPr>
        <p:spPr>
          <a:xfrm xmlns:a="http://schemas.openxmlformats.org/drawingml/2006/main">
            <a:off x="6191250" y="0"/>
            <a:ext cx="6000750" cy="6858000"/>
          </a:xfrm>
          <a:prstGeom xmlns:a="http://schemas.openxmlformats.org/drawingml/2006/main" prst="rect">
            <a:avLst/>
          </a:prstGeom>
          <a:solidFill xmlns:a="http://schemas.openxmlformats.org/drawingml/2006/main">
            <a:srgbClr val="241646">
              <a:alpha val="48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FB56A58-7CEB-48D4-B729-6301E1AA62B2}"/>
              </a:ext>
            </a:extLst>
          </p:cNvPr>
          <p:cNvSpPr>
            <a:spLocks xmlns:a="http://schemas.openxmlformats.org/drawingml/2006/main" noGrp="1"/>
          </p:cNvSpPr>
          <p:nvPr/>
        </p:nvSpPr>
        <p:spPr>
          <a:xfrm xmlns:a="http://schemas.openxmlformats.org/drawingml/2006/main">
            <a:off x="685800" y="666750"/>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200" b="1" i="0">
                <a:solidFill>
                  <a:srgbClr val="9CD9E8"/>
                </a:solidFill>
                <a:latin typeface="Noto Sans JP"/>
                <a:ea typeface="Noto Sans JP"/>
                <a:cs typeface="Noto Sans JP"/>
              </a:defRPr>
            </a:pPr>
            <a:r>
              <a:rPr sz="1200" b="1" i="0">
                <a:solidFill>
                  <a:srgbClr val="9CD9E8"/>
                </a:solidFill>
                <a:latin typeface="Noto Sans JP"/>
                <a:ea typeface="Noto Sans JP"/>
                <a:cs typeface="Noto Sans JP"/>
              </a:rPr>
              <a:t>PLASMA MODELING / ENGINEERING REVIEW</a:t>
            </a:r>
          </a:p>
        </p:txBody>
      </p:sp>
      <p:sp>
        <p:nvSpPr>
          <p:cNvPr id="4" name="">
            <a:extLst xmlns:a="http://schemas.openxmlformats.org/drawingml/2006/main">
              <a:ext uri="{FF2B5EF4-FFF2-40B4-BE49-F238E27FC236}">
                <a16:creationId xmlns:a16="http://schemas.microsoft.com/office/drawing/2014/main" id="{9A8A1158-1050-4E45-8FC7-CC9E2FD3B330}"/>
              </a:ext>
            </a:extLst>
          </p:cNvPr>
          <p:cNvSpPr>
            <a:spLocks xmlns:a="http://schemas.openxmlformats.org/drawingml/2006/main" noGrp="1"/>
          </p:cNvSpPr>
          <p:nvPr/>
        </p:nvSpPr>
        <p:spPr>
          <a:xfrm xmlns:a="http://schemas.openxmlformats.org/drawingml/2006/main">
            <a:off x="685800" y="150495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9803"/>
          </a:bodyPr>
          <a:lstStyle xmlns:a="http://schemas.openxmlformats.org/drawingml/2006/main"/>
          <a:p xmlns:a="http://schemas.openxmlformats.org/drawingml/2006/main">
            <a:pPr algn="l">
              <a:lnSpc>
                <a:spcPct val="102000"/>
              </a:lnSpc>
              <a:buNone/>
              <a:defRPr sz="3375" b="0" i="0">
                <a:solidFill>
                  <a:srgbClr val="FFFFFF"/>
                </a:solidFill>
                <a:latin typeface="Noto Sans JP"/>
                <a:ea typeface="Noto Sans JP"/>
                <a:cs typeface="Noto Sans JP"/>
              </a:defRPr>
            </a:pPr>
            <a:r>
              <a:rPr sz="3375" b="0" i="0">
                <a:solidFill>
                  <a:srgbClr val="FFFFFF"/>
                </a:solidFill>
                <a:latin typeface="Noto Sans JP"/>
                <a:ea typeface="Noto Sans JP"/>
                <a:cs typeface="Noto Sans JP"/>
              </a:rPr>
              <a:t>電子Swarm計算とCOMSOL連携</a:t>
            </a:r>
          </a:p>
        </p:txBody>
      </p:sp>
      <p:sp>
        <p:nvSpPr>
          <p:cNvPr id="5" name="">
            <a:extLst xmlns:a="http://schemas.openxmlformats.org/drawingml/2006/main">
              <a:ext uri="{FF2B5EF4-FFF2-40B4-BE49-F238E27FC236}">
                <a16:creationId xmlns:a16="http://schemas.microsoft.com/office/drawing/2014/main" id="{564871B9-0AC4-49AA-B231-24037739DAA6}"/>
              </a:ext>
            </a:extLst>
          </p:cNvPr>
          <p:cNvSpPr>
            <a:spLocks xmlns:a="http://schemas.openxmlformats.org/drawingml/2006/main" noGrp="1"/>
          </p:cNvSpPr>
          <p:nvPr/>
        </p:nvSpPr>
        <p:spPr>
          <a:xfrm xmlns:a="http://schemas.openxmlformats.org/drawingml/2006/main">
            <a:off x="685800" y="2305050"/>
            <a:ext cx="581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175" b="0" i="0">
                <a:solidFill>
                  <a:srgbClr val="FFFFFF"/>
                </a:solidFill>
                <a:latin typeface="Noto Sans JP"/>
                <a:ea typeface="Noto Sans JP"/>
                <a:cs typeface="Noto Sans JP"/>
              </a:defRPr>
            </a:pPr>
            <a:r>
              <a:rPr sz="2175" b="0" i="0">
                <a:solidFill>
                  <a:srgbClr val="FFFFFF"/>
                </a:solidFill>
                <a:latin typeface="Noto Sans JP"/>
                <a:ea typeface="Noto Sans JP"/>
                <a:cs typeface="Noto Sans JP"/>
              </a:rPr>
              <a:t>計算法・物理的意味・装置開発への使い方</a:t>
            </a:r>
          </a:p>
        </p:txBody>
      </p:sp>
      <p:sp>
        <p:nvSpPr>
          <p:cNvPr id="6" name="">
            <a:extLst xmlns:a="http://schemas.openxmlformats.org/drawingml/2006/main">
              <a:ext uri="{FF2B5EF4-FFF2-40B4-BE49-F238E27FC236}">
                <a16:creationId xmlns:a16="http://schemas.microsoft.com/office/drawing/2014/main" id="{03882CE0-757F-48AD-A6CF-816E16731243}"/>
              </a:ext>
            </a:extLst>
          </p:cNvPr>
          <p:cNvSpPr>
            <a:spLocks xmlns:a="http://schemas.openxmlformats.org/drawingml/2006/main" noGrp="1"/>
          </p:cNvSpPr>
          <p:nvPr/>
        </p:nvSpPr>
        <p:spPr>
          <a:xfrm xmlns:a="http://schemas.openxmlformats.org/drawingml/2006/main">
            <a:off x="723900" y="326707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B7E00FA-0ED7-47C6-8047-0153496A4A58}"/>
              </a:ext>
            </a:extLst>
          </p:cNvPr>
          <p:cNvSpPr>
            <a:spLocks xmlns:a="http://schemas.openxmlformats.org/drawingml/2006/main" noGrp="1"/>
          </p:cNvSpPr>
          <p:nvPr/>
        </p:nvSpPr>
        <p:spPr>
          <a:xfrm xmlns:a="http://schemas.openxmlformats.org/drawingml/2006/main">
            <a:off x="933450" y="3114675"/>
            <a:ext cx="5572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D9F4FA"/>
                </a:solidFill>
                <a:latin typeface="Noto Sans JP"/>
                <a:ea typeface="Noto Sans JP"/>
                <a:cs typeface="Noto Sans JP"/>
              </a:defRPr>
            </a:pPr>
            <a:r>
              <a:rPr sz="1350" b="0" i="0">
                <a:solidFill>
                  <a:srgbClr val="D9F4FA"/>
                </a:solidFill>
                <a:latin typeface="Noto Sans JP"/>
                <a:ea typeface="Noto Sans JP"/>
                <a:cs typeface="Noto Sans JP"/>
              </a:rPr>
              <a:t>two-term / multi-term PN / Monte Carlo / propagator P1</a:t>
            </a:r>
          </a:p>
        </p:txBody>
      </p:sp>
      <p:sp>
        <p:nvSpPr>
          <p:cNvPr id="8" name="">
            <a:extLst xmlns:a="http://schemas.openxmlformats.org/drawingml/2006/main">
              <a:ext uri="{FF2B5EF4-FFF2-40B4-BE49-F238E27FC236}">
                <a16:creationId xmlns:a16="http://schemas.microsoft.com/office/drawing/2014/main" id="{DBA381D0-413F-4D46-86D4-943952D8B5AB}"/>
              </a:ext>
            </a:extLst>
          </p:cNvPr>
          <p:cNvSpPr>
            <a:spLocks xmlns:a="http://schemas.openxmlformats.org/drawingml/2006/main" noGrp="1"/>
          </p:cNvSpPr>
          <p:nvPr/>
        </p:nvSpPr>
        <p:spPr>
          <a:xfrm xmlns:a="http://schemas.openxmlformats.org/drawingml/2006/main">
            <a:off x="685800" y="3857625"/>
            <a:ext cx="581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D3D3DE"/>
                </a:solidFill>
                <a:latin typeface="Noto Sans JP"/>
                <a:ea typeface="Noto Sans JP"/>
                <a:cs typeface="Noto Sans JP"/>
              </a:defRPr>
            </a:pPr>
            <a:r>
              <a:rPr sz="1350" b="0" i="0">
                <a:solidFill>
                  <a:srgbClr val="D3D3DE"/>
                </a:solidFill>
                <a:latin typeface="Noto Sans JP"/>
                <a:ea typeface="Noto Sans JP"/>
                <a:cs typeface="Noto Sans JP"/>
              </a:rPr>
              <a:t>Ar・N₂・O₂  |  EEDF・輸送係数・反応速度  |  GEC ICP / CCP</a:t>
            </a:r>
          </a:p>
        </p:txBody>
      </p:sp>
      <p:sp>
        <p:nvSpPr>
          <p:cNvPr id="9" name="">
            <a:extLst xmlns:a="http://schemas.openxmlformats.org/drawingml/2006/main">
              <a:ext uri="{FF2B5EF4-FFF2-40B4-BE49-F238E27FC236}">
                <a16:creationId xmlns:a16="http://schemas.microsoft.com/office/drawing/2014/main" id="{6AC34843-2AD4-405B-BAB4-1FBAD630CEE3}"/>
              </a:ext>
            </a:extLst>
          </p:cNvPr>
          <p:cNvSpPr>
            <a:spLocks xmlns:a="http://schemas.openxmlformats.org/drawingml/2006/main" noGrp="1"/>
          </p:cNvSpPr>
          <p:nvPr/>
        </p:nvSpPr>
        <p:spPr>
          <a:xfrm xmlns:a="http://schemas.openxmlformats.org/drawingml/2006/main">
            <a:off x="685800" y="58578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125" b="0" i="0">
                <a:solidFill>
                  <a:srgbClr val="AEB0C2"/>
                </a:solidFill>
                <a:latin typeface="Noto Sans JP"/>
                <a:ea typeface="Noto Sans JP"/>
                <a:cs typeface="Noto Sans JP"/>
              </a:defRPr>
            </a:pPr>
            <a:r>
              <a:rPr sz="1125" b="0" i="0">
                <a:solidFill>
                  <a:srgbClr val="AEB0C2"/>
                </a:solidFill>
                <a:latin typeface="Noto Sans JP"/>
                <a:ea typeface="Noto Sans JP"/>
                <a:cs typeface="Noto Sans JP"/>
              </a:rPr>
              <a:t>2026-09-18</a:t>
            </a:r>
          </a:p>
        </p:txBody>
      </p:sp>
      <p:sp>
        <p:nvSpPr>
          <p:cNvPr id="10" name="footer">
            <a:extLst xmlns:a="http://schemas.openxmlformats.org/drawingml/2006/main">
              <a:ext uri="{FF2B5EF4-FFF2-40B4-BE49-F238E27FC236}">
                <a16:creationId xmlns:a16="http://schemas.microsoft.com/office/drawing/2014/main" id="{2FFEFFCF-B4A0-47D6-B711-C747A6A73CB9}"/>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1" name="page">
            <a:extLst xmlns:a="http://schemas.openxmlformats.org/drawingml/2006/main">
              <a:ext uri="{FF2B5EF4-FFF2-40B4-BE49-F238E27FC236}">
                <a16:creationId xmlns:a16="http://schemas.microsoft.com/office/drawing/2014/main" id="{8382AE11-90AB-4DED-A022-30C7B44F0F76}"/>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01</a:t>
            </a:r>
          </a:p>
        </p:txBody>
      </p:sp>
    </p:spTree>
    <p:extLst>
      <p:ext uri="{BB962C8B-B14F-4D97-AF65-F5344CB8AC3E}">
        <p14:creationId xmlns:p14="http://schemas.microsoft.com/office/powerpoint/2010/main" val="6079860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9DEDE2E-BF83-4592-8BC2-35B4CFB275C0}"/>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この資料で理解できること</a:t>
            </a:r>
          </a:p>
        </p:txBody>
      </p:sp>
      <p:sp>
        <p:nvSpPr>
          <p:cNvPr id="3" name="">
            <a:extLst xmlns:a="http://schemas.openxmlformats.org/drawingml/2006/main">
              <a:ext uri="{FF2B5EF4-FFF2-40B4-BE49-F238E27FC236}">
                <a16:creationId xmlns:a16="http://schemas.microsoft.com/office/drawing/2014/main" id="{66C2F5A4-CB63-4F77-905C-D2C79544F596}"/>
              </a:ext>
            </a:extLst>
          </p:cNvPr>
          <p:cNvSpPr>
            <a:spLocks xmlns:a="http://schemas.openxmlformats.org/drawingml/2006/main" noGrp="1"/>
          </p:cNvSpPr>
          <p:nvPr/>
        </p:nvSpPr>
        <p:spPr>
          <a:xfrm xmlns:a="http://schemas.openxmlformats.org/drawingml/2006/main">
            <a:off x="590550" y="13811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01</a:t>
            </a:r>
          </a:p>
        </p:txBody>
      </p:sp>
      <p:sp>
        <p:nvSpPr>
          <p:cNvPr id="4" name="">
            <a:extLst xmlns:a="http://schemas.openxmlformats.org/drawingml/2006/main">
              <a:ext uri="{FF2B5EF4-FFF2-40B4-BE49-F238E27FC236}">
                <a16:creationId xmlns:a16="http://schemas.microsoft.com/office/drawing/2014/main" id="{4398A96C-4713-4B13-B3CC-6764B55DC379}"/>
              </a:ext>
            </a:extLst>
          </p:cNvPr>
          <p:cNvSpPr>
            <a:spLocks xmlns:a="http://schemas.openxmlformats.org/drawingml/2006/main" noGrp="1"/>
          </p:cNvSpPr>
          <p:nvPr/>
        </p:nvSpPr>
        <p:spPr>
          <a:xfrm xmlns:a="http://schemas.openxmlformats.org/drawingml/2006/main">
            <a:off x="1238250" y="136207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Swarmとは何か</a:t>
            </a:r>
          </a:p>
        </p:txBody>
      </p:sp>
      <p:sp>
        <p:nvSpPr>
          <p:cNvPr id="5" name="">
            <a:extLst xmlns:a="http://schemas.openxmlformats.org/drawingml/2006/main">
              <a:ext uri="{FF2B5EF4-FFF2-40B4-BE49-F238E27FC236}">
                <a16:creationId xmlns:a16="http://schemas.microsoft.com/office/drawing/2014/main" id="{38F121F3-E5A3-4973-9A56-B6BD8DA9130F}"/>
              </a:ext>
            </a:extLst>
          </p:cNvPr>
          <p:cNvSpPr>
            <a:spLocks xmlns:a="http://schemas.openxmlformats.org/drawingml/2006/main" noGrp="1"/>
          </p:cNvSpPr>
          <p:nvPr/>
        </p:nvSpPr>
        <p:spPr>
          <a:xfrm xmlns:a="http://schemas.openxmlformats.org/drawingml/2006/main">
            <a:off x="4524375" y="136207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希薄な電子群が、電場と気体分子衝突のもとで示す速度・エネルギー分布を求める計算。</a:t>
            </a:r>
          </a:p>
        </p:txBody>
      </p:sp>
      <p:sp>
        <p:nvSpPr>
          <p:cNvPr id="6" name="">
            <a:extLst xmlns:a="http://schemas.openxmlformats.org/drawingml/2006/main">
              <a:ext uri="{FF2B5EF4-FFF2-40B4-BE49-F238E27FC236}">
                <a16:creationId xmlns:a16="http://schemas.microsoft.com/office/drawing/2014/main" id="{3992CF57-EE7F-4A72-8ED9-7D990F39D002}"/>
              </a:ext>
            </a:extLst>
          </p:cNvPr>
          <p:cNvSpPr>
            <a:spLocks xmlns:a="http://schemas.openxmlformats.org/drawingml/2006/main" noGrp="1"/>
          </p:cNvSpPr>
          <p:nvPr/>
        </p:nvSpPr>
        <p:spPr>
          <a:xfrm xmlns:a="http://schemas.openxmlformats.org/drawingml/2006/main">
            <a:off x="1238250" y="188595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7" name="">
            <a:extLst xmlns:a="http://schemas.openxmlformats.org/drawingml/2006/main">
              <a:ext uri="{FF2B5EF4-FFF2-40B4-BE49-F238E27FC236}">
                <a16:creationId xmlns:a16="http://schemas.microsoft.com/office/drawing/2014/main" id="{88EA5C45-88CB-46A8-9B62-3ED3C94B905A}"/>
              </a:ext>
            </a:extLst>
          </p:cNvPr>
          <p:cNvSpPr>
            <a:spLocks xmlns:a="http://schemas.openxmlformats.org/drawingml/2006/main" noGrp="1"/>
          </p:cNvSpPr>
          <p:nvPr/>
        </p:nvSpPr>
        <p:spPr>
          <a:xfrm xmlns:a="http://schemas.openxmlformats.org/drawingml/2006/main">
            <a:off x="590550" y="22479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02</a:t>
            </a:r>
          </a:p>
        </p:txBody>
      </p:sp>
      <p:sp>
        <p:nvSpPr>
          <p:cNvPr id="8" name="">
            <a:extLst xmlns:a="http://schemas.openxmlformats.org/drawingml/2006/main">
              <a:ext uri="{FF2B5EF4-FFF2-40B4-BE49-F238E27FC236}">
                <a16:creationId xmlns:a16="http://schemas.microsoft.com/office/drawing/2014/main" id="{E0CA0506-975C-49A5-B99E-07C28E0D20BB}"/>
              </a:ext>
            </a:extLst>
          </p:cNvPr>
          <p:cNvSpPr>
            <a:spLocks xmlns:a="http://schemas.openxmlformats.org/drawingml/2006/main" noGrp="1"/>
          </p:cNvSpPr>
          <p:nvPr/>
        </p:nvSpPr>
        <p:spPr>
          <a:xfrm xmlns:a="http://schemas.openxmlformats.org/drawingml/2006/main">
            <a:off x="1238250" y="222885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なぜ必要か</a:t>
            </a:r>
          </a:p>
        </p:txBody>
      </p:sp>
      <p:sp>
        <p:nvSpPr>
          <p:cNvPr id="9" name="">
            <a:extLst xmlns:a="http://schemas.openxmlformats.org/drawingml/2006/main">
              <a:ext uri="{FF2B5EF4-FFF2-40B4-BE49-F238E27FC236}">
                <a16:creationId xmlns:a16="http://schemas.microsoft.com/office/drawing/2014/main" id="{5B4FA9A8-49DC-4F91-94B9-AD15F743B4AB}"/>
              </a:ext>
            </a:extLst>
          </p:cNvPr>
          <p:cNvSpPr>
            <a:spLocks xmlns:a="http://schemas.openxmlformats.org/drawingml/2006/main" noGrp="1"/>
          </p:cNvSpPr>
          <p:nvPr/>
        </p:nvSpPr>
        <p:spPr>
          <a:xfrm xmlns:a="http://schemas.openxmlformats.org/drawingml/2006/main">
            <a:off x="4524375" y="222885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EEDFが電子移動度、拡散、励起・電離・解離・付着の速度係数を同時に決めるため。</a:t>
            </a:r>
          </a:p>
        </p:txBody>
      </p:sp>
      <p:sp>
        <p:nvSpPr>
          <p:cNvPr id="10" name="">
            <a:extLst xmlns:a="http://schemas.openxmlformats.org/drawingml/2006/main">
              <a:ext uri="{FF2B5EF4-FFF2-40B4-BE49-F238E27FC236}">
                <a16:creationId xmlns:a16="http://schemas.microsoft.com/office/drawing/2014/main" id="{9C353216-4BBD-4627-9233-0A5E9533528C}"/>
              </a:ext>
            </a:extLst>
          </p:cNvPr>
          <p:cNvSpPr>
            <a:spLocks xmlns:a="http://schemas.openxmlformats.org/drawingml/2006/main" noGrp="1"/>
          </p:cNvSpPr>
          <p:nvPr/>
        </p:nvSpPr>
        <p:spPr>
          <a:xfrm xmlns:a="http://schemas.openxmlformats.org/drawingml/2006/main">
            <a:off x="1238250" y="275272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1" name="">
            <a:extLst xmlns:a="http://schemas.openxmlformats.org/drawingml/2006/main">
              <a:ext uri="{FF2B5EF4-FFF2-40B4-BE49-F238E27FC236}">
                <a16:creationId xmlns:a16="http://schemas.microsoft.com/office/drawing/2014/main" id="{33BA54C0-279C-48E2-B574-D17A0984BD01}"/>
              </a:ext>
            </a:extLst>
          </p:cNvPr>
          <p:cNvSpPr>
            <a:spLocks xmlns:a="http://schemas.openxmlformats.org/drawingml/2006/main" noGrp="1"/>
          </p:cNvSpPr>
          <p:nvPr/>
        </p:nvSpPr>
        <p:spPr>
          <a:xfrm xmlns:a="http://schemas.openxmlformats.org/drawingml/2006/main">
            <a:off x="590550" y="311467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03</a:t>
            </a:r>
          </a:p>
        </p:txBody>
      </p:sp>
      <p:sp>
        <p:nvSpPr>
          <p:cNvPr id="12" name="">
            <a:extLst xmlns:a="http://schemas.openxmlformats.org/drawingml/2006/main">
              <a:ext uri="{FF2B5EF4-FFF2-40B4-BE49-F238E27FC236}">
                <a16:creationId xmlns:a16="http://schemas.microsoft.com/office/drawing/2014/main" id="{91D0339D-3A94-48CE-B31E-23D015313A89}"/>
              </a:ext>
            </a:extLst>
          </p:cNvPr>
          <p:cNvSpPr>
            <a:spLocks xmlns:a="http://schemas.openxmlformats.org/drawingml/2006/main" noGrp="1"/>
          </p:cNvSpPr>
          <p:nvPr/>
        </p:nvSpPr>
        <p:spPr>
          <a:xfrm xmlns:a="http://schemas.openxmlformats.org/drawingml/2006/main">
            <a:off x="1238250" y="309562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4手法は何が違うか</a:t>
            </a:r>
          </a:p>
        </p:txBody>
      </p:sp>
      <p:sp>
        <p:nvSpPr>
          <p:cNvPr id="13" name="">
            <a:extLst xmlns:a="http://schemas.openxmlformats.org/drawingml/2006/main">
              <a:ext uri="{FF2B5EF4-FFF2-40B4-BE49-F238E27FC236}">
                <a16:creationId xmlns:a16="http://schemas.microsoft.com/office/drawing/2014/main" id="{4384134D-2672-42EF-B768-AA8F94DEB14F}"/>
              </a:ext>
            </a:extLst>
          </p:cNvPr>
          <p:cNvSpPr>
            <a:spLocks xmlns:a="http://schemas.openxmlformats.org/drawingml/2006/main" noGrp="1"/>
          </p:cNvSpPr>
          <p:nvPr/>
        </p:nvSpPr>
        <p:spPr>
          <a:xfrm xmlns:a="http://schemas.openxmlformats.org/drawingml/2006/main">
            <a:off x="4524375" y="309562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7573"/>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角度展開、粒子軌道、位相空間離散化の違いが、近似誤差・統計ノイズ・計算時間に現れる。</a:t>
            </a:r>
          </a:p>
        </p:txBody>
      </p:sp>
      <p:sp>
        <p:nvSpPr>
          <p:cNvPr id="14" name="">
            <a:extLst xmlns:a="http://schemas.openxmlformats.org/drawingml/2006/main">
              <a:ext uri="{FF2B5EF4-FFF2-40B4-BE49-F238E27FC236}">
                <a16:creationId xmlns:a16="http://schemas.microsoft.com/office/drawing/2014/main" id="{604AF7DB-F33F-4B47-84E5-14FCBDD9EE93}"/>
              </a:ext>
            </a:extLst>
          </p:cNvPr>
          <p:cNvSpPr>
            <a:spLocks xmlns:a="http://schemas.openxmlformats.org/drawingml/2006/main" noGrp="1"/>
          </p:cNvSpPr>
          <p:nvPr/>
        </p:nvSpPr>
        <p:spPr>
          <a:xfrm xmlns:a="http://schemas.openxmlformats.org/drawingml/2006/main">
            <a:off x="1238250" y="361950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5" name="">
            <a:extLst xmlns:a="http://schemas.openxmlformats.org/drawingml/2006/main">
              <a:ext uri="{FF2B5EF4-FFF2-40B4-BE49-F238E27FC236}">
                <a16:creationId xmlns:a16="http://schemas.microsoft.com/office/drawing/2014/main" id="{025325BB-00BE-41D9-AA4B-D0703E6CF312}"/>
              </a:ext>
            </a:extLst>
          </p:cNvPr>
          <p:cNvSpPr>
            <a:spLocks xmlns:a="http://schemas.openxmlformats.org/drawingml/2006/main" noGrp="1"/>
          </p:cNvSpPr>
          <p:nvPr/>
        </p:nvSpPr>
        <p:spPr>
          <a:xfrm xmlns:a="http://schemas.openxmlformats.org/drawingml/2006/main">
            <a:off x="590550" y="39814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04</a:t>
            </a:r>
          </a:p>
        </p:txBody>
      </p:sp>
      <p:sp>
        <p:nvSpPr>
          <p:cNvPr id="16" name="">
            <a:extLst xmlns:a="http://schemas.openxmlformats.org/drawingml/2006/main">
              <a:ext uri="{FF2B5EF4-FFF2-40B4-BE49-F238E27FC236}">
                <a16:creationId xmlns:a16="http://schemas.microsoft.com/office/drawing/2014/main" id="{9A43F1A4-9D51-429D-9D3C-EF091C6222EB}"/>
              </a:ext>
            </a:extLst>
          </p:cNvPr>
          <p:cNvSpPr>
            <a:spLocks xmlns:a="http://schemas.openxmlformats.org/drawingml/2006/main" noGrp="1"/>
          </p:cNvSpPr>
          <p:nvPr/>
        </p:nvSpPr>
        <p:spPr>
          <a:xfrm xmlns:a="http://schemas.openxmlformats.org/drawingml/2006/main">
            <a:off x="1238250" y="396240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どう比較するか</a:t>
            </a:r>
          </a:p>
        </p:txBody>
      </p:sp>
      <p:sp>
        <p:nvSpPr>
          <p:cNvPr id="17" name="">
            <a:extLst xmlns:a="http://schemas.openxmlformats.org/drawingml/2006/main">
              <a:ext uri="{FF2B5EF4-FFF2-40B4-BE49-F238E27FC236}">
                <a16:creationId xmlns:a16="http://schemas.microsoft.com/office/drawing/2014/main" id="{A1E59CAE-C5E4-42B3-B927-DEDBCFF9E81A}"/>
              </a:ext>
            </a:extLst>
          </p:cNvPr>
          <p:cNvSpPr>
            <a:spLocks xmlns:a="http://schemas.openxmlformats.org/drawingml/2006/main" noGrp="1"/>
          </p:cNvSpPr>
          <p:nvPr/>
        </p:nvSpPr>
        <p:spPr>
          <a:xfrm xmlns:a="http://schemas.openxmlformats.org/drawingml/2006/main">
            <a:off x="4524375" y="396240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485"/>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同じ断面積・混合比・E/Nで、正規化、格子収束、統計誤差、反応閾値への感度を確認する。</a:t>
            </a:r>
          </a:p>
        </p:txBody>
      </p:sp>
      <p:sp>
        <p:nvSpPr>
          <p:cNvPr id="18" name="">
            <a:extLst xmlns:a="http://schemas.openxmlformats.org/drawingml/2006/main">
              <a:ext uri="{FF2B5EF4-FFF2-40B4-BE49-F238E27FC236}">
                <a16:creationId xmlns:a16="http://schemas.microsoft.com/office/drawing/2014/main" id="{91FF113C-6B8C-4533-B259-2BB98E5F5229}"/>
              </a:ext>
            </a:extLst>
          </p:cNvPr>
          <p:cNvSpPr>
            <a:spLocks xmlns:a="http://schemas.openxmlformats.org/drawingml/2006/main" noGrp="1"/>
          </p:cNvSpPr>
          <p:nvPr/>
        </p:nvSpPr>
        <p:spPr>
          <a:xfrm xmlns:a="http://schemas.openxmlformats.org/drawingml/2006/main">
            <a:off x="1238250" y="448627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9" name="">
            <a:extLst xmlns:a="http://schemas.openxmlformats.org/drawingml/2006/main">
              <a:ext uri="{FF2B5EF4-FFF2-40B4-BE49-F238E27FC236}">
                <a16:creationId xmlns:a16="http://schemas.microsoft.com/office/drawing/2014/main" id="{47EA1C0C-ED06-48BC-B47A-AB2E19A5C411}"/>
              </a:ext>
            </a:extLst>
          </p:cNvPr>
          <p:cNvSpPr>
            <a:spLocks xmlns:a="http://schemas.openxmlformats.org/drawingml/2006/main" noGrp="1"/>
          </p:cNvSpPr>
          <p:nvPr/>
        </p:nvSpPr>
        <p:spPr>
          <a:xfrm xmlns:a="http://schemas.openxmlformats.org/drawingml/2006/main">
            <a:off x="590550" y="48482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05</a:t>
            </a:r>
          </a:p>
        </p:txBody>
      </p:sp>
      <p:sp>
        <p:nvSpPr>
          <p:cNvPr id="20" name="">
            <a:extLst xmlns:a="http://schemas.openxmlformats.org/drawingml/2006/main">
              <a:ext uri="{FF2B5EF4-FFF2-40B4-BE49-F238E27FC236}">
                <a16:creationId xmlns:a16="http://schemas.microsoft.com/office/drawing/2014/main" id="{E3B9259A-55DD-44D1-ADE1-519FC37C0DAD}"/>
              </a:ext>
            </a:extLst>
          </p:cNvPr>
          <p:cNvSpPr>
            <a:spLocks xmlns:a="http://schemas.openxmlformats.org/drawingml/2006/main" noGrp="1"/>
          </p:cNvSpPr>
          <p:nvPr/>
        </p:nvSpPr>
        <p:spPr>
          <a:xfrm xmlns:a="http://schemas.openxmlformats.org/drawingml/2006/main">
            <a:off x="1238250" y="482917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装置開発にどう使うか</a:t>
            </a:r>
          </a:p>
        </p:txBody>
      </p:sp>
      <p:sp>
        <p:nvSpPr>
          <p:cNvPr id="21" name="">
            <a:extLst xmlns:a="http://schemas.openxmlformats.org/drawingml/2006/main">
              <a:ext uri="{FF2B5EF4-FFF2-40B4-BE49-F238E27FC236}">
                <a16:creationId xmlns:a16="http://schemas.microsoft.com/office/drawing/2014/main" id="{14ECDDB6-F62B-4449-9A0F-0FCE8D43C6FA}"/>
              </a:ext>
            </a:extLst>
          </p:cNvPr>
          <p:cNvSpPr>
            <a:spLocks xmlns:a="http://schemas.openxmlformats.org/drawingml/2006/main" noGrp="1"/>
          </p:cNvSpPr>
          <p:nvPr/>
        </p:nvSpPr>
        <p:spPr>
          <a:xfrm xmlns:a="http://schemas.openxmlformats.org/drawingml/2006/main">
            <a:off x="4524375" y="482917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495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物性表をCOMSOLへ渡し、2次元分布と装置KPIへの影響を見て、精密計算が必要な条件を絞る。</a:t>
            </a:r>
          </a:p>
        </p:txBody>
      </p:sp>
      <p:sp>
        <p:nvSpPr>
          <p:cNvPr id="22" name="takeaway-bullet">
            <a:extLst xmlns:a="http://schemas.openxmlformats.org/drawingml/2006/main">
              <a:ext uri="{FF2B5EF4-FFF2-40B4-BE49-F238E27FC236}">
                <a16:creationId xmlns:a16="http://schemas.microsoft.com/office/drawing/2014/main" id="{45CE493C-9C9F-4100-9EFE-2F302F976FC4}"/>
              </a:ext>
            </a:extLst>
          </p:cNvPr>
          <p:cNvSpPr>
            <a:spLocks xmlns:a="http://schemas.openxmlformats.org/drawingml/2006/main" noGrp="1"/>
          </p:cNvSpPr>
          <p:nvPr/>
        </p:nvSpPr>
        <p:spPr>
          <a:xfrm xmlns:a="http://schemas.openxmlformats.org/drawingml/2006/main">
            <a:off x="457200" y="60007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3" name="takeaway">
            <a:extLst xmlns:a="http://schemas.openxmlformats.org/drawingml/2006/main">
              <a:ext uri="{FF2B5EF4-FFF2-40B4-BE49-F238E27FC236}">
                <a16:creationId xmlns:a16="http://schemas.microsoft.com/office/drawing/2014/main" id="{4828D2EB-1770-4A9F-952E-D6929FA3275D}"/>
              </a:ext>
            </a:extLst>
          </p:cNvPr>
          <p:cNvSpPr>
            <a:spLocks xmlns:a="http://schemas.openxmlformats.org/drawingml/2006/main" noGrp="1"/>
          </p:cNvSpPr>
          <p:nvPr/>
        </p:nvSpPr>
        <p:spPr>
          <a:xfrm xmlns:a="http://schemas.openxmlformats.org/drawingml/2006/main">
            <a:off x="647700" y="58769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目的は手法の優劣を決めることではなく、装置予測を支配する仮定を特定すること。</a:t>
            </a:r>
          </a:p>
        </p:txBody>
      </p:sp>
      <p:sp>
        <p:nvSpPr>
          <p:cNvPr id="24" name="section">
            <a:extLst xmlns:a="http://schemas.openxmlformats.org/drawingml/2006/main">
              <a:ext uri="{FF2B5EF4-FFF2-40B4-BE49-F238E27FC236}">
                <a16:creationId xmlns:a16="http://schemas.microsoft.com/office/drawing/2014/main" id="{F5F8CC82-D66A-4196-BE5E-09BE61F27D2D}"/>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
        <p:nvSpPr>
          <p:cNvPr id="25" name="footer">
            <a:extLst xmlns:a="http://schemas.openxmlformats.org/drawingml/2006/main">
              <a:ext uri="{FF2B5EF4-FFF2-40B4-BE49-F238E27FC236}">
                <a16:creationId xmlns:a16="http://schemas.microsoft.com/office/drawing/2014/main" id="{39D9D24C-BF67-4B02-9AA9-C99F763B924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26" name="page">
            <a:extLst xmlns:a="http://schemas.openxmlformats.org/drawingml/2006/main">
              <a:ext uri="{FF2B5EF4-FFF2-40B4-BE49-F238E27FC236}">
                <a16:creationId xmlns:a16="http://schemas.microsoft.com/office/drawing/2014/main" id="{BD07721D-60AE-48BA-AF64-4C505584CBD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02</a:t>
            </a:r>
          </a:p>
        </p:txBody>
      </p:sp>
    </p:spTree>
    <p:extLst>
      <p:ext uri="{BB962C8B-B14F-4D97-AF65-F5344CB8AC3E}">
        <p14:creationId xmlns:p14="http://schemas.microsoft.com/office/powerpoint/2010/main" val="5429213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DE4C672-B8D2-4B12-9D8F-0CAC6568B27E}"/>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Swarm計算は、衝突断面積を装置方程式へつなぐ</a:t>
            </a:r>
          </a:p>
        </p:txBody>
      </p:sp>
      <p:sp>
        <p:nvSpPr>
          <p:cNvPr id="3" name="subtitle">
            <a:extLst xmlns:a="http://schemas.openxmlformats.org/drawingml/2006/main">
              <a:ext uri="{FF2B5EF4-FFF2-40B4-BE49-F238E27FC236}">
                <a16:creationId xmlns:a16="http://schemas.microsoft.com/office/drawing/2014/main" id="{CF51B4BD-5655-494F-8852-96F5969DB38E}"/>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微視的な衝突情報を、COMSOLが使える電子物性へ変換する橋渡し</a:t>
            </a:r>
          </a:p>
        </p:txBody>
      </p:sp>
      <p:sp>
        <p:nvSpPr>
          <p:cNvPr id="4" name="">
            <a:extLst xmlns:a="http://schemas.openxmlformats.org/drawingml/2006/main">
              <a:ext uri="{FF2B5EF4-FFF2-40B4-BE49-F238E27FC236}">
                <a16:creationId xmlns:a16="http://schemas.microsoft.com/office/drawing/2014/main" id="{05A1B33A-081A-478F-B510-F5ACA8529544}"/>
              </a:ext>
            </a:extLst>
          </p:cNvPr>
          <p:cNvSpPr>
            <a:spLocks xmlns:a="http://schemas.openxmlformats.org/drawingml/2006/main" noGrp="1"/>
          </p:cNvSpPr>
          <p:nvPr/>
        </p:nvSpPr>
        <p:spPr>
          <a:xfrm xmlns:a="http://schemas.openxmlformats.org/drawingml/2006/main">
            <a:off x="428625" y="166687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1</a:t>
            </a:r>
          </a:p>
        </p:txBody>
      </p:sp>
      <p:sp>
        <p:nvSpPr>
          <p:cNvPr id="5" name="">
            <a:extLst xmlns:a="http://schemas.openxmlformats.org/drawingml/2006/main">
              <a:ext uri="{FF2B5EF4-FFF2-40B4-BE49-F238E27FC236}">
                <a16:creationId xmlns:a16="http://schemas.microsoft.com/office/drawing/2014/main" id="{6637F5DF-1C49-4CE2-A574-91768B216ACE}"/>
              </a:ext>
            </a:extLst>
          </p:cNvPr>
          <p:cNvSpPr>
            <a:spLocks xmlns:a="http://schemas.openxmlformats.org/drawingml/2006/main" noGrp="1"/>
          </p:cNvSpPr>
          <p:nvPr/>
        </p:nvSpPr>
        <p:spPr>
          <a:xfrm xmlns:a="http://schemas.openxmlformats.org/drawingml/2006/main">
            <a:off x="428625" y="2190750"/>
            <a:ext cx="20002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AFC4CC"/>
            </a:solidFill>
            <a:prstDash val="solid"/>
          </a:ln>
        </p:spPr>
      </p:sp>
      <p:sp>
        <p:nvSpPr>
          <p:cNvPr id="6" name="">
            <a:extLst xmlns:a="http://schemas.openxmlformats.org/drawingml/2006/main">
              <a:ext uri="{FF2B5EF4-FFF2-40B4-BE49-F238E27FC236}">
                <a16:creationId xmlns:a16="http://schemas.microsoft.com/office/drawing/2014/main" id="{8D57E925-9876-4AB9-B40E-49F885B3BE86}"/>
              </a:ext>
            </a:extLst>
          </p:cNvPr>
          <p:cNvSpPr>
            <a:spLocks xmlns:a="http://schemas.openxmlformats.org/drawingml/2006/main" noGrp="1"/>
          </p:cNvSpPr>
          <p:nvPr/>
        </p:nvSpPr>
        <p:spPr>
          <a:xfrm xmlns:a="http://schemas.openxmlformats.org/drawingml/2006/main">
            <a:off x="542925" y="2333625"/>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衝突断面積</a:t>
            </a:r>
          </a:p>
        </p:txBody>
      </p:sp>
      <p:sp>
        <p:nvSpPr>
          <p:cNvPr id="7" name="">
            <a:extLst xmlns:a="http://schemas.openxmlformats.org/drawingml/2006/main">
              <a:ext uri="{FF2B5EF4-FFF2-40B4-BE49-F238E27FC236}">
                <a16:creationId xmlns:a16="http://schemas.microsoft.com/office/drawing/2014/main" id="{BC60AF86-B47B-47E0-98E6-E54A5561B527}"/>
              </a:ext>
            </a:extLst>
          </p:cNvPr>
          <p:cNvSpPr>
            <a:spLocks xmlns:a="http://schemas.openxmlformats.org/drawingml/2006/main" noGrp="1"/>
          </p:cNvSpPr>
          <p:nvPr/>
        </p:nvSpPr>
        <p:spPr>
          <a:xfrm xmlns:a="http://schemas.openxmlformats.org/drawingml/2006/main">
            <a:off x="619125" y="2857500"/>
            <a:ext cx="1619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8" name="">
            <a:extLst xmlns:a="http://schemas.openxmlformats.org/drawingml/2006/main">
              <a:ext uri="{FF2B5EF4-FFF2-40B4-BE49-F238E27FC236}">
                <a16:creationId xmlns:a16="http://schemas.microsoft.com/office/drawing/2014/main" id="{51DDE5D3-6694-4C23-98C1-34774C13C5E2}"/>
              </a:ext>
            </a:extLst>
          </p:cNvPr>
          <p:cNvSpPr>
            <a:spLocks xmlns:a="http://schemas.openxmlformats.org/drawingml/2006/main" noGrp="1"/>
          </p:cNvSpPr>
          <p:nvPr/>
        </p:nvSpPr>
        <p:spPr>
          <a:xfrm xmlns:a="http://schemas.openxmlformats.org/drawingml/2006/main">
            <a:off x="552450" y="3028950"/>
            <a:ext cx="1752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弾性・励起・電離・解離・付着</a:t>
            </a:r>
          </a:p>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σⱼ(ε)</a:t>
            </a:r>
          </a:p>
        </p:txBody>
      </p:sp>
      <p:sp>
        <p:nvSpPr>
          <p:cNvPr id="9" name="">
            <a:extLst xmlns:a="http://schemas.openxmlformats.org/drawingml/2006/main">
              <a:ext uri="{FF2B5EF4-FFF2-40B4-BE49-F238E27FC236}">
                <a16:creationId xmlns:a16="http://schemas.microsoft.com/office/drawing/2014/main" id="{7BCEB327-346D-4DCE-AA83-75816FD7821B}"/>
              </a:ext>
            </a:extLst>
          </p:cNvPr>
          <p:cNvSpPr>
            <a:spLocks xmlns:a="http://schemas.openxmlformats.org/drawingml/2006/main" noGrp="1"/>
          </p:cNvSpPr>
          <p:nvPr/>
        </p:nvSpPr>
        <p:spPr>
          <a:xfrm xmlns:a="http://schemas.openxmlformats.org/drawingml/2006/main">
            <a:off x="2752725" y="166687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2</a:t>
            </a:r>
          </a:p>
        </p:txBody>
      </p:sp>
      <p:sp>
        <p:nvSpPr>
          <p:cNvPr id="10" name="">
            <a:extLst xmlns:a="http://schemas.openxmlformats.org/drawingml/2006/main">
              <a:ext uri="{FF2B5EF4-FFF2-40B4-BE49-F238E27FC236}">
                <a16:creationId xmlns:a16="http://schemas.microsoft.com/office/drawing/2014/main" id="{4F506AF9-CA8D-4622-B8D1-8BCD4439F509}"/>
              </a:ext>
            </a:extLst>
          </p:cNvPr>
          <p:cNvSpPr>
            <a:spLocks xmlns:a="http://schemas.openxmlformats.org/drawingml/2006/main" noGrp="1"/>
          </p:cNvSpPr>
          <p:nvPr/>
        </p:nvSpPr>
        <p:spPr>
          <a:xfrm xmlns:a="http://schemas.openxmlformats.org/drawingml/2006/main">
            <a:off x="2752725" y="2190750"/>
            <a:ext cx="20002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AFC4CC"/>
            </a:solidFill>
            <a:prstDash val="solid"/>
          </a:ln>
        </p:spPr>
      </p:sp>
      <p:sp>
        <p:nvSpPr>
          <p:cNvPr id="11" name="">
            <a:extLst xmlns:a="http://schemas.openxmlformats.org/drawingml/2006/main">
              <a:ext uri="{FF2B5EF4-FFF2-40B4-BE49-F238E27FC236}">
                <a16:creationId xmlns:a16="http://schemas.microsoft.com/office/drawing/2014/main" id="{39307045-38E3-43BC-8007-49103FA6D549}"/>
              </a:ext>
            </a:extLst>
          </p:cNvPr>
          <p:cNvSpPr>
            <a:spLocks xmlns:a="http://schemas.openxmlformats.org/drawingml/2006/main" noGrp="1"/>
          </p:cNvSpPr>
          <p:nvPr/>
        </p:nvSpPr>
        <p:spPr>
          <a:xfrm xmlns:a="http://schemas.openxmlformats.org/drawingml/2006/main">
            <a:off x="2867025" y="2333625"/>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712"/>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電子エネルギー分布</a:t>
            </a:r>
          </a:p>
        </p:txBody>
      </p:sp>
      <p:sp>
        <p:nvSpPr>
          <p:cNvPr id="12" name="">
            <a:extLst xmlns:a="http://schemas.openxmlformats.org/drawingml/2006/main">
              <a:ext uri="{FF2B5EF4-FFF2-40B4-BE49-F238E27FC236}">
                <a16:creationId xmlns:a16="http://schemas.microsoft.com/office/drawing/2014/main" id="{75AC2F0D-E3A9-4B54-8FE2-0C90760B3A0E}"/>
              </a:ext>
            </a:extLst>
          </p:cNvPr>
          <p:cNvSpPr>
            <a:spLocks xmlns:a="http://schemas.openxmlformats.org/drawingml/2006/main" noGrp="1"/>
          </p:cNvSpPr>
          <p:nvPr/>
        </p:nvSpPr>
        <p:spPr>
          <a:xfrm xmlns:a="http://schemas.openxmlformats.org/drawingml/2006/main">
            <a:off x="2943225" y="2857500"/>
            <a:ext cx="1619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3" name="">
            <a:extLst xmlns:a="http://schemas.openxmlformats.org/drawingml/2006/main">
              <a:ext uri="{FF2B5EF4-FFF2-40B4-BE49-F238E27FC236}">
                <a16:creationId xmlns:a16="http://schemas.microsoft.com/office/drawing/2014/main" id="{9D899B1B-42C6-4B0D-9772-AC4C642E10CC}"/>
              </a:ext>
            </a:extLst>
          </p:cNvPr>
          <p:cNvSpPr>
            <a:spLocks xmlns:a="http://schemas.openxmlformats.org/drawingml/2006/main" noGrp="1"/>
          </p:cNvSpPr>
          <p:nvPr/>
        </p:nvSpPr>
        <p:spPr>
          <a:xfrm xmlns:a="http://schemas.openxmlformats.org/drawingml/2006/main">
            <a:off x="2876550" y="3028950"/>
            <a:ext cx="1752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各エネルギーに存在する電子割合</a:t>
            </a:r>
          </a:p>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p(ε)</a:t>
            </a:r>
          </a:p>
        </p:txBody>
      </p:sp>
      <p:sp>
        <p:nvSpPr>
          <p:cNvPr id="14" name="">
            <a:extLst xmlns:a="http://schemas.openxmlformats.org/drawingml/2006/main">
              <a:ext uri="{FF2B5EF4-FFF2-40B4-BE49-F238E27FC236}">
                <a16:creationId xmlns:a16="http://schemas.microsoft.com/office/drawing/2014/main" id="{6E41DB88-0A4C-4328-9242-B39D9A864A70}"/>
              </a:ext>
            </a:extLst>
          </p:cNvPr>
          <p:cNvSpPr>
            <a:spLocks xmlns:a="http://schemas.openxmlformats.org/drawingml/2006/main" noGrp="1"/>
          </p:cNvSpPr>
          <p:nvPr/>
        </p:nvSpPr>
        <p:spPr>
          <a:xfrm xmlns:a="http://schemas.openxmlformats.org/drawingml/2006/main">
            <a:off x="5076825" y="166687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3</a:t>
            </a:r>
          </a:p>
        </p:txBody>
      </p:sp>
      <p:sp>
        <p:nvSpPr>
          <p:cNvPr id="15" name="">
            <a:extLst xmlns:a="http://schemas.openxmlformats.org/drawingml/2006/main">
              <a:ext uri="{FF2B5EF4-FFF2-40B4-BE49-F238E27FC236}">
                <a16:creationId xmlns:a16="http://schemas.microsoft.com/office/drawing/2014/main" id="{7BBBB7CE-7771-45A5-BF01-A535D020D748}"/>
              </a:ext>
            </a:extLst>
          </p:cNvPr>
          <p:cNvSpPr>
            <a:spLocks xmlns:a="http://schemas.openxmlformats.org/drawingml/2006/main" noGrp="1"/>
          </p:cNvSpPr>
          <p:nvPr/>
        </p:nvSpPr>
        <p:spPr>
          <a:xfrm xmlns:a="http://schemas.openxmlformats.org/drawingml/2006/main">
            <a:off x="5076825" y="2190750"/>
            <a:ext cx="20002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AFC4CC"/>
            </a:solidFill>
            <a:prstDash val="solid"/>
          </a:ln>
        </p:spPr>
      </p:sp>
      <p:sp>
        <p:nvSpPr>
          <p:cNvPr id="16" name="">
            <a:extLst xmlns:a="http://schemas.openxmlformats.org/drawingml/2006/main">
              <a:ext uri="{FF2B5EF4-FFF2-40B4-BE49-F238E27FC236}">
                <a16:creationId xmlns:a16="http://schemas.microsoft.com/office/drawing/2014/main" id="{490ACE50-9A80-4415-9866-AE7BC4C3832E}"/>
              </a:ext>
            </a:extLst>
          </p:cNvPr>
          <p:cNvSpPr>
            <a:spLocks xmlns:a="http://schemas.openxmlformats.org/drawingml/2006/main" noGrp="1"/>
          </p:cNvSpPr>
          <p:nvPr/>
        </p:nvSpPr>
        <p:spPr>
          <a:xfrm xmlns:a="http://schemas.openxmlformats.org/drawingml/2006/main">
            <a:off x="5191125" y="2333625"/>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電子物性</a:t>
            </a:r>
          </a:p>
        </p:txBody>
      </p:sp>
      <p:sp>
        <p:nvSpPr>
          <p:cNvPr id="17" name="">
            <a:extLst xmlns:a="http://schemas.openxmlformats.org/drawingml/2006/main">
              <a:ext uri="{FF2B5EF4-FFF2-40B4-BE49-F238E27FC236}">
                <a16:creationId xmlns:a16="http://schemas.microsoft.com/office/drawing/2014/main" id="{CC391CAB-D731-4188-9237-87BE31C21221}"/>
              </a:ext>
            </a:extLst>
          </p:cNvPr>
          <p:cNvSpPr>
            <a:spLocks xmlns:a="http://schemas.openxmlformats.org/drawingml/2006/main" noGrp="1"/>
          </p:cNvSpPr>
          <p:nvPr/>
        </p:nvSpPr>
        <p:spPr>
          <a:xfrm xmlns:a="http://schemas.openxmlformats.org/drawingml/2006/main">
            <a:off x="5267325" y="2857500"/>
            <a:ext cx="1619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8" name="">
            <a:extLst xmlns:a="http://schemas.openxmlformats.org/drawingml/2006/main">
              <a:ext uri="{FF2B5EF4-FFF2-40B4-BE49-F238E27FC236}">
                <a16:creationId xmlns:a16="http://schemas.microsoft.com/office/drawing/2014/main" id="{F9558D73-6912-41F8-960A-BBEEA6E58631}"/>
              </a:ext>
            </a:extLst>
          </p:cNvPr>
          <p:cNvSpPr>
            <a:spLocks xmlns:a="http://schemas.openxmlformats.org/drawingml/2006/main" noGrp="1"/>
          </p:cNvSpPr>
          <p:nvPr/>
        </p:nvSpPr>
        <p:spPr>
          <a:xfrm xmlns:a="http://schemas.openxmlformats.org/drawingml/2006/main">
            <a:off x="5200650" y="3028950"/>
            <a:ext cx="1752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移動度・拡散・反応速度</a:t>
            </a:r>
          </a:p>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μ, D, kⱼ</a:t>
            </a:r>
          </a:p>
        </p:txBody>
      </p:sp>
      <p:sp>
        <p:nvSpPr>
          <p:cNvPr id="19" name="">
            <a:extLst xmlns:a="http://schemas.openxmlformats.org/drawingml/2006/main">
              <a:ext uri="{FF2B5EF4-FFF2-40B4-BE49-F238E27FC236}">
                <a16:creationId xmlns:a16="http://schemas.microsoft.com/office/drawing/2014/main" id="{1A6D7267-42FF-4CAF-94F0-F04DC82CBC4C}"/>
              </a:ext>
            </a:extLst>
          </p:cNvPr>
          <p:cNvSpPr>
            <a:spLocks xmlns:a="http://schemas.openxmlformats.org/drawingml/2006/main" noGrp="1"/>
          </p:cNvSpPr>
          <p:nvPr/>
        </p:nvSpPr>
        <p:spPr>
          <a:xfrm xmlns:a="http://schemas.openxmlformats.org/drawingml/2006/main">
            <a:off x="7400925" y="166687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4</a:t>
            </a:r>
          </a:p>
        </p:txBody>
      </p:sp>
      <p:sp>
        <p:nvSpPr>
          <p:cNvPr id="20" name="">
            <a:extLst xmlns:a="http://schemas.openxmlformats.org/drawingml/2006/main">
              <a:ext uri="{FF2B5EF4-FFF2-40B4-BE49-F238E27FC236}">
                <a16:creationId xmlns:a16="http://schemas.microsoft.com/office/drawing/2014/main" id="{49E5F7FB-7C3F-4494-AC01-DD18DA68A6FC}"/>
              </a:ext>
            </a:extLst>
          </p:cNvPr>
          <p:cNvSpPr>
            <a:spLocks xmlns:a="http://schemas.openxmlformats.org/drawingml/2006/main" noGrp="1"/>
          </p:cNvSpPr>
          <p:nvPr/>
        </p:nvSpPr>
        <p:spPr>
          <a:xfrm xmlns:a="http://schemas.openxmlformats.org/drawingml/2006/main">
            <a:off x="7400925" y="2190750"/>
            <a:ext cx="20002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AFC4CC"/>
            </a:solidFill>
            <a:prstDash val="solid"/>
          </a:ln>
        </p:spPr>
      </p:sp>
      <p:sp>
        <p:nvSpPr>
          <p:cNvPr id="21" name="">
            <a:extLst xmlns:a="http://schemas.openxmlformats.org/drawingml/2006/main">
              <a:ext uri="{FF2B5EF4-FFF2-40B4-BE49-F238E27FC236}">
                <a16:creationId xmlns:a16="http://schemas.microsoft.com/office/drawing/2014/main" id="{A4052904-3CD1-4F90-AEF7-6D7A9734B655}"/>
              </a:ext>
            </a:extLst>
          </p:cNvPr>
          <p:cNvSpPr>
            <a:spLocks xmlns:a="http://schemas.openxmlformats.org/drawingml/2006/main" noGrp="1"/>
          </p:cNvSpPr>
          <p:nvPr/>
        </p:nvSpPr>
        <p:spPr>
          <a:xfrm xmlns:a="http://schemas.openxmlformats.org/drawingml/2006/main">
            <a:off x="7515225" y="2333625"/>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6827"/>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COMSOL装置モデル</a:t>
            </a:r>
          </a:p>
        </p:txBody>
      </p:sp>
      <p:sp>
        <p:nvSpPr>
          <p:cNvPr id="22" name="">
            <a:extLst xmlns:a="http://schemas.openxmlformats.org/drawingml/2006/main">
              <a:ext uri="{FF2B5EF4-FFF2-40B4-BE49-F238E27FC236}">
                <a16:creationId xmlns:a16="http://schemas.microsoft.com/office/drawing/2014/main" id="{A51F4340-1CA6-4E19-8D90-F70336E893A2}"/>
              </a:ext>
            </a:extLst>
          </p:cNvPr>
          <p:cNvSpPr>
            <a:spLocks xmlns:a="http://schemas.openxmlformats.org/drawingml/2006/main" noGrp="1"/>
          </p:cNvSpPr>
          <p:nvPr/>
        </p:nvSpPr>
        <p:spPr>
          <a:xfrm xmlns:a="http://schemas.openxmlformats.org/drawingml/2006/main">
            <a:off x="7591425" y="2857500"/>
            <a:ext cx="1619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23" name="">
            <a:extLst xmlns:a="http://schemas.openxmlformats.org/drawingml/2006/main">
              <a:ext uri="{FF2B5EF4-FFF2-40B4-BE49-F238E27FC236}">
                <a16:creationId xmlns:a16="http://schemas.microsoft.com/office/drawing/2014/main" id="{4193DE3A-EA6E-4C50-A1A1-E335A9ACF902}"/>
              </a:ext>
            </a:extLst>
          </p:cNvPr>
          <p:cNvSpPr>
            <a:spLocks xmlns:a="http://schemas.openxmlformats.org/drawingml/2006/main" noGrp="1"/>
          </p:cNvSpPr>
          <p:nvPr/>
        </p:nvSpPr>
        <p:spPr>
          <a:xfrm xmlns:a="http://schemas.openxmlformats.org/drawingml/2006/main">
            <a:off x="7524750" y="3028950"/>
            <a:ext cx="1752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電子密度・平均エネルギー・種・電磁場</a:t>
            </a:r>
          </a:p>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nₑ(r,z,t)</a:t>
            </a:r>
          </a:p>
        </p:txBody>
      </p:sp>
      <p:sp>
        <p:nvSpPr>
          <p:cNvPr id="24" name="">
            <a:extLst xmlns:a="http://schemas.openxmlformats.org/drawingml/2006/main">
              <a:ext uri="{FF2B5EF4-FFF2-40B4-BE49-F238E27FC236}">
                <a16:creationId xmlns:a16="http://schemas.microsoft.com/office/drawing/2014/main" id="{63F6111E-C2A0-4243-B039-CA22E9362F4B}"/>
              </a:ext>
            </a:extLst>
          </p:cNvPr>
          <p:cNvSpPr>
            <a:spLocks xmlns:a="http://schemas.openxmlformats.org/drawingml/2006/main" noGrp="1"/>
          </p:cNvSpPr>
          <p:nvPr/>
        </p:nvSpPr>
        <p:spPr>
          <a:xfrm xmlns:a="http://schemas.openxmlformats.org/drawingml/2006/main">
            <a:off x="9725025" y="1666875"/>
            <a:ext cx="400050" cy="40005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5</a:t>
            </a:r>
          </a:p>
        </p:txBody>
      </p:sp>
      <p:sp>
        <p:nvSpPr>
          <p:cNvPr id="25" name="">
            <a:extLst xmlns:a="http://schemas.openxmlformats.org/drawingml/2006/main">
              <a:ext uri="{FF2B5EF4-FFF2-40B4-BE49-F238E27FC236}">
                <a16:creationId xmlns:a16="http://schemas.microsoft.com/office/drawing/2014/main" id="{B5ECE26A-7BCE-43E3-B023-E354D87D90D6}"/>
              </a:ext>
            </a:extLst>
          </p:cNvPr>
          <p:cNvSpPr>
            <a:spLocks xmlns:a="http://schemas.openxmlformats.org/drawingml/2006/main" noGrp="1"/>
          </p:cNvSpPr>
          <p:nvPr/>
        </p:nvSpPr>
        <p:spPr>
          <a:xfrm xmlns:a="http://schemas.openxmlformats.org/drawingml/2006/main">
            <a:off x="9725025" y="2190750"/>
            <a:ext cx="20002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AFC4CC"/>
            </a:solidFill>
            <a:prstDash val="solid"/>
          </a:ln>
        </p:spPr>
      </p:sp>
      <p:sp>
        <p:nvSpPr>
          <p:cNvPr id="26" name="">
            <a:extLst xmlns:a="http://schemas.openxmlformats.org/drawingml/2006/main">
              <a:ext uri="{FF2B5EF4-FFF2-40B4-BE49-F238E27FC236}">
                <a16:creationId xmlns:a16="http://schemas.microsoft.com/office/drawing/2014/main" id="{C4BC5F9D-8F94-4DC8-AADA-5933FE6B1CD0}"/>
              </a:ext>
            </a:extLst>
          </p:cNvPr>
          <p:cNvSpPr>
            <a:spLocks xmlns:a="http://schemas.openxmlformats.org/drawingml/2006/main" noGrp="1"/>
          </p:cNvSpPr>
          <p:nvPr/>
        </p:nvSpPr>
        <p:spPr>
          <a:xfrm xmlns:a="http://schemas.openxmlformats.org/drawingml/2006/main">
            <a:off x="9839325" y="2333625"/>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開発判断</a:t>
            </a:r>
          </a:p>
        </p:txBody>
      </p:sp>
      <p:sp>
        <p:nvSpPr>
          <p:cNvPr id="27" name="">
            <a:extLst xmlns:a="http://schemas.openxmlformats.org/drawingml/2006/main">
              <a:ext uri="{FF2B5EF4-FFF2-40B4-BE49-F238E27FC236}">
                <a16:creationId xmlns:a16="http://schemas.microsoft.com/office/drawing/2014/main" id="{9BE6012E-09F6-4E8E-AE47-9591BCF6C326}"/>
              </a:ext>
            </a:extLst>
          </p:cNvPr>
          <p:cNvSpPr>
            <a:spLocks xmlns:a="http://schemas.openxmlformats.org/drawingml/2006/main" noGrp="1"/>
          </p:cNvSpPr>
          <p:nvPr/>
        </p:nvSpPr>
        <p:spPr>
          <a:xfrm xmlns:a="http://schemas.openxmlformats.org/drawingml/2006/main">
            <a:off x="9915525" y="2857500"/>
            <a:ext cx="1619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28" name="">
            <a:extLst xmlns:a="http://schemas.openxmlformats.org/drawingml/2006/main">
              <a:ext uri="{FF2B5EF4-FFF2-40B4-BE49-F238E27FC236}">
                <a16:creationId xmlns:a16="http://schemas.microsoft.com/office/drawing/2014/main" id="{4FCC6DC6-340F-4CC1-B3B0-3EF562E599B2}"/>
              </a:ext>
            </a:extLst>
          </p:cNvPr>
          <p:cNvSpPr>
            <a:spLocks xmlns:a="http://schemas.openxmlformats.org/drawingml/2006/main" noGrp="1"/>
          </p:cNvSpPr>
          <p:nvPr/>
        </p:nvSpPr>
        <p:spPr>
          <a:xfrm xmlns:a="http://schemas.openxmlformats.org/drawingml/2006/main">
            <a:off x="9848850" y="3028950"/>
            <a:ext cx="1752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均一性・反応源・損傷余裕</a:t>
            </a:r>
          </a:p>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条件窓</a:t>
            </a:r>
          </a:p>
        </p:txBody>
      </p:sp>
      <p:cxnSp>
        <p:nvCxnSpPr>
          <p:cNvPr id="68" name=""/>
          <p:cNvCxnSpPr>
            <a:stCxn xmlns:a="http://schemas.openxmlformats.org/drawingml/2006/main" id="5" idx="3"/>
            <a:endCxn xmlns:a="http://schemas.openxmlformats.org/drawingml/2006/main" id="10" idx="1"/>
          </p:cNvCxnSpPr>
          <p:nvPr/>
        </p:nvCxnSpPr>
        <p:spPr>
          <a:xfrm xmlns:a="http://schemas.openxmlformats.org/drawingml/2006/main">
            <a:off x="2428875" y="3167063"/>
            <a:ext cx="323850" cy="0"/>
          </a:xfrm>
          <a:prstGeom xmlns:a="http://schemas.openxmlformats.org/drawingml/2006/main" prst="straightConnector1">
            <a:avLst/>
          </a:prstGeom>
          <a:ln xmlns:a="http://schemas.openxmlformats.org/drawingml/2006/main" w="14288">
            <a:solidFill>
              <a:srgbClr val="7D8A90"/>
            </a:solidFill>
            <a:prstDash val="solid"/>
            <a:tailEnd type="arrow" w="sm" len="sm"/>
          </a:ln>
        </p:spPr>
      </p:cxnSp>
      <p:cxnSp>
        <p:nvCxnSpPr>
          <p:cNvPr id="69" name=""/>
          <p:cNvCxnSpPr>
            <a:stCxn xmlns:a="http://schemas.openxmlformats.org/drawingml/2006/main" id="10" idx="3"/>
            <a:endCxn xmlns:a="http://schemas.openxmlformats.org/drawingml/2006/main" id="15" idx="1"/>
          </p:cNvCxnSpPr>
          <p:nvPr/>
        </p:nvCxnSpPr>
        <p:spPr>
          <a:xfrm xmlns:a="http://schemas.openxmlformats.org/drawingml/2006/main">
            <a:off x="4752975" y="3167063"/>
            <a:ext cx="323850" cy="0"/>
          </a:xfrm>
          <a:prstGeom xmlns:a="http://schemas.openxmlformats.org/drawingml/2006/main" prst="straightConnector1">
            <a:avLst/>
          </a:prstGeom>
          <a:ln xmlns:a="http://schemas.openxmlformats.org/drawingml/2006/main" w="14288">
            <a:solidFill>
              <a:srgbClr val="7D8A90"/>
            </a:solidFill>
            <a:prstDash val="solid"/>
            <a:tailEnd type="arrow" w="sm" len="sm"/>
          </a:ln>
        </p:spPr>
      </p:cxnSp>
      <p:cxnSp>
        <p:nvCxnSpPr>
          <p:cNvPr id="70" name=""/>
          <p:cNvCxnSpPr>
            <a:stCxn xmlns:a="http://schemas.openxmlformats.org/drawingml/2006/main" id="15" idx="3"/>
            <a:endCxn xmlns:a="http://schemas.openxmlformats.org/drawingml/2006/main" id="20" idx="1"/>
          </p:cNvCxnSpPr>
          <p:nvPr/>
        </p:nvCxnSpPr>
        <p:spPr>
          <a:xfrm xmlns:a="http://schemas.openxmlformats.org/drawingml/2006/main">
            <a:off x="7077075" y="3167063"/>
            <a:ext cx="323850" cy="0"/>
          </a:xfrm>
          <a:prstGeom xmlns:a="http://schemas.openxmlformats.org/drawingml/2006/main" prst="straightConnector1">
            <a:avLst/>
          </a:prstGeom>
          <a:ln xmlns:a="http://schemas.openxmlformats.org/drawingml/2006/main" w="14288">
            <a:solidFill>
              <a:srgbClr val="7D8A90"/>
            </a:solidFill>
            <a:prstDash val="solid"/>
            <a:tailEnd type="arrow" w="sm" len="sm"/>
          </a:ln>
        </p:spPr>
      </p:cxnSp>
      <p:cxnSp>
        <p:nvCxnSpPr>
          <p:cNvPr id="71" name=""/>
          <p:cNvCxnSpPr>
            <a:stCxn xmlns:a="http://schemas.openxmlformats.org/drawingml/2006/main" id="20" idx="3"/>
            <a:endCxn xmlns:a="http://schemas.openxmlformats.org/drawingml/2006/main" id="25" idx="1"/>
          </p:cNvCxnSpPr>
          <p:nvPr/>
        </p:nvCxnSpPr>
        <p:spPr>
          <a:xfrm xmlns:a="http://schemas.openxmlformats.org/drawingml/2006/main">
            <a:off x="9401175" y="3167063"/>
            <a:ext cx="323850" cy="0"/>
          </a:xfrm>
          <a:prstGeom xmlns:a="http://schemas.openxmlformats.org/drawingml/2006/main" prst="straightConnector1">
            <a:avLst/>
          </a:prstGeom>
          <a:ln xmlns:a="http://schemas.openxmlformats.org/drawingml/2006/main" w="14288">
            <a:solidFill>
              <a:srgbClr val="7D8A90"/>
            </a:solidFill>
            <a:prstDash val="solid"/>
            <a:tailEnd type="arrow" w="sm" len="sm"/>
          </a:ln>
        </p:spPr>
      </p:cxnSp>
      <p:sp>
        <p:nvSpPr>
          <p:cNvPr id="33" name="">
            <a:extLst xmlns:a="http://schemas.openxmlformats.org/drawingml/2006/main">
              <a:ext uri="{FF2B5EF4-FFF2-40B4-BE49-F238E27FC236}">
                <a16:creationId xmlns:a16="http://schemas.microsoft.com/office/drawing/2014/main" id="{B43F456E-28E5-45D7-9236-C91843A0F12D}"/>
              </a:ext>
            </a:extLst>
          </p:cNvPr>
          <p:cNvSpPr>
            <a:spLocks xmlns:a="http://schemas.openxmlformats.org/drawingml/2006/main" noGrp="1"/>
          </p:cNvSpPr>
          <p:nvPr/>
        </p:nvSpPr>
        <p:spPr>
          <a:xfrm xmlns:a="http://schemas.openxmlformats.org/drawingml/2006/main">
            <a:off x="2647950" y="44767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Swarmが直接解く範囲</a:t>
            </a:r>
          </a:p>
        </p:txBody>
      </p:sp>
      <p:sp>
        <p:nvSpPr>
          <p:cNvPr id="34" name="">
            <a:extLst xmlns:a="http://schemas.openxmlformats.org/drawingml/2006/main">
              <a:ext uri="{FF2B5EF4-FFF2-40B4-BE49-F238E27FC236}">
                <a16:creationId xmlns:a16="http://schemas.microsoft.com/office/drawing/2014/main" id="{29BA9C7D-C447-4683-BD20-46710066BB70}"/>
              </a:ext>
            </a:extLst>
          </p:cNvPr>
          <p:cNvSpPr>
            <a:spLocks xmlns:a="http://schemas.openxmlformats.org/drawingml/2006/main" noGrp="1"/>
          </p:cNvSpPr>
          <p:nvPr/>
        </p:nvSpPr>
        <p:spPr>
          <a:xfrm xmlns:a="http://schemas.openxmlformats.org/drawingml/2006/main">
            <a:off x="2714625" y="4857750"/>
            <a:ext cx="3857625" cy="0"/>
          </a:xfrm>
          <a:prstGeom xmlns:a="http://schemas.openxmlformats.org/drawingml/2006/main" prst="line">
            <a:avLst/>
          </a:prstGeom>
          <a:noFill xmlns:a="http://schemas.openxmlformats.org/drawingml/2006/main"/>
          <a:ln xmlns:a="http://schemas.openxmlformats.org/drawingml/2006/main" w="38100">
            <a:solidFill>
              <a:srgbClr val="00A6D6"/>
            </a:solidFill>
            <a:prstDash val="solid"/>
          </a:ln>
        </p:spPr>
      </p:sp>
      <p:sp>
        <p:nvSpPr>
          <p:cNvPr id="35" name="">
            <a:extLst xmlns:a="http://schemas.openxmlformats.org/drawingml/2006/main">
              <a:ext uri="{FF2B5EF4-FFF2-40B4-BE49-F238E27FC236}">
                <a16:creationId xmlns:a16="http://schemas.microsoft.com/office/drawing/2014/main" id="{2D98C1D6-5401-4874-90E3-AA7BFF86DB3D}"/>
              </a:ext>
            </a:extLst>
          </p:cNvPr>
          <p:cNvSpPr>
            <a:spLocks xmlns:a="http://schemas.openxmlformats.org/drawingml/2006/main" noGrp="1"/>
          </p:cNvSpPr>
          <p:nvPr/>
        </p:nvSpPr>
        <p:spPr>
          <a:xfrm xmlns:a="http://schemas.openxmlformats.org/drawingml/2006/main">
            <a:off x="6953250" y="4476750"/>
            <a:ext cx="419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9497"/>
          </a:bodyPr>
          <a:lstStyle xmlns:a="http://schemas.openxmlformats.org/drawingml/2006/main"/>
          <a:p xmlns:a="http://schemas.openxmlformats.org/drawingml/2006/main">
            <a:pPr algn="ctr">
              <a:lnSpc>
                <a:spcPct val="102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装置形状・壁反応・RF場・空間輸送はCOMSOL側で解く</a:t>
            </a:r>
          </a:p>
        </p:txBody>
      </p:sp>
      <p:sp>
        <p:nvSpPr>
          <p:cNvPr id="36" name="takeaway-bullet">
            <a:extLst xmlns:a="http://schemas.openxmlformats.org/drawingml/2006/main">
              <a:ext uri="{FF2B5EF4-FFF2-40B4-BE49-F238E27FC236}">
                <a16:creationId xmlns:a16="http://schemas.microsoft.com/office/drawing/2014/main" id="{9AC42E6A-A8BC-40E3-B4F8-1A161368A6D7}"/>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7" name="takeaway">
            <a:extLst xmlns:a="http://schemas.openxmlformats.org/drawingml/2006/main">
              <a:ext uri="{FF2B5EF4-FFF2-40B4-BE49-F238E27FC236}">
                <a16:creationId xmlns:a16="http://schemas.microsoft.com/office/drawing/2014/main" id="{BA94E621-B779-4B05-B658-930170EE80C5}"/>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Swarmだけではエッチ速度や膜質は出ない。電子物性の不確かさを、装置計算へ正しく受け渡す。</a:t>
            </a:r>
          </a:p>
        </p:txBody>
      </p:sp>
      <p:sp>
        <p:nvSpPr>
          <p:cNvPr id="38" name="section">
            <a:extLst xmlns:a="http://schemas.openxmlformats.org/drawingml/2006/main">
              <a:ext uri="{FF2B5EF4-FFF2-40B4-BE49-F238E27FC236}">
                <a16:creationId xmlns:a16="http://schemas.microsoft.com/office/drawing/2014/main" id="{AC6B770F-2347-4E21-BD21-1CD7A8ACCB39}"/>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
        <p:nvSpPr>
          <p:cNvPr id="39" name="footer">
            <a:extLst xmlns:a="http://schemas.openxmlformats.org/drawingml/2006/main">
              <a:ext uri="{FF2B5EF4-FFF2-40B4-BE49-F238E27FC236}">
                <a16:creationId xmlns:a16="http://schemas.microsoft.com/office/drawing/2014/main" id="{C9472CC9-B7FF-4B44-A2CA-397E8FD82201}"/>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40" name="page">
            <a:extLst xmlns:a="http://schemas.openxmlformats.org/drawingml/2006/main">
              <a:ext uri="{FF2B5EF4-FFF2-40B4-BE49-F238E27FC236}">
                <a16:creationId xmlns:a16="http://schemas.microsoft.com/office/drawing/2014/main" id="{61BC23BF-5334-4E43-9429-DD30349AE692}"/>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03</a:t>
            </a:r>
          </a:p>
        </p:txBody>
      </p:sp>
    </p:spTree>
    <p:extLst>
      <p:ext uri="{BB962C8B-B14F-4D97-AF65-F5344CB8AC3E}">
        <p14:creationId xmlns:p14="http://schemas.microsoft.com/office/powerpoint/2010/main" val="17623646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FF25E48-60CF-4F7A-94DB-1820403FB18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電子Swarmとは何か</a:t>
            </a:r>
          </a:p>
        </p:txBody>
      </p:sp>
      <p:sp>
        <p:nvSpPr>
          <p:cNvPr id="3" name="subtitle">
            <a:extLst xmlns:a="http://schemas.openxmlformats.org/drawingml/2006/main">
              <a:ext uri="{FF2B5EF4-FFF2-40B4-BE49-F238E27FC236}">
                <a16:creationId xmlns:a16="http://schemas.microsoft.com/office/drawing/2014/main" id="{331CD83D-A81C-43AD-A6F9-8CBF6C9B66EA}"/>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少数電子が気体を乱さない極限で、電場加熱と衝突冷却の定常バランスを求める</a:t>
            </a:r>
          </a:p>
        </p:txBody>
      </p:sp>
      <p:sp>
        <p:nvSpPr>
          <p:cNvPr id="4" name="">
            <a:extLst xmlns:a="http://schemas.openxmlformats.org/drawingml/2006/main">
              <a:ext uri="{FF2B5EF4-FFF2-40B4-BE49-F238E27FC236}">
                <a16:creationId xmlns:a16="http://schemas.microsoft.com/office/drawing/2014/main" id="{1115547B-27E0-494A-9330-B15519B3C39C}"/>
              </a:ext>
            </a:extLst>
          </p:cNvPr>
          <p:cNvSpPr>
            <a:spLocks xmlns:a="http://schemas.openxmlformats.org/drawingml/2006/main" noGrp="1"/>
          </p:cNvSpPr>
          <p:nvPr/>
        </p:nvSpPr>
        <p:spPr>
          <a:xfrm xmlns:a="http://schemas.openxmlformats.org/drawingml/2006/main">
            <a:off x="476250" y="1428750"/>
            <a:ext cx="4953000" cy="3714750"/>
          </a:xfrm>
          <a:prstGeom xmlns:a="http://schemas.openxmlformats.org/drawingml/2006/main" prst="rect">
            <a:avLst/>
          </a:prstGeom>
          <a:solidFill xmlns:a="http://schemas.openxmlformats.org/drawingml/2006/main">
            <a:srgbClr val="F8FAFA"/>
          </a:solidFill>
          <a:ln xmlns:a="http://schemas.openxmlformats.org/drawingml/2006/main" w="9525">
            <a:solidFill>
              <a:srgbClr val="C8D2D7"/>
            </a:solidFill>
            <a:prstDash val="solid"/>
          </a:ln>
        </p:spPr>
      </p:sp>
      <p:sp>
        <p:nvSpPr>
          <p:cNvPr id="5" name="">
            <a:extLst xmlns:a="http://schemas.openxmlformats.org/drawingml/2006/main">
              <a:ext uri="{FF2B5EF4-FFF2-40B4-BE49-F238E27FC236}">
                <a16:creationId xmlns:a16="http://schemas.microsoft.com/office/drawing/2014/main" id="{7282B4ED-6939-4866-A37A-D2DC8BEF3EE4}"/>
              </a:ext>
            </a:extLst>
          </p:cNvPr>
          <p:cNvSpPr>
            <a:spLocks xmlns:a="http://schemas.openxmlformats.org/drawingml/2006/main" noGrp="1"/>
          </p:cNvSpPr>
          <p:nvPr/>
        </p:nvSpPr>
        <p:spPr>
          <a:xfrm xmlns:a="http://schemas.openxmlformats.org/drawingml/2006/main">
            <a:off x="952500" y="1905000"/>
            <a:ext cx="266700" cy="266700"/>
          </a:xfrm>
          <a:prstGeom xmlns:a="http://schemas.openxmlformats.org/drawingml/2006/main" prst="ellipse">
            <a:avLst/>
          </a:prstGeom>
          <a:solidFill xmlns:a="http://schemas.openxmlformats.org/drawingml/2006/main">
            <a:srgbClr val="E1F2F7"/>
          </a:solidFill>
          <a:ln xmlns:a="http://schemas.openxmlformats.org/drawingml/2006/main" w="6668">
            <a:solidFill>
              <a:srgbClr val="9DAAB0"/>
            </a:solidFill>
            <a:prstDash val="solid"/>
          </a:ln>
        </p:spPr>
      </p:sp>
      <p:sp>
        <p:nvSpPr>
          <p:cNvPr id="6" name="">
            <a:extLst xmlns:a="http://schemas.openxmlformats.org/drawingml/2006/main">
              <a:ext uri="{FF2B5EF4-FFF2-40B4-BE49-F238E27FC236}">
                <a16:creationId xmlns:a16="http://schemas.microsoft.com/office/drawing/2014/main" id="{06F7CC81-8693-4763-8779-683FEAC39DF6}"/>
              </a:ext>
            </a:extLst>
          </p:cNvPr>
          <p:cNvSpPr>
            <a:spLocks xmlns:a="http://schemas.openxmlformats.org/drawingml/2006/main" noGrp="1"/>
          </p:cNvSpPr>
          <p:nvPr/>
        </p:nvSpPr>
        <p:spPr>
          <a:xfrm xmlns:a="http://schemas.openxmlformats.org/drawingml/2006/main">
            <a:off x="2095500" y="1714500"/>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7" name="">
            <a:extLst xmlns:a="http://schemas.openxmlformats.org/drawingml/2006/main">
              <a:ext uri="{FF2B5EF4-FFF2-40B4-BE49-F238E27FC236}">
                <a16:creationId xmlns:a16="http://schemas.microsoft.com/office/drawing/2014/main" id="{A5E894EC-6963-46AA-900B-314C445A2556}"/>
              </a:ext>
            </a:extLst>
          </p:cNvPr>
          <p:cNvSpPr>
            <a:spLocks xmlns:a="http://schemas.openxmlformats.org/drawingml/2006/main" noGrp="1"/>
          </p:cNvSpPr>
          <p:nvPr/>
        </p:nvSpPr>
        <p:spPr>
          <a:xfrm xmlns:a="http://schemas.openxmlformats.org/drawingml/2006/main">
            <a:off x="3333750" y="2047875"/>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8" name="">
            <a:extLst xmlns:a="http://schemas.openxmlformats.org/drawingml/2006/main">
              <a:ext uri="{FF2B5EF4-FFF2-40B4-BE49-F238E27FC236}">
                <a16:creationId xmlns:a16="http://schemas.microsoft.com/office/drawing/2014/main" id="{A77C5081-DE63-4E00-8D84-8BE793751C10}"/>
              </a:ext>
            </a:extLst>
          </p:cNvPr>
          <p:cNvSpPr>
            <a:spLocks xmlns:a="http://schemas.openxmlformats.org/drawingml/2006/main" noGrp="1"/>
          </p:cNvSpPr>
          <p:nvPr/>
        </p:nvSpPr>
        <p:spPr>
          <a:xfrm xmlns:a="http://schemas.openxmlformats.org/drawingml/2006/main">
            <a:off x="4476750" y="1762125"/>
            <a:ext cx="266700" cy="266700"/>
          </a:xfrm>
          <a:prstGeom xmlns:a="http://schemas.openxmlformats.org/drawingml/2006/main" prst="ellipse">
            <a:avLst/>
          </a:prstGeom>
          <a:solidFill xmlns:a="http://schemas.openxmlformats.org/drawingml/2006/main">
            <a:srgbClr val="E1F2F7"/>
          </a:solidFill>
          <a:ln xmlns:a="http://schemas.openxmlformats.org/drawingml/2006/main" w="6668">
            <a:solidFill>
              <a:srgbClr val="9DAAB0"/>
            </a:solidFill>
            <a:prstDash val="solid"/>
          </a:ln>
        </p:spPr>
      </p:sp>
      <p:sp>
        <p:nvSpPr>
          <p:cNvPr id="9" name="">
            <a:extLst xmlns:a="http://schemas.openxmlformats.org/drawingml/2006/main">
              <a:ext uri="{FF2B5EF4-FFF2-40B4-BE49-F238E27FC236}">
                <a16:creationId xmlns:a16="http://schemas.microsoft.com/office/drawing/2014/main" id="{879B443F-2EBC-40F9-8AAC-C80CA2B932E3}"/>
              </a:ext>
            </a:extLst>
          </p:cNvPr>
          <p:cNvSpPr>
            <a:spLocks xmlns:a="http://schemas.openxmlformats.org/drawingml/2006/main" noGrp="1"/>
          </p:cNvSpPr>
          <p:nvPr/>
        </p:nvSpPr>
        <p:spPr>
          <a:xfrm xmlns:a="http://schemas.openxmlformats.org/drawingml/2006/main">
            <a:off x="1428750" y="2857500"/>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10" name="">
            <a:extLst xmlns:a="http://schemas.openxmlformats.org/drawingml/2006/main">
              <a:ext uri="{FF2B5EF4-FFF2-40B4-BE49-F238E27FC236}">
                <a16:creationId xmlns:a16="http://schemas.microsoft.com/office/drawing/2014/main" id="{00A4B3CD-1A96-4D62-B0A3-1B0395564CA9}"/>
              </a:ext>
            </a:extLst>
          </p:cNvPr>
          <p:cNvSpPr>
            <a:spLocks xmlns:a="http://schemas.openxmlformats.org/drawingml/2006/main" noGrp="1"/>
          </p:cNvSpPr>
          <p:nvPr/>
        </p:nvSpPr>
        <p:spPr>
          <a:xfrm xmlns:a="http://schemas.openxmlformats.org/drawingml/2006/main">
            <a:off x="2762250" y="2714625"/>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11" name="">
            <a:extLst xmlns:a="http://schemas.openxmlformats.org/drawingml/2006/main">
              <a:ext uri="{FF2B5EF4-FFF2-40B4-BE49-F238E27FC236}">
                <a16:creationId xmlns:a16="http://schemas.microsoft.com/office/drawing/2014/main" id="{9F04D74C-0C3A-45C7-9D22-DD234F766A7A}"/>
              </a:ext>
            </a:extLst>
          </p:cNvPr>
          <p:cNvSpPr>
            <a:spLocks xmlns:a="http://schemas.openxmlformats.org/drawingml/2006/main" noGrp="1"/>
          </p:cNvSpPr>
          <p:nvPr/>
        </p:nvSpPr>
        <p:spPr>
          <a:xfrm xmlns:a="http://schemas.openxmlformats.org/drawingml/2006/main">
            <a:off x="4095750" y="3000375"/>
            <a:ext cx="266700" cy="266700"/>
          </a:xfrm>
          <a:prstGeom xmlns:a="http://schemas.openxmlformats.org/drawingml/2006/main" prst="ellipse">
            <a:avLst/>
          </a:prstGeom>
          <a:solidFill xmlns:a="http://schemas.openxmlformats.org/drawingml/2006/main">
            <a:srgbClr val="E1F2F7"/>
          </a:solidFill>
          <a:ln xmlns:a="http://schemas.openxmlformats.org/drawingml/2006/main" w="6668">
            <a:solidFill>
              <a:srgbClr val="9DAAB0"/>
            </a:solidFill>
            <a:prstDash val="solid"/>
          </a:ln>
        </p:spPr>
      </p:sp>
      <p:sp>
        <p:nvSpPr>
          <p:cNvPr id="12" name="">
            <a:extLst xmlns:a="http://schemas.openxmlformats.org/drawingml/2006/main">
              <a:ext uri="{FF2B5EF4-FFF2-40B4-BE49-F238E27FC236}">
                <a16:creationId xmlns:a16="http://schemas.microsoft.com/office/drawing/2014/main" id="{396C8D74-6E3F-49A2-9804-2543CEFE046F}"/>
              </a:ext>
            </a:extLst>
          </p:cNvPr>
          <p:cNvSpPr>
            <a:spLocks xmlns:a="http://schemas.openxmlformats.org/drawingml/2006/main" noGrp="1"/>
          </p:cNvSpPr>
          <p:nvPr/>
        </p:nvSpPr>
        <p:spPr>
          <a:xfrm xmlns:a="http://schemas.openxmlformats.org/drawingml/2006/main">
            <a:off x="904875" y="4000500"/>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13" name="">
            <a:extLst xmlns:a="http://schemas.openxmlformats.org/drawingml/2006/main">
              <a:ext uri="{FF2B5EF4-FFF2-40B4-BE49-F238E27FC236}">
                <a16:creationId xmlns:a16="http://schemas.microsoft.com/office/drawing/2014/main" id="{94AB2245-D642-4C22-9684-25CED9D0A811}"/>
              </a:ext>
            </a:extLst>
          </p:cNvPr>
          <p:cNvSpPr>
            <a:spLocks xmlns:a="http://schemas.openxmlformats.org/drawingml/2006/main" noGrp="1"/>
          </p:cNvSpPr>
          <p:nvPr/>
        </p:nvSpPr>
        <p:spPr>
          <a:xfrm xmlns:a="http://schemas.openxmlformats.org/drawingml/2006/main">
            <a:off x="2333625" y="4286250"/>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14" name="">
            <a:extLst xmlns:a="http://schemas.openxmlformats.org/drawingml/2006/main">
              <a:ext uri="{FF2B5EF4-FFF2-40B4-BE49-F238E27FC236}">
                <a16:creationId xmlns:a16="http://schemas.microsoft.com/office/drawing/2014/main" id="{55373C17-3606-4C75-B85C-0DF35ACF970E}"/>
              </a:ext>
            </a:extLst>
          </p:cNvPr>
          <p:cNvSpPr>
            <a:spLocks xmlns:a="http://schemas.openxmlformats.org/drawingml/2006/main" noGrp="1"/>
          </p:cNvSpPr>
          <p:nvPr/>
        </p:nvSpPr>
        <p:spPr>
          <a:xfrm xmlns:a="http://schemas.openxmlformats.org/drawingml/2006/main">
            <a:off x="3714750" y="4048125"/>
            <a:ext cx="266700" cy="266700"/>
          </a:xfrm>
          <a:prstGeom xmlns:a="http://schemas.openxmlformats.org/drawingml/2006/main" prst="ellipse">
            <a:avLst/>
          </a:prstGeom>
          <a:solidFill xmlns:a="http://schemas.openxmlformats.org/drawingml/2006/main">
            <a:srgbClr val="E1F2F7"/>
          </a:solidFill>
          <a:ln xmlns:a="http://schemas.openxmlformats.org/drawingml/2006/main" w="6668">
            <a:solidFill>
              <a:srgbClr val="9DAAB0"/>
            </a:solidFill>
            <a:prstDash val="solid"/>
          </a:ln>
        </p:spPr>
      </p:sp>
      <p:sp>
        <p:nvSpPr>
          <p:cNvPr id="15" name="">
            <a:extLst xmlns:a="http://schemas.openxmlformats.org/drawingml/2006/main">
              <a:ext uri="{FF2B5EF4-FFF2-40B4-BE49-F238E27FC236}">
                <a16:creationId xmlns:a16="http://schemas.microsoft.com/office/drawing/2014/main" id="{CB7071EE-5C50-4CDA-B674-CC7640B70129}"/>
              </a:ext>
            </a:extLst>
          </p:cNvPr>
          <p:cNvSpPr>
            <a:spLocks xmlns:a="http://schemas.openxmlformats.org/drawingml/2006/main" noGrp="1"/>
          </p:cNvSpPr>
          <p:nvPr/>
        </p:nvSpPr>
        <p:spPr>
          <a:xfrm xmlns:a="http://schemas.openxmlformats.org/drawingml/2006/main">
            <a:off x="4810125" y="4333875"/>
            <a:ext cx="266700" cy="266700"/>
          </a:xfrm>
          <a:prstGeom xmlns:a="http://schemas.openxmlformats.org/drawingml/2006/main" prst="ellipse">
            <a:avLst/>
          </a:prstGeom>
          <a:solidFill xmlns:a="http://schemas.openxmlformats.org/drawingml/2006/main">
            <a:srgbClr val="E9EAEC"/>
          </a:solidFill>
          <a:ln xmlns:a="http://schemas.openxmlformats.org/drawingml/2006/main" w="6668">
            <a:solidFill>
              <a:srgbClr val="9DAAB0"/>
            </a:solidFill>
            <a:prstDash val="solid"/>
          </a:ln>
        </p:spPr>
      </p:sp>
      <p:sp>
        <p:nvSpPr>
          <p:cNvPr id="16" name="">
            <a:extLst xmlns:a="http://schemas.openxmlformats.org/drawingml/2006/main">
              <a:ext uri="{FF2B5EF4-FFF2-40B4-BE49-F238E27FC236}">
                <a16:creationId xmlns:a16="http://schemas.microsoft.com/office/drawing/2014/main" id="{26E0B2E3-8CED-497C-A043-CA932B718273}"/>
              </a:ext>
            </a:extLst>
          </p:cNvPr>
          <p:cNvSpPr>
            <a:spLocks xmlns:a="http://schemas.openxmlformats.org/drawingml/2006/main" noGrp="1"/>
          </p:cNvSpPr>
          <p:nvPr/>
        </p:nvSpPr>
        <p:spPr>
          <a:xfrm xmlns:a="http://schemas.openxmlformats.org/drawingml/2006/main">
            <a:off x="857250" y="1504950"/>
            <a:ext cx="1619250" cy="228600"/>
          </a:xfrm>
          <a:prstGeom xmlns:a="http://schemas.openxmlformats.org/drawingml/2006/main" prst="rightArrow">
            <a:avLst/>
          </a:prstGeom>
          <a:solidFill xmlns:a="http://schemas.openxmlformats.org/drawingml/2006/main">
            <a:srgbClr val="00A6D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803BA42-14F8-414C-94E4-222513B841A1}"/>
              </a:ext>
            </a:extLst>
          </p:cNvPr>
          <p:cNvSpPr>
            <a:spLocks xmlns:a="http://schemas.openxmlformats.org/drawingml/2006/main" noGrp="1"/>
          </p:cNvSpPr>
          <p:nvPr/>
        </p:nvSpPr>
        <p:spPr>
          <a:xfrm xmlns:a="http://schemas.openxmlformats.org/drawingml/2006/main">
            <a:off x="2619375" y="1428750"/>
            <a:ext cx="95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電場 E</a:t>
            </a:r>
          </a:p>
        </p:txBody>
      </p:sp>
      <p:sp>
        <p:nvSpPr>
          <p:cNvPr id="18" name="">
            <a:extLst xmlns:a="http://schemas.openxmlformats.org/drawingml/2006/main">
              <a:ext uri="{FF2B5EF4-FFF2-40B4-BE49-F238E27FC236}">
                <a16:creationId xmlns:a16="http://schemas.microsoft.com/office/drawing/2014/main" id="{5BDEEE03-063A-4D63-AA74-B59AFE8B9EC9}"/>
              </a:ext>
            </a:extLst>
          </p:cNvPr>
          <p:cNvSpPr>
            <a:spLocks xmlns:a="http://schemas.openxmlformats.org/drawingml/2006/main" noGrp="1"/>
          </p:cNvSpPr>
          <p:nvPr/>
        </p:nvSpPr>
        <p:spPr>
          <a:xfrm xmlns:a="http://schemas.openxmlformats.org/drawingml/2006/main">
            <a:off x="857250" y="2381250"/>
            <a:ext cx="762000" cy="142875"/>
          </a:xfrm>
          <a:prstGeom xmlns:a="http://schemas.openxmlformats.org/drawingml/2006/main" prst="line">
            <a:avLst/>
          </a:prstGeom>
          <a:noFill xmlns:a="http://schemas.openxmlformats.org/drawingml/2006/main"/>
          <a:ln xmlns:a="http://schemas.openxmlformats.org/drawingml/2006/main" w="22860">
            <a:solidFill>
              <a:srgbClr val="7B2FA3"/>
            </a:solidFill>
            <a:prstDash val="solid"/>
          </a:ln>
        </p:spPr>
      </p:sp>
      <p:sp>
        <p:nvSpPr>
          <p:cNvPr id="19" name="">
            <a:extLst xmlns:a="http://schemas.openxmlformats.org/drawingml/2006/main">
              <a:ext uri="{FF2B5EF4-FFF2-40B4-BE49-F238E27FC236}">
                <a16:creationId xmlns:a16="http://schemas.microsoft.com/office/drawing/2014/main" id="{899687D1-E901-4464-A2A1-2E2CE039CB33}"/>
              </a:ext>
            </a:extLst>
          </p:cNvPr>
          <p:cNvSpPr>
            <a:spLocks xmlns:a="http://schemas.openxmlformats.org/drawingml/2006/main" noGrp="1"/>
          </p:cNvSpPr>
          <p:nvPr/>
        </p:nvSpPr>
        <p:spPr>
          <a:xfrm xmlns:a="http://schemas.openxmlformats.org/drawingml/2006/main">
            <a:off x="1619250" y="2286000"/>
            <a:ext cx="714375" cy="238125"/>
          </a:xfrm>
          <a:prstGeom xmlns:a="http://schemas.openxmlformats.org/drawingml/2006/main" prst="line">
            <a:avLst/>
          </a:prstGeom>
          <a:noFill xmlns:a="http://schemas.openxmlformats.org/drawingml/2006/main"/>
          <a:ln xmlns:a="http://schemas.openxmlformats.org/drawingml/2006/main" w="22860">
            <a:solidFill>
              <a:srgbClr val="7B2FA3"/>
            </a:solidFill>
            <a:prstDash val="solid"/>
          </a:ln>
        </p:spPr>
      </p:sp>
      <p:sp>
        <p:nvSpPr>
          <p:cNvPr id="20" name="">
            <a:extLst xmlns:a="http://schemas.openxmlformats.org/drawingml/2006/main">
              <a:ext uri="{FF2B5EF4-FFF2-40B4-BE49-F238E27FC236}">
                <a16:creationId xmlns:a16="http://schemas.microsoft.com/office/drawing/2014/main" id="{32F00560-2FFB-4ABA-B690-EC781D5109C5}"/>
              </a:ext>
            </a:extLst>
          </p:cNvPr>
          <p:cNvSpPr>
            <a:spLocks xmlns:a="http://schemas.openxmlformats.org/drawingml/2006/main" noGrp="1"/>
          </p:cNvSpPr>
          <p:nvPr/>
        </p:nvSpPr>
        <p:spPr>
          <a:xfrm xmlns:a="http://schemas.openxmlformats.org/drawingml/2006/main">
            <a:off x="2333625" y="2286000"/>
            <a:ext cx="809625" cy="285750"/>
          </a:xfrm>
          <a:prstGeom xmlns:a="http://schemas.openxmlformats.org/drawingml/2006/main" prst="line">
            <a:avLst/>
          </a:prstGeom>
          <a:noFill xmlns:a="http://schemas.openxmlformats.org/drawingml/2006/main"/>
          <a:ln xmlns:a="http://schemas.openxmlformats.org/drawingml/2006/main" w="22860">
            <a:solidFill>
              <a:srgbClr val="7B2FA3"/>
            </a:solidFill>
            <a:prstDash val="solid"/>
          </a:ln>
        </p:spPr>
      </p:sp>
      <p:sp>
        <p:nvSpPr>
          <p:cNvPr id="21" name="">
            <a:extLst xmlns:a="http://schemas.openxmlformats.org/drawingml/2006/main">
              <a:ext uri="{FF2B5EF4-FFF2-40B4-BE49-F238E27FC236}">
                <a16:creationId xmlns:a16="http://schemas.microsoft.com/office/drawing/2014/main" id="{2527A401-21DA-44E4-B35E-DC0BE694D9A0}"/>
              </a:ext>
            </a:extLst>
          </p:cNvPr>
          <p:cNvSpPr>
            <a:spLocks xmlns:a="http://schemas.openxmlformats.org/drawingml/2006/main" noGrp="1"/>
          </p:cNvSpPr>
          <p:nvPr/>
        </p:nvSpPr>
        <p:spPr>
          <a:xfrm xmlns:a="http://schemas.openxmlformats.org/drawingml/2006/main">
            <a:off x="3143250" y="2333625"/>
            <a:ext cx="857250" cy="238125"/>
          </a:xfrm>
          <a:prstGeom xmlns:a="http://schemas.openxmlformats.org/drawingml/2006/main" prst="line">
            <a:avLst/>
          </a:prstGeom>
          <a:noFill xmlns:a="http://schemas.openxmlformats.org/drawingml/2006/main"/>
          <a:ln xmlns:a="http://schemas.openxmlformats.org/drawingml/2006/main" w="22860">
            <a:solidFill>
              <a:srgbClr val="7B2FA3"/>
            </a:solidFill>
            <a:prstDash val="solid"/>
          </a:ln>
        </p:spPr>
      </p:sp>
      <p:sp>
        <p:nvSpPr>
          <p:cNvPr id="22" name="">
            <a:extLst xmlns:a="http://schemas.openxmlformats.org/drawingml/2006/main">
              <a:ext uri="{FF2B5EF4-FFF2-40B4-BE49-F238E27FC236}">
                <a16:creationId xmlns:a16="http://schemas.microsoft.com/office/drawing/2014/main" id="{F0017F6A-FCE7-4B67-AFAB-6708529ACCB2}"/>
              </a:ext>
            </a:extLst>
          </p:cNvPr>
          <p:cNvSpPr>
            <a:spLocks xmlns:a="http://schemas.openxmlformats.org/drawingml/2006/main" noGrp="1"/>
          </p:cNvSpPr>
          <p:nvPr/>
        </p:nvSpPr>
        <p:spPr>
          <a:xfrm xmlns:a="http://schemas.openxmlformats.org/drawingml/2006/main">
            <a:off x="4000500" y="2333625"/>
            <a:ext cx="904875" cy="333375"/>
          </a:xfrm>
          <a:prstGeom xmlns:a="http://schemas.openxmlformats.org/drawingml/2006/main" prst="line">
            <a:avLst/>
          </a:prstGeom>
          <a:noFill xmlns:a="http://schemas.openxmlformats.org/drawingml/2006/main"/>
          <a:ln xmlns:a="http://schemas.openxmlformats.org/drawingml/2006/main" w="22860">
            <a:solidFill>
              <a:srgbClr val="7B2FA3"/>
            </a:solidFill>
            <a:prstDash val="solid"/>
          </a:ln>
        </p:spPr>
      </p:sp>
      <p:sp>
        <p:nvSpPr>
          <p:cNvPr id="23" name="">
            <a:extLst xmlns:a="http://schemas.openxmlformats.org/drawingml/2006/main">
              <a:ext uri="{FF2B5EF4-FFF2-40B4-BE49-F238E27FC236}">
                <a16:creationId xmlns:a16="http://schemas.microsoft.com/office/drawing/2014/main" id="{CCAAA14A-7F5E-4758-8646-3D34DF765D33}"/>
              </a:ext>
            </a:extLst>
          </p:cNvPr>
          <p:cNvSpPr>
            <a:spLocks xmlns:a="http://schemas.openxmlformats.org/drawingml/2006/main" noGrp="1"/>
          </p:cNvSpPr>
          <p:nvPr/>
        </p:nvSpPr>
        <p:spPr>
          <a:xfrm xmlns:a="http://schemas.openxmlformats.org/drawingml/2006/main">
            <a:off x="809625" y="2333625"/>
            <a:ext cx="95250" cy="95250"/>
          </a:xfrm>
          <a:prstGeom xmlns:a="http://schemas.openxmlformats.org/drawingml/2006/main" prst="ellipse">
            <a:avLst/>
          </a:prstGeom>
          <a:solidFill xmlns:a="http://schemas.openxmlformats.org/drawingml/2006/main">
            <a:srgbClr val="00A6D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0929FE8-1876-410E-B75C-7ADAFA229402}"/>
              </a:ext>
            </a:extLst>
          </p:cNvPr>
          <p:cNvSpPr>
            <a:spLocks xmlns:a="http://schemas.openxmlformats.org/drawingml/2006/main" noGrp="1"/>
          </p:cNvSpPr>
          <p:nvPr/>
        </p:nvSpPr>
        <p:spPr>
          <a:xfrm xmlns:a="http://schemas.openxmlformats.org/drawingml/2006/main">
            <a:off x="1571625" y="2476500"/>
            <a:ext cx="95250" cy="95250"/>
          </a:xfrm>
          <a:prstGeom xmlns:a="http://schemas.openxmlformats.org/drawingml/2006/main" prst="ellipse">
            <a:avLst/>
          </a:prstGeom>
          <a:solidFill xmlns:a="http://schemas.openxmlformats.org/drawingml/2006/main">
            <a:srgbClr val="00A6D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13984BB-3594-4D96-A1CB-91E84C50CCAF}"/>
              </a:ext>
            </a:extLst>
          </p:cNvPr>
          <p:cNvSpPr>
            <a:spLocks xmlns:a="http://schemas.openxmlformats.org/drawingml/2006/main" noGrp="1"/>
          </p:cNvSpPr>
          <p:nvPr/>
        </p:nvSpPr>
        <p:spPr>
          <a:xfrm xmlns:a="http://schemas.openxmlformats.org/drawingml/2006/main">
            <a:off x="2286000" y="2238375"/>
            <a:ext cx="95250" cy="95250"/>
          </a:xfrm>
          <a:prstGeom xmlns:a="http://schemas.openxmlformats.org/drawingml/2006/main" prst="ellipse">
            <a:avLst/>
          </a:prstGeom>
          <a:solidFill xmlns:a="http://schemas.openxmlformats.org/drawingml/2006/main">
            <a:srgbClr val="D6404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EB2372D-4D0A-4E44-A827-BB3157810EE1}"/>
              </a:ext>
            </a:extLst>
          </p:cNvPr>
          <p:cNvSpPr>
            <a:spLocks xmlns:a="http://schemas.openxmlformats.org/drawingml/2006/main" noGrp="1"/>
          </p:cNvSpPr>
          <p:nvPr/>
        </p:nvSpPr>
        <p:spPr>
          <a:xfrm xmlns:a="http://schemas.openxmlformats.org/drawingml/2006/main">
            <a:off x="3095625" y="2524125"/>
            <a:ext cx="95250" cy="95250"/>
          </a:xfrm>
          <a:prstGeom xmlns:a="http://schemas.openxmlformats.org/drawingml/2006/main" prst="ellipse">
            <a:avLst/>
          </a:prstGeom>
          <a:solidFill xmlns:a="http://schemas.openxmlformats.org/drawingml/2006/main">
            <a:srgbClr val="00A6D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F099960-3492-47BD-828D-39F86280E8D0}"/>
              </a:ext>
            </a:extLst>
          </p:cNvPr>
          <p:cNvSpPr>
            <a:spLocks xmlns:a="http://schemas.openxmlformats.org/drawingml/2006/main" noGrp="1"/>
          </p:cNvSpPr>
          <p:nvPr/>
        </p:nvSpPr>
        <p:spPr>
          <a:xfrm xmlns:a="http://schemas.openxmlformats.org/drawingml/2006/main">
            <a:off x="3952875" y="2286000"/>
            <a:ext cx="95250" cy="95250"/>
          </a:xfrm>
          <a:prstGeom xmlns:a="http://schemas.openxmlformats.org/drawingml/2006/main" prst="ellipse">
            <a:avLst/>
          </a:prstGeom>
          <a:solidFill xmlns:a="http://schemas.openxmlformats.org/drawingml/2006/main">
            <a:srgbClr val="D6404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8878356-F8C2-493E-B967-7BF036EBE210}"/>
              </a:ext>
            </a:extLst>
          </p:cNvPr>
          <p:cNvSpPr>
            <a:spLocks xmlns:a="http://schemas.openxmlformats.org/drawingml/2006/main" noGrp="1"/>
          </p:cNvSpPr>
          <p:nvPr/>
        </p:nvSpPr>
        <p:spPr>
          <a:xfrm xmlns:a="http://schemas.openxmlformats.org/drawingml/2006/main">
            <a:off x="4857750" y="2619375"/>
            <a:ext cx="95250" cy="95250"/>
          </a:xfrm>
          <a:prstGeom xmlns:a="http://schemas.openxmlformats.org/drawingml/2006/main" prst="ellipse">
            <a:avLst/>
          </a:prstGeom>
          <a:solidFill xmlns:a="http://schemas.openxmlformats.org/drawingml/2006/main">
            <a:srgbClr val="00A6D6"/>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8F4A3D4-2BA0-415F-907D-D049A5DB20C6}"/>
              </a:ext>
            </a:extLst>
          </p:cNvPr>
          <p:cNvSpPr>
            <a:spLocks xmlns:a="http://schemas.openxmlformats.org/drawingml/2006/main" noGrp="1"/>
          </p:cNvSpPr>
          <p:nvPr/>
        </p:nvSpPr>
        <p:spPr>
          <a:xfrm xmlns:a="http://schemas.openxmlformats.org/drawingml/2006/main">
            <a:off x="1000125" y="25717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7B2FA3"/>
                </a:solidFill>
                <a:latin typeface="Noto Sans JP"/>
                <a:ea typeface="Noto Sans JP"/>
                <a:cs typeface="Noto Sans JP"/>
              </a:defRPr>
            </a:pPr>
            <a:r>
              <a:rPr sz="1125" b="0" i="0">
                <a:solidFill>
                  <a:srgbClr val="7B2FA3"/>
                </a:solidFill>
                <a:latin typeface="Noto Sans JP"/>
                <a:ea typeface="Noto Sans JP"/>
                <a:cs typeface="Noto Sans JP"/>
              </a:rPr>
              <a:t>自由飛行</a:t>
            </a:r>
          </a:p>
        </p:txBody>
      </p:sp>
      <p:sp>
        <p:nvSpPr>
          <p:cNvPr id="30" name="">
            <a:extLst xmlns:a="http://schemas.openxmlformats.org/drawingml/2006/main">
              <a:ext uri="{FF2B5EF4-FFF2-40B4-BE49-F238E27FC236}">
                <a16:creationId xmlns:a16="http://schemas.microsoft.com/office/drawing/2014/main" id="{BC539FC3-5B61-4575-BA0B-725A85CFAE71}"/>
              </a:ext>
            </a:extLst>
          </p:cNvPr>
          <p:cNvSpPr>
            <a:spLocks xmlns:a="http://schemas.openxmlformats.org/drawingml/2006/main" noGrp="1"/>
          </p:cNvSpPr>
          <p:nvPr/>
        </p:nvSpPr>
        <p:spPr>
          <a:xfrm xmlns:a="http://schemas.openxmlformats.org/drawingml/2006/main">
            <a:off x="2143125" y="2000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1" i="0">
                <a:solidFill>
                  <a:srgbClr val="D64045"/>
                </a:solidFill>
                <a:latin typeface="Noto Sans JP"/>
                <a:ea typeface="Noto Sans JP"/>
                <a:cs typeface="Noto Sans JP"/>
              </a:defRPr>
            </a:pPr>
            <a:r>
              <a:rPr sz="1125" b="1" i="0">
                <a:solidFill>
                  <a:srgbClr val="D64045"/>
                </a:solidFill>
                <a:latin typeface="Noto Sans JP"/>
                <a:ea typeface="Noto Sans JP"/>
                <a:cs typeface="Noto Sans JP"/>
              </a:rPr>
              <a:t>衝突</a:t>
            </a:r>
          </a:p>
        </p:txBody>
      </p:sp>
      <p:sp>
        <p:nvSpPr>
          <p:cNvPr id="31" name="">
            <a:extLst xmlns:a="http://schemas.openxmlformats.org/drawingml/2006/main">
              <a:ext uri="{FF2B5EF4-FFF2-40B4-BE49-F238E27FC236}">
                <a16:creationId xmlns:a16="http://schemas.microsoft.com/office/drawing/2014/main" id="{E9BEEEF3-C798-4F59-BAD2-D70B06E911E6}"/>
              </a:ext>
            </a:extLst>
          </p:cNvPr>
          <p:cNvSpPr>
            <a:spLocks xmlns:a="http://schemas.openxmlformats.org/drawingml/2006/main" noGrp="1"/>
          </p:cNvSpPr>
          <p:nvPr/>
        </p:nvSpPr>
        <p:spPr>
          <a:xfrm xmlns:a="http://schemas.openxmlformats.org/drawingml/2006/main">
            <a:off x="1190625" y="3476625"/>
            <a:ext cx="3619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電子群は衝突のたびに</a:t>
            </a:r>
          </a:p>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向きとエネルギーを変える</a:t>
            </a:r>
          </a:p>
        </p:txBody>
      </p:sp>
      <p:sp>
        <p:nvSpPr>
          <p:cNvPr id="32" name="">
            <a:extLst xmlns:a="http://schemas.openxmlformats.org/drawingml/2006/main">
              <a:ext uri="{FF2B5EF4-FFF2-40B4-BE49-F238E27FC236}">
                <a16:creationId xmlns:a16="http://schemas.microsoft.com/office/drawing/2014/main" id="{8E77DFD0-422D-4AF7-83C8-87F969D307E7}"/>
              </a:ext>
            </a:extLst>
          </p:cNvPr>
          <p:cNvSpPr>
            <a:spLocks xmlns:a="http://schemas.openxmlformats.org/drawingml/2006/main" noGrp="1"/>
          </p:cNvSpPr>
          <p:nvPr/>
        </p:nvSpPr>
        <p:spPr>
          <a:xfrm xmlns:a="http://schemas.openxmlformats.org/drawingml/2006/main">
            <a:off x="5857875" y="1524000"/>
            <a:ext cx="1143000" cy="7429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BOLTZMANN方程式</a:t>
            </a:r>
          </a:p>
        </p:txBody>
      </p:sp>
      <p:sp>
        <p:nvSpPr>
          <p:cNvPr id="33" name="">
            <a:extLst xmlns:a="http://schemas.openxmlformats.org/drawingml/2006/main">
              <a:ext uri="{FF2B5EF4-FFF2-40B4-BE49-F238E27FC236}">
                <a16:creationId xmlns:a16="http://schemas.microsoft.com/office/drawing/2014/main" id="{65FAEBCD-5432-4CA2-ABC6-85511AA8C92B}"/>
              </a:ext>
            </a:extLst>
          </p:cNvPr>
          <p:cNvSpPr>
            <a:spLocks xmlns:a="http://schemas.openxmlformats.org/drawingml/2006/main" noGrp="1"/>
          </p:cNvSpPr>
          <p:nvPr/>
        </p:nvSpPr>
        <p:spPr>
          <a:xfrm xmlns:a="http://schemas.openxmlformats.org/drawingml/2006/main">
            <a:off x="7000875" y="1524000"/>
            <a:ext cx="4429125" cy="7429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∂f/∂t − (e/mₑ) E·∇ᵥf = C_el[f] + C_inel[f] + C_ion[f] + C_att[f]</a:t>
            </a:r>
          </a:p>
        </p:txBody>
      </p:sp>
      <p:sp>
        <p:nvSpPr>
          <p:cNvPr id="34" name="">
            <a:extLst xmlns:a="http://schemas.openxmlformats.org/drawingml/2006/main">
              <a:ext uri="{FF2B5EF4-FFF2-40B4-BE49-F238E27FC236}">
                <a16:creationId xmlns:a16="http://schemas.microsoft.com/office/drawing/2014/main" id="{190AF91B-17E8-4D6A-93DF-8969180D388C}"/>
              </a:ext>
            </a:extLst>
          </p:cNvPr>
          <p:cNvSpPr>
            <a:spLocks xmlns:a="http://schemas.openxmlformats.org/drawingml/2006/main" noGrp="1"/>
          </p:cNvSpPr>
          <p:nvPr/>
        </p:nvSpPr>
        <p:spPr>
          <a:xfrm xmlns:a="http://schemas.openxmlformats.org/drawingml/2006/main">
            <a:off x="6000750" y="25717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75" b="1" i="0">
                <a:solidFill>
                  <a:srgbClr val="241646"/>
                </a:solidFill>
                <a:latin typeface="Noto Sans JP"/>
                <a:ea typeface="Noto Sans JP"/>
                <a:cs typeface="Noto Sans JP"/>
              </a:defRPr>
            </a:pPr>
            <a:r>
              <a:rPr sz="1575" b="1" i="0">
                <a:solidFill>
                  <a:srgbClr val="241646"/>
                </a:solidFill>
                <a:latin typeface="Noto Sans JP"/>
                <a:ea typeface="Noto Sans JP"/>
                <a:cs typeface="Noto Sans JP"/>
              </a:rPr>
              <a:t>Swarm極限の前提</a:t>
            </a:r>
          </a:p>
        </p:txBody>
      </p:sp>
      <p:sp>
        <p:nvSpPr>
          <p:cNvPr id="35" name="">
            <a:extLst xmlns:a="http://schemas.openxmlformats.org/drawingml/2006/main">
              <a:ext uri="{FF2B5EF4-FFF2-40B4-BE49-F238E27FC236}">
                <a16:creationId xmlns:a16="http://schemas.microsoft.com/office/drawing/2014/main" id="{17B69E8C-D332-4D48-AEAB-494D8121D4D7}"/>
              </a:ext>
            </a:extLst>
          </p:cNvPr>
          <p:cNvSpPr>
            <a:spLocks xmlns:a="http://schemas.openxmlformats.org/drawingml/2006/main" noGrp="1"/>
          </p:cNvSpPr>
          <p:nvPr/>
        </p:nvSpPr>
        <p:spPr>
          <a:xfrm xmlns:a="http://schemas.openxmlformats.org/drawingml/2006/main">
            <a:off x="6096000" y="309562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44160EA-9B77-4EF0-B89E-49EC8EBA6D25}"/>
              </a:ext>
            </a:extLst>
          </p:cNvPr>
          <p:cNvSpPr>
            <a:spLocks xmlns:a="http://schemas.openxmlformats.org/drawingml/2006/main" noGrp="1"/>
          </p:cNvSpPr>
          <p:nvPr/>
        </p:nvSpPr>
        <p:spPr>
          <a:xfrm xmlns:a="http://schemas.openxmlformats.org/drawingml/2006/main">
            <a:off x="6334125" y="2952750"/>
            <a:ext cx="500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nₑ ≪ n_g：電子が電場・中性気体を変えない</a:t>
            </a:r>
          </a:p>
        </p:txBody>
      </p:sp>
      <p:sp>
        <p:nvSpPr>
          <p:cNvPr id="37" name="">
            <a:extLst xmlns:a="http://schemas.openxmlformats.org/drawingml/2006/main">
              <a:ext uri="{FF2B5EF4-FFF2-40B4-BE49-F238E27FC236}">
                <a16:creationId xmlns:a16="http://schemas.microsoft.com/office/drawing/2014/main" id="{C5DB3E70-60E7-474E-847F-C78BBF9D5336}"/>
              </a:ext>
            </a:extLst>
          </p:cNvPr>
          <p:cNvSpPr>
            <a:spLocks xmlns:a="http://schemas.openxmlformats.org/drawingml/2006/main" noGrp="1"/>
          </p:cNvSpPr>
          <p:nvPr/>
        </p:nvSpPr>
        <p:spPr>
          <a:xfrm xmlns:a="http://schemas.openxmlformats.org/drawingml/2006/main">
            <a:off x="6096000" y="36385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F3FB6D9-A668-46FB-8250-A766463A66D7}"/>
              </a:ext>
            </a:extLst>
          </p:cNvPr>
          <p:cNvSpPr>
            <a:spLocks xmlns:a="http://schemas.openxmlformats.org/drawingml/2006/main" noGrp="1"/>
          </p:cNvSpPr>
          <p:nvPr/>
        </p:nvSpPr>
        <p:spPr>
          <a:xfrm xmlns:a="http://schemas.openxmlformats.org/drawingml/2006/main">
            <a:off x="6334125" y="3495675"/>
            <a:ext cx="500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一様な気体組成と温度を与える</a:t>
            </a:r>
          </a:p>
        </p:txBody>
      </p:sp>
      <p:sp>
        <p:nvSpPr>
          <p:cNvPr id="39" name="">
            <a:extLst xmlns:a="http://schemas.openxmlformats.org/drawingml/2006/main">
              <a:ext uri="{FF2B5EF4-FFF2-40B4-BE49-F238E27FC236}">
                <a16:creationId xmlns:a16="http://schemas.microsoft.com/office/drawing/2014/main" id="{46803D5E-9EC3-4407-A489-13FA51E5D275}"/>
              </a:ext>
            </a:extLst>
          </p:cNvPr>
          <p:cNvSpPr>
            <a:spLocks xmlns:a="http://schemas.openxmlformats.org/drawingml/2006/main" noGrp="1"/>
          </p:cNvSpPr>
          <p:nvPr/>
        </p:nvSpPr>
        <p:spPr>
          <a:xfrm xmlns:a="http://schemas.openxmlformats.org/drawingml/2006/main">
            <a:off x="6096000" y="41814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F295D76-D444-45C4-B7D4-539C77E89ADC}"/>
              </a:ext>
            </a:extLst>
          </p:cNvPr>
          <p:cNvSpPr>
            <a:spLocks xmlns:a="http://schemas.openxmlformats.org/drawingml/2006/main" noGrp="1"/>
          </p:cNvSpPr>
          <p:nvPr/>
        </p:nvSpPr>
        <p:spPr>
          <a:xfrm xmlns:a="http://schemas.openxmlformats.org/drawingml/2006/main">
            <a:off x="6334125" y="4038600"/>
            <a:ext cx="500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入力は衝突断面積 σⱼ(ε) と E/N</a:t>
            </a:r>
          </a:p>
        </p:txBody>
      </p:sp>
      <p:sp>
        <p:nvSpPr>
          <p:cNvPr id="41" name="">
            <a:extLst xmlns:a="http://schemas.openxmlformats.org/drawingml/2006/main">
              <a:ext uri="{FF2B5EF4-FFF2-40B4-BE49-F238E27FC236}">
                <a16:creationId xmlns:a16="http://schemas.microsoft.com/office/drawing/2014/main" id="{9C906D0C-7785-4B1F-87AF-9300762634E5}"/>
              </a:ext>
            </a:extLst>
          </p:cNvPr>
          <p:cNvSpPr>
            <a:spLocks xmlns:a="http://schemas.openxmlformats.org/drawingml/2006/main" noGrp="1"/>
          </p:cNvSpPr>
          <p:nvPr/>
        </p:nvSpPr>
        <p:spPr>
          <a:xfrm xmlns:a="http://schemas.openxmlformats.org/drawingml/2006/main">
            <a:off x="6096000" y="472440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215C0299-6E6D-46D0-AA39-370EF33CEBDB}"/>
              </a:ext>
            </a:extLst>
          </p:cNvPr>
          <p:cNvSpPr>
            <a:spLocks xmlns:a="http://schemas.openxmlformats.org/drawingml/2006/main" noGrp="1"/>
          </p:cNvSpPr>
          <p:nvPr/>
        </p:nvSpPr>
        <p:spPr>
          <a:xfrm xmlns:a="http://schemas.openxmlformats.org/drawingml/2006/main">
            <a:off x="6334125" y="4581525"/>
            <a:ext cx="500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出力はEEDF、輸送係数、反応速度係数</a:t>
            </a:r>
          </a:p>
        </p:txBody>
      </p:sp>
      <p:sp>
        <p:nvSpPr>
          <p:cNvPr id="43" name="takeaway-bullet">
            <a:extLst xmlns:a="http://schemas.openxmlformats.org/drawingml/2006/main">
              <a:ext uri="{FF2B5EF4-FFF2-40B4-BE49-F238E27FC236}">
                <a16:creationId xmlns:a16="http://schemas.microsoft.com/office/drawing/2014/main" id="{B4ABB7CA-7597-4B6B-A93C-FF0D1F59D4E8}"/>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44" name="takeaway">
            <a:extLst xmlns:a="http://schemas.openxmlformats.org/drawingml/2006/main">
              <a:ext uri="{FF2B5EF4-FFF2-40B4-BE49-F238E27FC236}">
                <a16:creationId xmlns:a16="http://schemas.microsoft.com/office/drawing/2014/main" id="{71FA2DEB-7E43-4561-A581-5A733CDBE64D}"/>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Swarmは「電子1個の軌道」ではなく、衝突を繰り返す電子集団の統計的応答を求める。</a:t>
            </a:r>
          </a:p>
        </p:txBody>
      </p:sp>
      <p:sp>
        <p:nvSpPr>
          <p:cNvPr id="45" name="source">
            <a:extLst xmlns:a="http://schemas.openxmlformats.org/drawingml/2006/main">
              <a:ext uri="{FF2B5EF4-FFF2-40B4-BE49-F238E27FC236}">
                <a16:creationId xmlns:a16="http://schemas.microsoft.com/office/drawing/2014/main" id="{3271F972-9880-4E4D-89FF-4F18741449BF}"/>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Electron-swarm and Boltzmann-equation definitions: [R1–R5]</a:t>
            </a:r>
          </a:p>
        </p:txBody>
      </p:sp>
      <p:sp>
        <p:nvSpPr>
          <p:cNvPr id="46" name="section">
            <a:extLst xmlns:a="http://schemas.openxmlformats.org/drawingml/2006/main">
              <a:ext uri="{FF2B5EF4-FFF2-40B4-BE49-F238E27FC236}">
                <a16:creationId xmlns:a16="http://schemas.microsoft.com/office/drawing/2014/main" id="{23630632-A083-49AC-AB38-533F6957930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
        <p:nvSpPr>
          <p:cNvPr id="47" name="footer">
            <a:extLst xmlns:a="http://schemas.openxmlformats.org/drawingml/2006/main">
              <a:ext uri="{FF2B5EF4-FFF2-40B4-BE49-F238E27FC236}">
                <a16:creationId xmlns:a16="http://schemas.microsoft.com/office/drawing/2014/main" id="{6900712F-A715-438F-94CB-5EF60B708750}"/>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48" name="page">
            <a:extLst xmlns:a="http://schemas.openxmlformats.org/drawingml/2006/main">
              <a:ext uri="{FF2B5EF4-FFF2-40B4-BE49-F238E27FC236}">
                <a16:creationId xmlns:a16="http://schemas.microsoft.com/office/drawing/2014/main" id="{66F63321-946C-4993-9A13-EB43D85246EE}"/>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04</a:t>
            </a:r>
          </a:p>
        </p:txBody>
      </p:sp>
    </p:spTree>
    <p:extLst>
      <p:ext uri="{BB962C8B-B14F-4D97-AF65-F5344CB8AC3E}">
        <p14:creationId xmlns:p14="http://schemas.microsoft.com/office/powerpoint/2010/main" val="11290506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7D81497-11C6-49C1-B0C9-3EF27753188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平均エネルギーだけでは反応速度を決められない</a:t>
            </a:r>
          </a:p>
        </p:txBody>
      </p:sp>
      <p:sp>
        <p:nvSpPr>
          <p:cNvPr id="3" name="subtitle">
            <a:extLst xmlns:a="http://schemas.openxmlformats.org/drawingml/2006/main">
              <a:ext uri="{FF2B5EF4-FFF2-40B4-BE49-F238E27FC236}">
                <a16:creationId xmlns:a16="http://schemas.microsoft.com/office/drawing/2014/main" id="{D739210A-43E3-41B0-94F7-71668C244FDE}"/>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同じ平均エネルギーでも、高エネルギー尾部の形が違えば閾値反応は大きく変わる</a:t>
            </a:r>
          </a:p>
        </p:txBody>
      </p:sp>
      <p:graphicFrame>
        <p:nvGraphicFramePr>
          <p:cNvPr id="17" name="Chart"/>
          <p:cNvGraphicFramePr/>
          <p:nvPr/>
        </p:nvGraphicFramePr>
        <p:xfrm>
          <a:off xmlns:a="http://schemas.openxmlformats.org/drawingml/2006/main" x="523875" y="1428750"/>
          <a:ext xmlns:a="http://schemas.openxmlformats.org/drawingml/2006/main" cx="6667500" cy="3905250"/>
        </p:xfrm>
        <a:graphic xmlns:a="http://schemas.openxmlformats.org/drawingml/2006/main">
          <a:graphicData uri="http://schemas.openxmlformats.org/drawingml/2006/chart">
            <c:chart xmlns:r="http://schemas.openxmlformats.org/officeDocument/2006/relationships" xmlns:c="http://schemas.openxmlformats.org/drawingml/2006/chart" r:id="R5985d7326f7c46b9"/>
          </a:graphicData>
        </a:graphic>
      </p:graphicFrame>
      <p:sp>
        <p:nvSpPr>
          <p:cNvPr id="5" name="">
            <a:extLst xmlns:a="http://schemas.openxmlformats.org/drawingml/2006/main">
              <a:ext uri="{FF2B5EF4-FFF2-40B4-BE49-F238E27FC236}">
                <a16:creationId xmlns:a16="http://schemas.microsoft.com/office/drawing/2014/main" id="{21BCA1FA-4F9A-46CE-A642-AF0F5B80F32A}"/>
              </a:ext>
            </a:extLst>
          </p:cNvPr>
          <p:cNvSpPr>
            <a:spLocks xmlns:a="http://schemas.openxmlformats.org/drawingml/2006/main" noGrp="1"/>
          </p:cNvSpPr>
          <p:nvPr/>
        </p:nvSpPr>
        <p:spPr>
          <a:xfrm xmlns:a="http://schemas.openxmlformats.org/drawingml/2006/main">
            <a:off x="7620000" y="1714500"/>
            <a:ext cx="1143000" cy="714375"/>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反応速度係数</a:t>
            </a:r>
          </a:p>
        </p:txBody>
      </p:sp>
      <p:sp>
        <p:nvSpPr>
          <p:cNvPr id="6" name="">
            <a:extLst xmlns:a="http://schemas.openxmlformats.org/drawingml/2006/main">
              <a:ext uri="{FF2B5EF4-FFF2-40B4-BE49-F238E27FC236}">
                <a16:creationId xmlns:a16="http://schemas.microsoft.com/office/drawing/2014/main" id="{CD11E924-145B-4B33-BD69-FD5028E07C66}"/>
              </a:ext>
            </a:extLst>
          </p:cNvPr>
          <p:cNvSpPr>
            <a:spLocks xmlns:a="http://schemas.openxmlformats.org/drawingml/2006/main" noGrp="1"/>
          </p:cNvSpPr>
          <p:nvPr/>
        </p:nvSpPr>
        <p:spPr>
          <a:xfrm xmlns:a="http://schemas.openxmlformats.org/drawingml/2006/main">
            <a:off x="8763000" y="1714500"/>
            <a:ext cx="2667000" cy="714375"/>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kⱼ = ∫₀∞ σⱼ(ε) v(ε) p(ε) dε</a:t>
            </a:r>
          </a:p>
        </p:txBody>
      </p:sp>
      <p:sp>
        <p:nvSpPr>
          <p:cNvPr id="7" name="">
            <a:extLst xmlns:a="http://schemas.openxmlformats.org/drawingml/2006/main">
              <a:ext uri="{FF2B5EF4-FFF2-40B4-BE49-F238E27FC236}">
                <a16:creationId xmlns:a16="http://schemas.microsoft.com/office/drawing/2014/main" id="{E41EA938-328F-4360-9B13-EA2880D0EDEF}"/>
              </a:ext>
            </a:extLst>
          </p:cNvPr>
          <p:cNvSpPr>
            <a:spLocks xmlns:a="http://schemas.openxmlformats.org/drawingml/2006/main" noGrp="1"/>
          </p:cNvSpPr>
          <p:nvPr/>
        </p:nvSpPr>
        <p:spPr>
          <a:xfrm xmlns:a="http://schemas.openxmlformats.org/drawingml/2006/main">
            <a:off x="7858125" y="27813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75" b="1" i="0">
                <a:solidFill>
                  <a:srgbClr val="241646"/>
                </a:solidFill>
                <a:latin typeface="Noto Sans JP"/>
                <a:ea typeface="Noto Sans JP"/>
                <a:cs typeface="Noto Sans JP"/>
              </a:defRPr>
            </a:pPr>
            <a:r>
              <a:rPr sz="1575" b="1" i="0">
                <a:solidFill>
                  <a:srgbClr val="241646"/>
                </a:solidFill>
                <a:latin typeface="Noto Sans JP"/>
                <a:ea typeface="Noto Sans JP"/>
                <a:cs typeface="Noto Sans JP"/>
              </a:rPr>
              <a:t>閾値反応で見る領域</a:t>
            </a:r>
          </a:p>
        </p:txBody>
      </p:sp>
      <p:sp>
        <p:nvSpPr>
          <p:cNvPr id="8" name="">
            <a:extLst xmlns:a="http://schemas.openxmlformats.org/drawingml/2006/main">
              <a:ext uri="{FF2B5EF4-FFF2-40B4-BE49-F238E27FC236}">
                <a16:creationId xmlns:a16="http://schemas.microsoft.com/office/drawing/2014/main" id="{0966C832-93BA-4275-ABC3-4C7A682DC9F7}"/>
              </a:ext>
            </a:extLst>
          </p:cNvPr>
          <p:cNvSpPr>
            <a:spLocks xmlns:a="http://schemas.openxmlformats.org/drawingml/2006/main" noGrp="1"/>
          </p:cNvSpPr>
          <p:nvPr/>
        </p:nvSpPr>
        <p:spPr>
          <a:xfrm xmlns:a="http://schemas.openxmlformats.org/drawingml/2006/main">
            <a:off x="8001000" y="3257550"/>
            <a:ext cx="2857500" cy="1143000"/>
          </a:xfrm>
          <a:prstGeom xmlns:a="http://schemas.openxmlformats.org/drawingml/2006/main" prst="rect">
            <a:avLst/>
          </a:prstGeom>
          <a:solidFill xmlns:a="http://schemas.openxmlformats.org/drawingml/2006/main">
            <a:srgbClr val="F2F3F4"/>
          </a:solidFill>
          <a:ln xmlns:a="http://schemas.openxmlformats.org/drawingml/2006/main" w="7620">
            <a:solidFill>
              <a:srgbClr val="D0D5D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425" b="0" i="0">
                <a:solidFill>
                  <a:srgbClr val="333333"/>
                </a:solidFill>
                <a:latin typeface="Noto Sans JP"/>
                <a:ea typeface="Noto Sans JP"/>
                <a:cs typeface="Noto Sans JP"/>
              </a:defRPr>
            </a:pPr>
            <a:r>
              <a:rPr sz="1425" b="0" i="0">
                <a:solidFill>
                  <a:srgbClr val="333333"/>
                </a:solidFill>
                <a:latin typeface="Noto Sans JP"/>
                <a:ea typeface="Noto Sans JP"/>
                <a:cs typeface="Noto Sans JP"/>
              </a:rPr>
              <a:t>励起 11.5 eV</a:t>
            </a:r>
          </a:p>
          <a:p xmlns:a="http://schemas.openxmlformats.org/drawingml/2006/main">
            <a:pPr algn="ctr">
              <a:lnSpc>
                <a:spcPct val="102000"/>
              </a:lnSpc>
              <a:buNone/>
              <a:defRPr sz="1425" b="0" i="0">
                <a:solidFill>
                  <a:srgbClr val="333333"/>
                </a:solidFill>
                <a:latin typeface="Noto Sans JP"/>
                <a:ea typeface="Noto Sans JP"/>
                <a:cs typeface="Noto Sans JP"/>
              </a:defRPr>
            </a:pPr>
            <a:r>
              <a:rPr sz="1425" b="0" i="0">
                <a:solidFill>
                  <a:srgbClr val="333333"/>
                </a:solidFill>
                <a:latin typeface="Noto Sans JP"/>
                <a:ea typeface="Noto Sans JP"/>
                <a:cs typeface="Noto Sans JP"/>
              </a:rPr>
              <a:t>電離 15.8 eV</a:t>
            </a:r>
          </a:p>
          <a:p xmlns:a="http://schemas.openxmlformats.org/drawingml/2006/main">
            <a:pPr algn="ctr">
              <a:lnSpc>
                <a:spcPct val="102000"/>
              </a:lnSpc>
              <a:buNone/>
              <a:defRPr sz="1425" b="0" i="0">
                <a:solidFill>
                  <a:srgbClr val="333333"/>
                </a:solidFill>
                <a:latin typeface="Noto Sans JP"/>
                <a:ea typeface="Noto Sans JP"/>
                <a:cs typeface="Noto Sans JP"/>
              </a:defRPr>
            </a:pPr>
            <a:r>
              <a:rPr sz="1425" b="0" i="0">
                <a:solidFill>
                  <a:srgbClr val="333333"/>
                </a:solidFill>
                <a:latin typeface="Noto Sans JP"/>
                <a:ea typeface="Noto Sans JP"/>
                <a:cs typeface="Noto Sans JP"/>
              </a:rPr>
              <a:t>解離・付着は分子ごとの閾値・共鳴</a:t>
            </a:r>
          </a:p>
        </p:txBody>
      </p:sp>
      <p:sp>
        <p:nvSpPr>
          <p:cNvPr id="9" name="">
            <a:extLst xmlns:a="http://schemas.openxmlformats.org/drawingml/2006/main">
              <a:ext uri="{FF2B5EF4-FFF2-40B4-BE49-F238E27FC236}">
                <a16:creationId xmlns:a16="http://schemas.microsoft.com/office/drawing/2014/main" id="{8F163328-908E-4A8E-B36B-AFED81082975}"/>
              </a:ext>
            </a:extLst>
          </p:cNvPr>
          <p:cNvSpPr>
            <a:spLocks xmlns:a="http://schemas.openxmlformats.org/drawingml/2006/main" noGrp="1"/>
          </p:cNvSpPr>
          <p:nvPr/>
        </p:nvSpPr>
        <p:spPr>
          <a:xfrm xmlns:a="http://schemas.openxmlformats.org/drawingml/2006/main">
            <a:off x="7667625" y="4667250"/>
            <a:ext cx="3762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D64045"/>
                </a:solidFill>
                <a:latin typeface="Noto Sans JP"/>
                <a:ea typeface="Noto Sans JP"/>
                <a:cs typeface="Noto Sans JP"/>
              </a:defRPr>
            </a:pPr>
            <a:r>
              <a:rPr sz="1275" b="1" i="0">
                <a:solidFill>
                  <a:srgbClr val="D64045"/>
                </a:solidFill>
                <a:latin typeface="Noto Sans JP"/>
                <a:ea typeface="Noto Sans JP"/>
                <a:cs typeface="Noto Sans JP"/>
              </a:rPr>
              <a:t>曲線の面積ではなく、σⱼvで重み付けした尾部が効く</a:t>
            </a:r>
          </a:p>
        </p:txBody>
      </p:sp>
      <p:sp>
        <p:nvSpPr>
          <p:cNvPr id="10" name="takeaway-bullet">
            <a:extLst xmlns:a="http://schemas.openxmlformats.org/drawingml/2006/main">
              <a:ext uri="{FF2B5EF4-FFF2-40B4-BE49-F238E27FC236}">
                <a16:creationId xmlns:a16="http://schemas.microsoft.com/office/drawing/2014/main" id="{14C9CBAB-FA10-4C2B-BEAA-2E3632418123}"/>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1" name="takeaway">
            <a:extLst xmlns:a="http://schemas.openxmlformats.org/drawingml/2006/main">
              <a:ext uri="{FF2B5EF4-FFF2-40B4-BE49-F238E27FC236}">
                <a16:creationId xmlns:a16="http://schemas.microsoft.com/office/drawing/2014/main" id="{9734C867-F482-428B-B60F-C1FA6CD84119}"/>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平均エネルギーが一致しても、励起・電離・解離・付着の速度係数が一致するとは限らない。</a:t>
            </a:r>
          </a:p>
        </p:txBody>
      </p:sp>
      <p:sp>
        <p:nvSpPr>
          <p:cNvPr id="12" name="section">
            <a:extLst xmlns:a="http://schemas.openxmlformats.org/drawingml/2006/main">
              <a:ext uri="{FF2B5EF4-FFF2-40B4-BE49-F238E27FC236}">
                <a16:creationId xmlns:a16="http://schemas.microsoft.com/office/drawing/2014/main" id="{1AD678B9-6479-48A1-B7EB-258DB193ADE9}"/>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
        <p:nvSpPr>
          <p:cNvPr id="13" name="footer">
            <a:extLst xmlns:a="http://schemas.openxmlformats.org/drawingml/2006/main">
              <a:ext uri="{FF2B5EF4-FFF2-40B4-BE49-F238E27FC236}">
                <a16:creationId xmlns:a16="http://schemas.microsoft.com/office/drawing/2014/main" id="{5CDD1148-E0EE-4C33-805B-B48A7905C4D5}"/>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4" name="page">
            <a:extLst xmlns:a="http://schemas.openxmlformats.org/drawingml/2006/main">
              <a:ext uri="{FF2B5EF4-FFF2-40B4-BE49-F238E27FC236}">
                <a16:creationId xmlns:a16="http://schemas.microsoft.com/office/drawing/2014/main" id="{236EBC79-83EF-47F3-9F4D-FFF836E6CEE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05</a:t>
            </a:r>
          </a:p>
        </p:txBody>
      </p:sp>
    </p:spTree>
    <p:extLst>
      <p:ext uri="{BB962C8B-B14F-4D97-AF65-F5344CB8AC3E}">
        <p14:creationId xmlns:p14="http://schemas.microsoft.com/office/powerpoint/2010/main" val="7441364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8EF4157-E8A2-4D54-8B81-2844D3255400}"/>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E/Nは電子が衝突の間に得るエネルギーを表す</a:t>
            </a:r>
          </a:p>
        </p:txBody>
      </p:sp>
      <p:sp>
        <p:nvSpPr>
          <p:cNvPr id="3" name="subtitle">
            <a:extLst xmlns:a="http://schemas.openxmlformats.org/drawingml/2006/main">
              <a:ext uri="{FF2B5EF4-FFF2-40B4-BE49-F238E27FC236}">
                <a16:creationId xmlns:a16="http://schemas.microsoft.com/office/drawing/2014/main" id="{47C8671D-1A20-4639-B8FA-CA3985FBB973}"/>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電場 E を気体数密度 N で割った換算電界。1 Td = 10⁻²¹ V m²</a:t>
            </a:r>
          </a:p>
        </p:txBody>
      </p:sp>
      <p:sp>
        <p:nvSpPr>
          <p:cNvPr id="4" name="">
            <a:extLst xmlns:a="http://schemas.openxmlformats.org/drawingml/2006/main">
              <a:ext uri="{FF2B5EF4-FFF2-40B4-BE49-F238E27FC236}">
                <a16:creationId xmlns:a16="http://schemas.microsoft.com/office/drawing/2014/main" id="{FD149472-7E24-4146-8A3F-96C97CCDD25B}"/>
              </a:ext>
            </a:extLst>
          </p:cNvPr>
          <p:cNvSpPr>
            <a:spLocks xmlns:a="http://schemas.openxmlformats.org/drawingml/2006/main" noGrp="1"/>
          </p:cNvSpPr>
          <p:nvPr/>
        </p:nvSpPr>
        <p:spPr>
          <a:xfrm xmlns:a="http://schemas.openxmlformats.org/drawingml/2006/main">
            <a:off x="857250" y="161925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4350" b="0" i="0">
                <a:solidFill>
                  <a:srgbClr val="00A6D6"/>
                </a:solidFill>
                <a:latin typeface="Noto Sans JP"/>
                <a:ea typeface="Noto Sans JP"/>
                <a:cs typeface="Noto Sans JP"/>
              </a:defRPr>
            </a:pPr>
            <a:r>
              <a:rPr sz="4350" b="0" i="0">
                <a:solidFill>
                  <a:srgbClr val="00A6D6"/>
                </a:solidFill>
                <a:latin typeface="Noto Sans JP"/>
                <a:ea typeface="Noto Sans JP"/>
                <a:cs typeface="Noto Sans JP"/>
              </a:rPr>
              <a:t>E/N</a:t>
            </a:r>
          </a:p>
        </p:txBody>
      </p:sp>
      <p:sp>
        <p:nvSpPr>
          <p:cNvPr id="5" name="">
            <a:extLst xmlns:a="http://schemas.openxmlformats.org/drawingml/2006/main">
              <a:ext uri="{FF2B5EF4-FFF2-40B4-BE49-F238E27FC236}">
                <a16:creationId xmlns:a16="http://schemas.microsoft.com/office/drawing/2014/main" id="{AAFCCADE-B00E-435C-A9FF-A44992928B1C}"/>
              </a:ext>
            </a:extLst>
          </p:cNvPr>
          <p:cNvSpPr>
            <a:spLocks xmlns:a="http://schemas.openxmlformats.org/drawingml/2006/main" noGrp="1"/>
          </p:cNvSpPr>
          <p:nvPr/>
        </p:nvSpPr>
        <p:spPr>
          <a:xfrm xmlns:a="http://schemas.openxmlformats.org/drawingml/2006/main">
            <a:off x="857250" y="26670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 電場による加速</a:t>
            </a:r>
          </a:p>
          <a:p xmlns:a="http://schemas.openxmlformats.org/drawingml/2006/main">
            <a:pPr algn="ctr">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 衝突頻度の尺度</a:t>
            </a:r>
          </a:p>
        </p:txBody>
      </p:sp>
      <p:sp>
        <p:nvSpPr>
          <p:cNvPr id="6" name="">
            <a:extLst xmlns:a="http://schemas.openxmlformats.org/drawingml/2006/main">
              <a:ext uri="{FF2B5EF4-FFF2-40B4-BE49-F238E27FC236}">
                <a16:creationId xmlns:a16="http://schemas.microsoft.com/office/drawing/2014/main" id="{FEFBCA4D-9A53-442C-B82D-98E0BA2CE62D}"/>
              </a:ext>
            </a:extLst>
          </p:cNvPr>
          <p:cNvSpPr>
            <a:spLocks xmlns:a="http://schemas.openxmlformats.org/drawingml/2006/main" noGrp="1"/>
          </p:cNvSpPr>
          <p:nvPr/>
        </p:nvSpPr>
        <p:spPr>
          <a:xfrm xmlns:a="http://schemas.openxmlformats.org/drawingml/2006/main">
            <a:off x="3286125" y="1476375"/>
            <a:ext cx="0" cy="3667125"/>
          </a:xfrm>
          <a:prstGeom xmlns:a="http://schemas.openxmlformats.org/drawingml/2006/main" prst="line">
            <a:avLst/>
          </a:prstGeom>
          <a:noFill xmlns:a="http://schemas.openxmlformats.org/drawingml/2006/main"/>
          <a:ln xmlns:a="http://schemas.openxmlformats.org/drawingml/2006/main" w="9525">
            <a:solidFill>
              <a:srgbClr val="C7D1D6"/>
            </a:solidFill>
            <a:prstDash val="solid"/>
          </a:ln>
        </p:spPr>
      </p:sp>
      <p:sp>
        <p:nvSpPr>
          <p:cNvPr id="7" name="">
            <a:extLst xmlns:a="http://schemas.openxmlformats.org/drawingml/2006/main">
              <a:ext uri="{FF2B5EF4-FFF2-40B4-BE49-F238E27FC236}">
                <a16:creationId xmlns:a16="http://schemas.microsoft.com/office/drawing/2014/main" id="{4C30426A-60E3-4960-BF54-F6E099882D62}"/>
              </a:ext>
            </a:extLst>
          </p:cNvPr>
          <p:cNvSpPr>
            <a:spLocks xmlns:a="http://schemas.openxmlformats.org/drawingml/2006/main" noGrp="1"/>
          </p:cNvSpPr>
          <p:nvPr/>
        </p:nvSpPr>
        <p:spPr>
          <a:xfrm xmlns:a="http://schemas.openxmlformats.org/drawingml/2006/main">
            <a:off x="3762375" y="1571625"/>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75" b="1" i="0">
                <a:solidFill>
                  <a:srgbClr val="00AFA5"/>
                </a:solidFill>
                <a:latin typeface="Noto Sans JP"/>
                <a:ea typeface="Noto Sans JP"/>
                <a:cs typeface="Noto Sans JP"/>
              </a:defRPr>
            </a:pPr>
            <a:r>
              <a:rPr sz="1575" b="1" i="0">
                <a:solidFill>
                  <a:srgbClr val="00AFA5"/>
                </a:solidFill>
                <a:latin typeface="Noto Sans JP"/>
                <a:ea typeface="Noto Sans JP"/>
                <a:cs typeface="Noto Sans JP"/>
              </a:rPr>
              <a:t>E/Nが小さい</a:t>
            </a:r>
          </a:p>
        </p:txBody>
      </p:sp>
      <p:sp>
        <p:nvSpPr>
          <p:cNvPr id="8" name="">
            <a:extLst xmlns:a="http://schemas.openxmlformats.org/drawingml/2006/main">
              <a:ext uri="{FF2B5EF4-FFF2-40B4-BE49-F238E27FC236}">
                <a16:creationId xmlns:a16="http://schemas.microsoft.com/office/drawing/2014/main" id="{D849A92F-70AC-4C51-8DA2-D5021C4B67A6}"/>
              </a:ext>
            </a:extLst>
          </p:cNvPr>
          <p:cNvSpPr>
            <a:spLocks xmlns:a="http://schemas.openxmlformats.org/drawingml/2006/main" noGrp="1"/>
          </p:cNvSpPr>
          <p:nvPr/>
        </p:nvSpPr>
        <p:spPr>
          <a:xfrm xmlns:a="http://schemas.openxmlformats.org/drawingml/2006/main">
            <a:off x="3952875" y="2076450"/>
            <a:ext cx="18097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9" name="">
            <a:extLst xmlns:a="http://schemas.openxmlformats.org/drawingml/2006/main">
              <a:ext uri="{FF2B5EF4-FFF2-40B4-BE49-F238E27FC236}">
                <a16:creationId xmlns:a16="http://schemas.microsoft.com/office/drawing/2014/main" id="{DEF0578E-F695-4C5A-A729-CB0F4DE11936}"/>
              </a:ext>
            </a:extLst>
          </p:cNvPr>
          <p:cNvSpPr>
            <a:spLocks xmlns:a="http://schemas.openxmlformats.org/drawingml/2006/main" noGrp="1"/>
          </p:cNvSpPr>
          <p:nvPr/>
        </p:nvSpPr>
        <p:spPr>
          <a:xfrm xmlns:a="http://schemas.openxmlformats.org/drawingml/2006/main">
            <a:off x="3876675" y="2457450"/>
            <a:ext cx="76200" cy="76200"/>
          </a:xfrm>
          <a:prstGeom xmlns:a="http://schemas.openxmlformats.org/drawingml/2006/main" prst="rect">
            <a:avLst/>
          </a:prstGeom>
          <a:solidFill xmlns:a="http://schemas.openxmlformats.org/drawingml/2006/main">
            <a:srgbClr val="00AFA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5013833-4D8B-4478-B768-9A1352EE06C9}"/>
              </a:ext>
            </a:extLst>
          </p:cNvPr>
          <p:cNvSpPr>
            <a:spLocks xmlns:a="http://schemas.openxmlformats.org/drawingml/2006/main" noGrp="1"/>
          </p:cNvSpPr>
          <p:nvPr/>
        </p:nvSpPr>
        <p:spPr>
          <a:xfrm xmlns:a="http://schemas.openxmlformats.org/drawingml/2006/main">
            <a:off x="4067175" y="23050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衝突前の加速が小さい</a:t>
            </a:r>
          </a:p>
        </p:txBody>
      </p:sp>
      <p:sp>
        <p:nvSpPr>
          <p:cNvPr id="11" name="">
            <a:extLst xmlns:a="http://schemas.openxmlformats.org/drawingml/2006/main">
              <a:ext uri="{FF2B5EF4-FFF2-40B4-BE49-F238E27FC236}">
                <a16:creationId xmlns:a16="http://schemas.microsoft.com/office/drawing/2014/main" id="{D3C2203B-BF74-4E6D-8CA8-52E3E278D08E}"/>
              </a:ext>
            </a:extLst>
          </p:cNvPr>
          <p:cNvSpPr>
            <a:spLocks xmlns:a="http://schemas.openxmlformats.org/drawingml/2006/main" noGrp="1"/>
          </p:cNvSpPr>
          <p:nvPr/>
        </p:nvSpPr>
        <p:spPr>
          <a:xfrm xmlns:a="http://schemas.openxmlformats.org/drawingml/2006/main">
            <a:off x="3876675" y="3124200"/>
            <a:ext cx="76200" cy="76200"/>
          </a:xfrm>
          <a:prstGeom xmlns:a="http://schemas.openxmlformats.org/drawingml/2006/main" prst="rect">
            <a:avLst/>
          </a:prstGeom>
          <a:solidFill xmlns:a="http://schemas.openxmlformats.org/drawingml/2006/main">
            <a:srgbClr val="00AFA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562C701-F356-44C6-A3B0-4F66BD33F59F}"/>
              </a:ext>
            </a:extLst>
          </p:cNvPr>
          <p:cNvSpPr>
            <a:spLocks xmlns:a="http://schemas.openxmlformats.org/drawingml/2006/main" noGrp="1"/>
          </p:cNvSpPr>
          <p:nvPr/>
        </p:nvSpPr>
        <p:spPr>
          <a:xfrm xmlns:a="http://schemas.openxmlformats.org/drawingml/2006/main">
            <a:off x="4067175" y="297180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EEDFは低エネルギー側</a:t>
            </a:r>
          </a:p>
        </p:txBody>
      </p:sp>
      <p:sp>
        <p:nvSpPr>
          <p:cNvPr id="13" name="">
            <a:extLst xmlns:a="http://schemas.openxmlformats.org/drawingml/2006/main">
              <a:ext uri="{FF2B5EF4-FFF2-40B4-BE49-F238E27FC236}">
                <a16:creationId xmlns:a16="http://schemas.microsoft.com/office/drawing/2014/main" id="{145B7149-D087-4D82-8E1D-96BD74B6C372}"/>
              </a:ext>
            </a:extLst>
          </p:cNvPr>
          <p:cNvSpPr>
            <a:spLocks xmlns:a="http://schemas.openxmlformats.org/drawingml/2006/main" noGrp="1"/>
          </p:cNvSpPr>
          <p:nvPr/>
        </p:nvSpPr>
        <p:spPr>
          <a:xfrm xmlns:a="http://schemas.openxmlformats.org/drawingml/2006/main">
            <a:off x="3876675" y="3790950"/>
            <a:ext cx="76200" cy="76200"/>
          </a:xfrm>
          <a:prstGeom xmlns:a="http://schemas.openxmlformats.org/drawingml/2006/main" prst="rect">
            <a:avLst/>
          </a:prstGeom>
          <a:solidFill xmlns:a="http://schemas.openxmlformats.org/drawingml/2006/main">
            <a:srgbClr val="00AFA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0ED2772-7BE3-43FD-B7B0-EF0A937A340D}"/>
              </a:ext>
            </a:extLst>
          </p:cNvPr>
          <p:cNvSpPr>
            <a:spLocks xmlns:a="http://schemas.openxmlformats.org/drawingml/2006/main" noGrp="1"/>
          </p:cNvSpPr>
          <p:nvPr/>
        </p:nvSpPr>
        <p:spPr>
          <a:xfrm xmlns:a="http://schemas.openxmlformats.org/drawingml/2006/main">
            <a:off x="4067175" y="36385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振動・付着が支配し得る</a:t>
            </a:r>
          </a:p>
        </p:txBody>
      </p:sp>
      <p:sp>
        <p:nvSpPr>
          <p:cNvPr id="15" name="">
            <a:extLst xmlns:a="http://schemas.openxmlformats.org/drawingml/2006/main">
              <a:ext uri="{FF2B5EF4-FFF2-40B4-BE49-F238E27FC236}">
                <a16:creationId xmlns:a16="http://schemas.microsoft.com/office/drawing/2014/main" id="{D5AC97D3-EB0F-452A-B494-B7711C3F7E17}"/>
              </a:ext>
            </a:extLst>
          </p:cNvPr>
          <p:cNvSpPr>
            <a:spLocks xmlns:a="http://schemas.openxmlformats.org/drawingml/2006/main" noGrp="1"/>
          </p:cNvSpPr>
          <p:nvPr/>
        </p:nvSpPr>
        <p:spPr>
          <a:xfrm xmlns:a="http://schemas.openxmlformats.org/drawingml/2006/main">
            <a:off x="6429375" y="1571625"/>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75" b="1" i="0">
                <a:solidFill>
                  <a:srgbClr val="7B2FA3"/>
                </a:solidFill>
                <a:latin typeface="Noto Sans JP"/>
                <a:ea typeface="Noto Sans JP"/>
                <a:cs typeface="Noto Sans JP"/>
              </a:defRPr>
            </a:pPr>
            <a:r>
              <a:rPr sz="1575" b="1" i="0">
                <a:solidFill>
                  <a:srgbClr val="7B2FA3"/>
                </a:solidFill>
                <a:latin typeface="Noto Sans JP"/>
                <a:ea typeface="Noto Sans JP"/>
                <a:cs typeface="Noto Sans JP"/>
              </a:rPr>
              <a:t>E/Nが大きい</a:t>
            </a:r>
          </a:p>
        </p:txBody>
      </p:sp>
      <p:sp>
        <p:nvSpPr>
          <p:cNvPr id="16" name="">
            <a:extLst xmlns:a="http://schemas.openxmlformats.org/drawingml/2006/main">
              <a:ext uri="{FF2B5EF4-FFF2-40B4-BE49-F238E27FC236}">
                <a16:creationId xmlns:a16="http://schemas.microsoft.com/office/drawing/2014/main" id="{979B3C8C-6CB4-4803-9293-4D802AFCC49B}"/>
              </a:ext>
            </a:extLst>
          </p:cNvPr>
          <p:cNvSpPr>
            <a:spLocks xmlns:a="http://schemas.openxmlformats.org/drawingml/2006/main" noGrp="1"/>
          </p:cNvSpPr>
          <p:nvPr/>
        </p:nvSpPr>
        <p:spPr>
          <a:xfrm xmlns:a="http://schemas.openxmlformats.org/drawingml/2006/main">
            <a:off x="6619875" y="2076450"/>
            <a:ext cx="18097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7" name="">
            <a:extLst xmlns:a="http://schemas.openxmlformats.org/drawingml/2006/main">
              <a:ext uri="{FF2B5EF4-FFF2-40B4-BE49-F238E27FC236}">
                <a16:creationId xmlns:a16="http://schemas.microsoft.com/office/drawing/2014/main" id="{E5BC36BF-6743-4140-9A8B-A3C1A7AEA119}"/>
              </a:ext>
            </a:extLst>
          </p:cNvPr>
          <p:cNvSpPr>
            <a:spLocks xmlns:a="http://schemas.openxmlformats.org/drawingml/2006/main" noGrp="1"/>
          </p:cNvSpPr>
          <p:nvPr/>
        </p:nvSpPr>
        <p:spPr>
          <a:xfrm xmlns:a="http://schemas.openxmlformats.org/drawingml/2006/main">
            <a:off x="6543675" y="2457450"/>
            <a:ext cx="76200" cy="76200"/>
          </a:xfrm>
          <a:prstGeom xmlns:a="http://schemas.openxmlformats.org/drawingml/2006/main" prst="rect">
            <a:avLst/>
          </a:prstGeom>
          <a:solidFill xmlns:a="http://schemas.openxmlformats.org/drawingml/2006/main">
            <a:srgbClr val="7B2FA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ED0D38F-8065-438E-B5A4-AB24ABDAD7F5}"/>
              </a:ext>
            </a:extLst>
          </p:cNvPr>
          <p:cNvSpPr>
            <a:spLocks xmlns:a="http://schemas.openxmlformats.org/drawingml/2006/main" noGrp="1"/>
          </p:cNvSpPr>
          <p:nvPr/>
        </p:nvSpPr>
        <p:spPr>
          <a:xfrm xmlns:a="http://schemas.openxmlformats.org/drawingml/2006/main">
            <a:off x="6734175" y="23050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衝突前に大きく加速</a:t>
            </a:r>
          </a:p>
        </p:txBody>
      </p:sp>
      <p:sp>
        <p:nvSpPr>
          <p:cNvPr id="19" name="">
            <a:extLst xmlns:a="http://schemas.openxmlformats.org/drawingml/2006/main">
              <a:ext uri="{FF2B5EF4-FFF2-40B4-BE49-F238E27FC236}">
                <a16:creationId xmlns:a16="http://schemas.microsoft.com/office/drawing/2014/main" id="{32C2B78E-D52F-45E3-BFC5-8EEA3EBD9618}"/>
              </a:ext>
            </a:extLst>
          </p:cNvPr>
          <p:cNvSpPr>
            <a:spLocks xmlns:a="http://schemas.openxmlformats.org/drawingml/2006/main" noGrp="1"/>
          </p:cNvSpPr>
          <p:nvPr/>
        </p:nvSpPr>
        <p:spPr>
          <a:xfrm xmlns:a="http://schemas.openxmlformats.org/drawingml/2006/main">
            <a:off x="6543675" y="3124200"/>
            <a:ext cx="76200" cy="76200"/>
          </a:xfrm>
          <a:prstGeom xmlns:a="http://schemas.openxmlformats.org/drawingml/2006/main" prst="rect">
            <a:avLst/>
          </a:prstGeom>
          <a:solidFill xmlns:a="http://schemas.openxmlformats.org/drawingml/2006/main">
            <a:srgbClr val="7B2FA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44A6E8F-48EE-4649-9615-E8C0C18DB361}"/>
              </a:ext>
            </a:extLst>
          </p:cNvPr>
          <p:cNvSpPr>
            <a:spLocks xmlns:a="http://schemas.openxmlformats.org/drawingml/2006/main" noGrp="1"/>
          </p:cNvSpPr>
          <p:nvPr/>
        </p:nvSpPr>
        <p:spPr>
          <a:xfrm xmlns:a="http://schemas.openxmlformats.org/drawingml/2006/main">
            <a:off x="6734175" y="297180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高エネルギー尾部が増加</a:t>
            </a:r>
          </a:p>
        </p:txBody>
      </p:sp>
      <p:sp>
        <p:nvSpPr>
          <p:cNvPr id="21" name="">
            <a:extLst xmlns:a="http://schemas.openxmlformats.org/drawingml/2006/main">
              <a:ext uri="{FF2B5EF4-FFF2-40B4-BE49-F238E27FC236}">
                <a16:creationId xmlns:a16="http://schemas.microsoft.com/office/drawing/2014/main" id="{709D4BBC-EB29-4368-ADFB-6AE35574E196}"/>
              </a:ext>
            </a:extLst>
          </p:cNvPr>
          <p:cNvSpPr>
            <a:spLocks xmlns:a="http://schemas.openxmlformats.org/drawingml/2006/main" noGrp="1"/>
          </p:cNvSpPr>
          <p:nvPr/>
        </p:nvSpPr>
        <p:spPr>
          <a:xfrm xmlns:a="http://schemas.openxmlformats.org/drawingml/2006/main">
            <a:off x="6543675" y="3790950"/>
            <a:ext cx="76200" cy="76200"/>
          </a:xfrm>
          <a:prstGeom xmlns:a="http://schemas.openxmlformats.org/drawingml/2006/main" prst="rect">
            <a:avLst/>
          </a:prstGeom>
          <a:solidFill xmlns:a="http://schemas.openxmlformats.org/drawingml/2006/main">
            <a:srgbClr val="7B2FA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FA07B4F-4FC1-4DA7-B772-EEE37195639E}"/>
              </a:ext>
            </a:extLst>
          </p:cNvPr>
          <p:cNvSpPr>
            <a:spLocks xmlns:a="http://schemas.openxmlformats.org/drawingml/2006/main" noGrp="1"/>
          </p:cNvSpPr>
          <p:nvPr/>
        </p:nvSpPr>
        <p:spPr>
          <a:xfrm xmlns:a="http://schemas.openxmlformats.org/drawingml/2006/main">
            <a:off x="6734175" y="36385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励起・電離が急増</a:t>
            </a:r>
          </a:p>
        </p:txBody>
      </p:sp>
      <p:sp>
        <p:nvSpPr>
          <p:cNvPr id="23" name="">
            <a:extLst xmlns:a="http://schemas.openxmlformats.org/drawingml/2006/main">
              <a:ext uri="{FF2B5EF4-FFF2-40B4-BE49-F238E27FC236}">
                <a16:creationId xmlns:a16="http://schemas.microsoft.com/office/drawing/2014/main" id="{34840423-6191-45A5-BB78-3A79854B601B}"/>
              </a:ext>
            </a:extLst>
          </p:cNvPr>
          <p:cNvSpPr>
            <a:spLocks xmlns:a="http://schemas.openxmlformats.org/drawingml/2006/main" noGrp="1"/>
          </p:cNvSpPr>
          <p:nvPr/>
        </p:nvSpPr>
        <p:spPr>
          <a:xfrm xmlns:a="http://schemas.openxmlformats.org/drawingml/2006/main">
            <a:off x="9096375" y="1571625"/>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75" b="1" i="0">
                <a:solidFill>
                  <a:srgbClr val="6DBB20"/>
                </a:solidFill>
                <a:latin typeface="Noto Sans JP"/>
                <a:ea typeface="Noto Sans JP"/>
                <a:cs typeface="Noto Sans JP"/>
              </a:defRPr>
            </a:pPr>
            <a:r>
              <a:rPr sz="1575" b="1" i="0">
                <a:solidFill>
                  <a:srgbClr val="6DBB20"/>
                </a:solidFill>
                <a:latin typeface="Noto Sans JP"/>
                <a:ea typeface="Noto Sans JP"/>
                <a:cs typeface="Noto Sans JP"/>
              </a:rPr>
              <a:t>同じEでも</a:t>
            </a:r>
          </a:p>
        </p:txBody>
      </p:sp>
      <p:sp>
        <p:nvSpPr>
          <p:cNvPr id="24" name="">
            <a:extLst xmlns:a="http://schemas.openxmlformats.org/drawingml/2006/main">
              <a:ext uri="{FF2B5EF4-FFF2-40B4-BE49-F238E27FC236}">
                <a16:creationId xmlns:a16="http://schemas.microsoft.com/office/drawing/2014/main" id="{DFB86029-4824-4192-9B0C-BF35D61CFB32}"/>
              </a:ext>
            </a:extLst>
          </p:cNvPr>
          <p:cNvSpPr>
            <a:spLocks xmlns:a="http://schemas.openxmlformats.org/drawingml/2006/main" noGrp="1"/>
          </p:cNvSpPr>
          <p:nvPr/>
        </p:nvSpPr>
        <p:spPr>
          <a:xfrm xmlns:a="http://schemas.openxmlformats.org/drawingml/2006/main">
            <a:off x="9286875" y="2076450"/>
            <a:ext cx="18097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25" name="">
            <a:extLst xmlns:a="http://schemas.openxmlformats.org/drawingml/2006/main">
              <a:ext uri="{FF2B5EF4-FFF2-40B4-BE49-F238E27FC236}">
                <a16:creationId xmlns:a16="http://schemas.microsoft.com/office/drawing/2014/main" id="{C42AD4EC-E884-4339-8A37-97C8CAA22041}"/>
              </a:ext>
            </a:extLst>
          </p:cNvPr>
          <p:cNvSpPr>
            <a:spLocks xmlns:a="http://schemas.openxmlformats.org/drawingml/2006/main" noGrp="1"/>
          </p:cNvSpPr>
          <p:nvPr/>
        </p:nvSpPr>
        <p:spPr>
          <a:xfrm xmlns:a="http://schemas.openxmlformats.org/drawingml/2006/main">
            <a:off x="9210675" y="24574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2A56C8A-E620-4786-9F01-2CE41475BEAE}"/>
              </a:ext>
            </a:extLst>
          </p:cNvPr>
          <p:cNvSpPr>
            <a:spLocks xmlns:a="http://schemas.openxmlformats.org/drawingml/2006/main" noGrp="1"/>
          </p:cNvSpPr>
          <p:nvPr/>
        </p:nvSpPr>
        <p:spPr>
          <a:xfrm xmlns:a="http://schemas.openxmlformats.org/drawingml/2006/main">
            <a:off x="9401175" y="23050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圧力↑ → N↑ → E/N↓</a:t>
            </a:r>
          </a:p>
        </p:txBody>
      </p:sp>
      <p:sp>
        <p:nvSpPr>
          <p:cNvPr id="27" name="">
            <a:extLst xmlns:a="http://schemas.openxmlformats.org/drawingml/2006/main">
              <a:ext uri="{FF2B5EF4-FFF2-40B4-BE49-F238E27FC236}">
                <a16:creationId xmlns:a16="http://schemas.microsoft.com/office/drawing/2014/main" id="{23F7D5A6-A1FA-451A-B151-7AA4AE24C440}"/>
              </a:ext>
            </a:extLst>
          </p:cNvPr>
          <p:cNvSpPr>
            <a:spLocks xmlns:a="http://schemas.openxmlformats.org/drawingml/2006/main" noGrp="1"/>
          </p:cNvSpPr>
          <p:nvPr/>
        </p:nvSpPr>
        <p:spPr>
          <a:xfrm xmlns:a="http://schemas.openxmlformats.org/drawingml/2006/main">
            <a:off x="9210675" y="312420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474AA13-AAFD-4EFE-93A0-DAB33B5B4B61}"/>
              </a:ext>
            </a:extLst>
          </p:cNvPr>
          <p:cNvSpPr>
            <a:spLocks xmlns:a="http://schemas.openxmlformats.org/drawingml/2006/main" noGrp="1"/>
          </p:cNvSpPr>
          <p:nvPr/>
        </p:nvSpPr>
        <p:spPr>
          <a:xfrm xmlns:a="http://schemas.openxmlformats.org/drawingml/2006/main">
            <a:off x="9401175" y="297180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温度↑ → N↓ → E/N↑</a:t>
            </a:r>
          </a:p>
        </p:txBody>
      </p:sp>
      <p:sp>
        <p:nvSpPr>
          <p:cNvPr id="29" name="">
            <a:extLst xmlns:a="http://schemas.openxmlformats.org/drawingml/2006/main">
              <a:ext uri="{FF2B5EF4-FFF2-40B4-BE49-F238E27FC236}">
                <a16:creationId xmlns:a16="http://schemas.microsoft.com/office/drawing/2014/main" id="{5662F65E-6323-489D-9239-57368615B8CE}"/>
              </a:ext>
            </a:extLst>
          </p:cNvPr>
          <p:cNvSpPr>
            <a:spLocks xmlns:a="http://schemas.openxmlformats.org/drawingml/2006/main" noGrp="1"/>
          </p:cNvSpPr>
          <p:nvPr/>
        </p:nvSpPr>
        <p:spPr>
          <a:xfrm xmlns:a="http://schemas.openxmlformats.org/drawingml/2006/main">
            <a:off x="9210675" y="37909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DF102BB-E1C2-4C10-BE95-EFF248E3FDE7}"/>
              </a:ext>
            </a:extLst>
          </p:cNvPr>
          <p:cNvSpPr>
            <a:spLocks xmlns:a="http://schemas.openxmlformats.org/drawingml/2006/main" noGrp="1"/>
          </p:cNvSpPr>
          <p:nvPr/>
        </p:nvSpPr>
        <p:spPr>
          <a:xfrm xmlns:a="http://schemas.openxmlformats.org/drawingml/2006/main">
            <a:off x="9401175" y="363855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組成で衝突頻度も変化</a:t>
            </a:r>
          </a:p>
        </p:txBody>
      </p:sp>
      <p:sp>
        <p:nvSpPr>
          <p:cNvPr id="31" name="">
            <a:extLst xmlns:a="http://schemas.openxmlformats.org/drawingml/2006/main">
              <a:ext uri="{FF2B5EF4-FFF2-40B4-BE49-F238E27FC236}">
                <a16:creationId xmlns:a16="http://schemas.microsoft.com/office/drawing/2014/main" id="{A86DB2E1-03AA-43C8-BECB-FA7E873A8436}"/>
              </a:ext>
            </a:extLst>
          </p:cNvPr>
          <p:cNvSpPr>
            <a:spLocks xmlns:a="http://schemas.openxmlformats.org/drawingml/2006/main" noGrp="1"/>
          </p:cNvSpPr>
          <p:nvPr/>
        </p:nvSpPr>
        <p:spPr>
          <a:xfrm xmlns:a="http://schemas.openxmlformats.org/drawingml/2006/main">
            <a:off x="3905250" y="47625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本資料のICP条件例</a:t>
            </a:r>
          </a:p>
        </p:txBody>
      </p:sp>
      <p:sp>
        <p:nvSpPr>
          <p:cNvPr id="32" name="">
            <a:extLst xmlns:a="http://schemas.openxmlformats.org/drawingml/2006/main">
              <a:ext uri="{FF2B5EF4-FFF2-40B4-BE49-F238E27FC236}">
                <a16:creationId xmlns:a16="http://schemas.microsoft.com/office/drawing/2014/main" id="{97E4A9F2-2DA1-42C5-8C4D-B5DD9B27F609}"/>
              </a:ext>
            </a:extLst>
          </p:cNvPr>
          <p:cNvSpPr>
            <a:spLocks xmlns:a="http://schemas.openxmlformats.org/drawingml/2006/main" noGrp="1"/>
          </p:cNvSpPr>
          <p:nvPr/>
        </p:nvSpPr>
        <p:spPr>
          <a:xfrm xmlns:a="http://schemas.openxmlformats.org/drawingml/2006/main">
            <a:off x="6429375" y="4619625"/>
            <a:ext cx="4857750" cy="666750"/>
          </a:xfrm>
          <a:prstGeom xmlns:a="http://schemas.openxmlformats.org/drawingml/2006/main" prst="rect">
            <a:avLst/>
          </a:prstGeom>
          <a:solidFill xmlns:a="http://schemas.openxmlformats.org/drawingml/2006/main">
            <a:srgbClr val="F2F3F4"/>
          </a:solidFill>
          <a:ln xmlns:a="http://schemas.openxmlformats.org/drawingml/2006/main" w="7620">
            <a:solidFill>
              <a:srgbClr val="D0D5D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0" i="0">
                <a:solidFill>
                  <a:srgbClr val="333333"/>
                </a:solidFill>
                <a:latin typeface="Cambria Math"/>
                <a:ea typeface="Cambria Math"/>
                <a:cs typeface="Cambria Math"/>
              </a:defRPr>
            </a:pPr>
            <a:r>
              <a:rPr sz="1350" b="0" i="0">
                <a:solidFill>
                  <a:srgbClr val="333333"/>
                </a:solidFill>
                <a:latin typeface="Cambria Math"/>
                <a:ea typeface="Cambria Math"/>
                <a:cs typeface="Cambria Math"/>
              </a:rPr>
              <a:t>p = 13.3 Pa, T_g = 300 K では N ≈ 3.21×10²¹ m⁻³</a:t>
            </a:r>
          </a:p>
          <a:p xmlns:a="http://schemas.openxmlformats.org/drawingml/2006/main">
            <a:pPr algn="ctr">
              <a:lnSpc>
                <a:spcPct val="102000"/>
              </a:lnSpc>
              <a:buNone/>
              <a:defRPr sz="1350" b="0" i="0">
                <a:solidFill>
                  <a:srgbClr val="333333"/>
                </a:solidFill>
                <a:latin typeface="Cambria Math"/>
                <a:ea typeface="Cambria Math"/>
                <a:cs typeface="Cambria Math"/>
              </a:defRPr>
            </a:pPr>
            <a:r>
              <a:rPr sz="1350" b="0" i="0">
                <a:solidFill>
                  <a:srgbClr val="333333"/>
                </a:solidFill>
                <a:latin typeface="Cambria Math"/>
                <a:ea typeface="Cambria Math"/>
                <a:cs typeface="Cambria Math"/>
              </a:rPr>
              <a:t>E/N = 100 Td に相当する電場は E ≈ 321 V m⁻¹</a:t>
            </a:r>
          </a:p>
        </p:txBody>
      </p:sp>
      <p:sp>
        <p:nvSpPr>
          <p:cNvPr id="33" name="takeaway-bullet">
            <a:extLst xmlns:a="http://schemas.openxmlformats.org/drawingml/2006/main">
              <a:ext uri="{FF2B5EF4-FFF2-40B4-BE49-F238E27FC236}">
                <a16:creationId xmlns:a16="http://schemas.microsoft.com/office/drawing/2014/main" id="{8000E846-2ED6-46C8-B9D5-0C77BAD92106}"/>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4" name="takeaway">
            <a:extLst xmlns:a="http://schemas.openxmlformats.org/drawingml/2006/main">
              <a:ext uri="{FF2B5EF4-FFF2-40B4-BE49-F238E27FC236}">
                <a16:creationId xmlns:a16="http://schemas.microsoft.com/office/drawing/2014/main" id="{51C84EBA-2444-41B7-8288-D41DDE082A18}"/>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E/Nと混合比がEEDFの一次的な座標。装置内ではE/Nまたは平均エネルギーを局所参照量として使う。</a:t>
            </a:r>
          </a:p>
        </p:txBody>
      </p:sp>
      <p:sp>
        <p:nvSpPr>
          <p:cNvPr id="35" name="section">
            <a:extLst xmlns:a="http://schemas.openxmlformats.org/drawingml/2006/main">
              <a:ext uri="{FF2B5EF4-FFF2-40B4-BE49-F238E27FC236}">
                <a16:creationId xmlns:a16="http://schemas.microsoft.com/office/drawing/2014/main" id="{AF21A0D4-5260-4D9E-8D24-12446FC9CB4D}"/>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
        <p:nvSpPr>
          <p:cNvPr id="36" name="footer">
            <a:extLst xmlns:a="http://schemas.openxmlformats.org/drawingml/2006/main">
              <a:ext uri="{FF2B5EF4-FFF2-40B4-BE49-F238E27FC236}">
                <a16:creationId xmlns:a16="http://schemas.microsoft.com/office/drawing/2014/main" id="{05332612-A21A-4928-AD40-3AAE420F627F}"/>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37" name="page">
            <a:extLst xmlns:a="http://schemas.openxmlformats.org/drawingml/2006/main">
              <a:ext uri="{FF2B5EF4-FFF2-40B4-BE49-F238E27FC236}">
                <a16:creationId xmlns:a16="http://schemas.microsoft.com/office/drawing/2014/main" id="{BB8C0F68-1F60-436C-90F4-FBF576B3C16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06</a:t>
            </a:r>
          </a:p>
        </p:txBody>
      </p:sp>
    </p:spTree>
    <p:extLst>
      <p:ext uri="{BB962C8B-B14F-4D97-AF65-F5344CB8AC3E}">
        <p14:creationId xmlns:p14="http://schemas.microsoft.com/office/powerpoint/2010/main" val="13132316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8EE9E68-C8F5-4C44-AA24-ADFB4D925AA6}"/>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Swarm計算が出す物理量と、COMSOLでの役割</a:t>
            </a:r>
          </a:p>
        </p:txBody>
      </p:sp>
      <p:graphicFrame>
        <p:nvGraphicFramePr>
          <p:cNvPr id="11" name=""/>
          <p:cNvGraphicFramePr/>
          <p:nvPr/>
        </p:nvGraphicFramePr>
        <p:xfrm>
          <a:off xmlns:a="http://schemas.openxmlformats.org/drawingml/2006/main" x="476250" y="1381125"/>
          <a:ext xmlns:a="http://schemas.openxmlformats.org/drawingml/2006/main" cx="11239500" cy="4143375"/>
        </p:xfrm>
        <a:graphic xmlns:a="http://schemas.openxmlformats.org/drawingml/2006/main">
          <a:graphicData uri="http://schemas.openxmlformats.org/drawingml/2006/table">
            <a:tbl>
              <a:tblPr/>
              <a:tblGrid>
                <a:gridCol w="1873250"/>
                <a:gridCol w="2472690"/>
                <a:gridCol w="3221990"/>
                <a:gridCol w="3671570"/>
              </a:tblGrid>
              <a:tr h="591911">
                <a:tc>
                  <a:txBody>
                    <a:bodyPr lIns="57150" tIns="47625" rIns="57150" bIns="47625">
                      <a:normAutofit/>
                    </a:bodyPr>
                    <a:lstStyle/>
                    <a:p>
                      <a:pPr algn="l"/>
                      <a:r>
                        <a:rPr sz="1125" b="1">
                          <a:solidFill>
                            <a:srgbClr val="FFFFFF"/>
                          </a:solidFill>
                          <a:latin typeface="Noto Sans JP"/>
                          <a:ea typeface="Noto Sans JP"/>
                          <a:cs typeface="Noto Sans JP"/>
                        </a:rPr>
                        <a:t>物理量</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定義・単位</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何を表すか</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COMSOLで使う場所</a:t>
                      </a:r>
                    </a:p>
                  </a:txBody>
                  <a:tcPr marL="91440" marR="91440" marT="45720" marB="45720" anchor="ctr">
                    <a:solidFill>
                      <a:srgbClr val="00A6D6"/>
                    </a:solidFill>
                  </a:tcPr>
                </a:tc>
              </a:tr>
              <a:tr h="591911">
                <a:tc>
                  <a:txBody>
                    <a:bodyPr lIns="57150" tIns="47625" rIns="57150" bIns="47625">
                      <a:normAutofit/>
                    </a:bodyPr>
                    <a:lstStyle/>
                    <a:p>
                      <a:pPr algn="l"/>
                      <a:r>
                        <a:rPr sz="1050" b="1">
                          <a:solidFill>
                            <a:srgbClr val="333333"/>
                          </a:solidFill>
                          <a:latin typeface="Noto Sans JP"/>
                          <a:ea typeface="Noto Sans JP"/>
                          <a:cs typeface="Noto Sans JP"/>
                        </a:rPr>
                        <a:t>EEDF p(ε)</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∫p dε = 1  [eV⁻¹]</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電子が各エネルギーに存在する割合</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反応速度、エネルギー損失、EEDF参照表</a:t>
                      </a:r>
                    </a:p>
                  </a:txBody>
                  <a:tcPr marL="91440" marR="91440" marT="45720" marB="45720" anchor="ctr">
                    <a:solidFill>
                      <a:srgbClr val="FFFFFF"/>
                    </a:solidFill>
                  </a:tcPr>
                </a:tc>
              </a:tr>
              <a:tr h="591911">
                <a:tc>
                  <a:txBody>
                    <a:bodyPr lIns="57150" tIns="47625" rIns="57150" bIns="47625">
                      <a:normAutofit/>
                    </a:bodyPr>
                    <a:lstStyle/>
                    <a:p>
                      <a:pPr algn="l"/>
                      <a:r>
                        <a:rPr sz="1050" b="1">
                          <a:solidFill>
                            <a:srgbClr val="333333"/>
                          </a:solidFill>
                          <a:latin typeface="Noto Sans JP"/>
                          <a:ea typeface="Noto Sans JP"/>
                          <a:cs typeface="Noto Sans JP"/>
                        </a:rPr>
                        <a:t>平均エネルギー ⟨ε⟩</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∫εp dε  [eV]</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EEDFの一次モーメント</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電子エネルギー方程式の状態量</a:t>
                      </a:r>
                    </a:p>
                  </a:txBody>
                  <a:tcPr marL="91440" marR="91440" marT="45720" marB="45720" anchor="ctr">
                    <a:solidFill>
                      <a:srgbClr val="F2F3F4"/>
                    </a:solidFill>
                  </a:tcPr>
                </a:tc>
              </a:tr>
              <a:tr h="591911">
                <a:tc>
                  <a:txBody>
                    <a:bodyPr lIns="57150" tIns="47625" rIns="57150" bIns="47625">
                      <a:normAutofit/>
                    </a:bodyPr>
                    <a:lstStyle/>
                    <a:p>
                      <a:pPr algn="l"/>
                      <a:r>
                        <a:rPr sz="1050" b="1">
                          <a:solidFill>
                            <a:srgbClr val="333333"/>
                          </a:solidFill>
                          <a:latin typeface="Noto Sans JP"/>
                          <a:ea typeface="Noto Sans JP"/>
                          <a:cs typeface="Noto Sans JP"/>
                        </a:rPr>
                        <a:t>移動度 μ または μN</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m² V⁻¹ s⁻¹ / m⁻¹ V⁻¹ s⁻¹</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電場方向の電子流束</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Γₑ = −μnₑE − D∇nₑ</a:t>
                      </a:r>
                    </a:p>
                  </a:txBody>
                  <a:tcPr marL="91440" marR="91440" marT="45720" marB="45720" anchor="ctr">
                    <a:solidFill>
                      <a:srgbClr val="FFFFFF"/>
                    </a:solidFill>
                  </a:tcPr>
                </a:tc>
              </a:tr>
              <a:tr h="591911">
                <a:tc>
                  <a:txBody>
                    <a:bodyPr lIns="57150" tIns="47625" rIns="57150" bIns="47625">
                      <a:normAutofit/>
                    </a:bodyPr>
                    <a:lstStyle/>
                    <a:p>
                      <a:pPr algn="l"/>
                      <a:r>
                        <a:rPr sz="1050" b="1">
                          <a:solidFill>
                            <a:srgbClr val="333333"/>
                          </a:solidFill>
                          <a:latin typeface="Noto Sans JP"/>
                          <a:ea typeface="Noto Sans JP"/>
                          <a:cs typeface="Noto Sans JP"/>
                        </a:rPr>
                        <a:t>拡散係数 D または DN</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m² s⁻¹ / m⁻¹ s⁻¹</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密度勾配による広がり</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電子・エネルギー流束</a:t>
                      </a:r>
                    </a:p>
                  </a:txBody>
                  <a:tcPr marL="91440" marR="91440" marT="45720" marB="45720" anchor="ctr">
                    <a:solidFill>
                      <a:srgbClr val="F2F3F4"/>
                    </a:solidFill>
                  </a:tcPr>
                </a:tc>
              </a:tr>
              <a:tr h="591911">
                <a:tc>
                  <a:txBody>
                    <a:bodyPr lIns="57150" tIns="47625" rIns="57150" bIns="47625">
                      <a:normAutofit/>
                    </a:bodyPr>
                    <a:lstStyle/>
                    <a:p>
                      <a:pPr algn="l"/>
                      <a:r>
                        <a:rPr sz="1050" b="1">
                          <a:solidFill>
                            <a:srgbClr val="333333"/>
                          </a:solidFill>
                          <a:latin typeface="Noto Sans JP"/>
                          <a:ea typeface="Noto Sans JP"/>
                          <a:cs typeface="Noto Sans JP"/>
                        </a:rPr>
                        <a:t>反応速度係数 kⱼ</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m³ s⁻¹</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励起・電離・解離・付着の頻度</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Rⱼ = kⱼ Nⱼ nₑ</a:t>
                      </a:r>
                    </a:p>
                  </a:txBody>
                  <a:tcPr marL="91440" marR="91440" marT="45720" marB="45720" anchor="ctr">
                    <a:solidFill>
                      <a:srgbClr val="FFFFFF"/>
                    </a:solidFill>
                  </a:tcPr>
                </a:tc>
              </a:tr>
              <a:tr h="591911">
                <a:tc>
                  <a:txBody>
                    <a:bodyPr lIns="57150" tIns="47625" rIns="57150" bIns="47625">
                      <a:normAutofit/>
                    </a:bodyPr>
                    <a:lstStyle/>
                    <a:p>
                      <a:pPr algn="l"/>
                      <a:r>
                        <a:rPr sz="1050" b="1">
                          <a:solidFill>
                            <a:srgbClr val="333333"/>
                          </a:solidFill>
                          <a:latin typeface="Noto Sans JP"/>
                          <a:ea typeface="Noto Sans JP"/>
                          <a:cs typeface="Noto Sans JP"/>
                        </a:rPr>
                        <a:t>成長・減衰率 g</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s⁻¹</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電離と付着を含む電子数変化</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Swarm計算の定常性・人口バランス確認</a:t>
                      </a:r>
                    </a:p>
                  </a:txBody>
                  <a:tcPr marL="91440" marR="91440" marT="45720" marB="45720" anchor="ctr">
                    <a:solidFill>
                      <a:srgbClr val="F2F3F4"/>
                    </a:solidFill>
                  </a:tcPr>
                </a:tc>
              </a:tr>
            </a:tbl>
          </a:graphicData>
        </a:graphic>
      </p:graphicFrame>
      <p:sp>
        <p:nvSpPr>
          <p:cNvPr id="4" name="takeaway-bullet">
            <a:extLst xmlns:a="http://schemas.openxmlformats.org/drawingml/2006/main">
              <a:ext uri="{FF2B5EF4-FFF2-40B4-BE49-F238E27FC236}">
                <a16:creationId xmlns:a16="http://schemas.microsoft.com/office/drawing/2014/main" id="{716D949E-99A5-4BA3-8062-FAA14EE26C2E}"/>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 name="takeaway">
            <a:extLst xmlns:a="http://schemas.openxmlformats.org/drawingml/2006/main">
              <a:ext uri="{FF2B5EF4-FFF2-40B4-BE49-F238E27FC236}">
                <a16:creationId xmlns:a16="http://schemas.microsoft.com/office/drawing/2014/main" id="{AA113472-8759-44E0-9B22-4C22FBE6F083}"/>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同じEEDFから輸送係数と反応速度を計算し、単位と定義を固定してCOMSOLへ渡す。</a:t>
            </a:r>
          </a:p>
        </p:txBody>
      </p:sp>
      <p:sp>
        <p:nvSpPr>
          <p:cNvPr id="6" name="source">
            <a:extLst xmlns:a="http://schemas.openxmlformats.org/drawingml/2006/main">
              <a:ext uri="{FF2B5EF4-FFF2-40B4-BE49-F238E27FC236}">
                <a16:creationId xmlns:a16="http://schemas.microsoft.com/office/drawing/2014/main" id="{410352C8-9FDC-412D-901E-2921C5E81ABB}"/>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Definitions follow the repository result schema and COMSOL input tables; detailed conventions in speaker notes.</a:t>
            </a:r>
          </a:p>
        </p:txBody>
      </p:sp>
      <p:sp>
        <p:nvSpPr>
          <p:cNvPr id="7" name="section">
            <a:extLst xmlns:a="http://schemas.openxmlformats.org/drawingml/2006/main">
              <a:ext uri="{FF2B5EF4-FFF2-40B4-BE49-F238E27FC236}">
                <a16:creationId xmlns:a16="http://schemas.microsoft.com/office/drawing/2014/main" id="{F2AEC597-3E7D-48E1-853A-051C02A456BA}"/>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
        <p:nvSpPr>
          <p:cNvPr id="8" name="footer">
            <a:extLst xmlns:a="http://schemas.openxmlformats.org/drawingml/2006/main">
              <a:ext uri="{FF2B5EF4-FFF2-40B4-BE49-F238E27FC236}">
                <a16:creationId xmlns:a16="http://schemas.microsoft.com/office/drawing/2014/main" id="{89AA3A82-45DD-41E9-B334-E532BEF4A22B}"/>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9" name="page">
            <a:extLst xmlns:a="http://schemas.openxmlformats.org/drawingml/2006/main">
              <a:ext uri="{FF2B5EF4-FFF2-40B4-BE49-F238E27FC236}">
                <a16:creationId xmlns:a16="http://schemas.microsoft.com/office/drawing/2014/main" id="{BCEDAB5A-D25B-4704-B886-82FA9C8AC47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07</a:t>
            </a:r>
          </a:p>
        </p:txBody>
      </p:sp>
    </p:spTree>
    <p:extLst>
      <p:ext uri="{BB962C8B-B14F-4D97-AF65-F5344CB8AC3E}">
        <p14:creationId xmlns:p14="http://schemas.microsoft.com/office/powerpoint/2010/main" val="759641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92D1AB3-D361-4CE6-903D-4FBEF87B3D8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このコードで分かること、分からないこと</a:t>
            </a:r>
          </a:p>
        </p:txBody>
      </p:sp>
      <p:sp>
        <p:nvSpPr>
          <p:cNvPr id="3" name="">
            <a:extLst xmlns:a="http://schemas.openxmlformats.org/drawingml/2006/main">
              <a:ext uri="{FF2B5EF4-FFF2-40B4-BE49-F238E27FC236}">
                <a16:creationId xmlns:a16="http://schemas.microsoft.com/office/drawing/2014/main" id="{E2BACE5E-1292-47A2-AF49-F8F3873339AE}"/>
              </a:ext>
            </a:extLst>
          </p:cNvPr>
          <p:cNvSpPr>
            <a:spLocks xmlns:a="http://schemas.openxmlformats.org/drawingml/2006/main" noGrp="1"/>
          </p:cNvSpPr>
          <p:nvPr/>
        </p:nvSpPr>
        <p:spPr>
          <a:xfrm xmlns:a="http://schemas.openxmlformats.org/drawingml/2006/main">
            <a:off x="666750" y="147637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1" i="0">
                <a:solidFill>
                  <a:srgbClr val="008DB6"/>
                </a:solidFill>
                <a:latin typeface="Noto Sans JP"/>
                <a:ea typeface="Noto Sans JP"/>
                <a:cs typeface="Noto Sans JP"/>
              </a:defRPr>
            </a:pPr>
            <a:r>
              <a:rPr sz="1800" b="1" i="0">
                <a:solidFill>
                  <a:srgbClr val="008DB6"/>
                </a:solidFill>
                <a:latin typeface="Noto Sans JP"/>
                <a:ea typeface="Noto Sans JP"/>
                <a:cs typeface="Noto Sans JP"/>
              </a:rPr>
              <a:t>このコードが直接計算する</a:t>
            </a:r>
          </a:p>
        </p:txBody>
      </p:sp>
      <p:sp>
        <p:nvSpPr>
          <p:cNvPr id="4" name="">
            <a:extLst xmlns:a="http://schemas.openxmlformats.org/drawingml/2006/main">
              <a:ext uri="{FF2B5EF4-FFF2-40B4-BE49-F238E27FC236}">
                <a16:creationId xmlns:a16="http://schemas.microsoft.com/office/drawing/2014/main" id="{1251B988-BDA5-4939-B437-581A9EA3E315}"/>
              </a:ext>
            </a:extLst>
          </p:cNvPr>
          <p:cNvSpPr>
            <a:spLocks xmlns:a="http://schemas.openxmlformats.org/drawingml/2006/main" noGrp="1"/>
          </p:cNvSpPr>
          <p:nvPr/>
        </p:nvSpPr>
        <p:spPr>
          <a:xfrm xmlns:a="http://schemas.openxmlformats.org/drawingml/2006/main">
            <a:off x="6762750" y="147637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1" i="0">
                <a:solidFill>
                  <a:srgbClr val="D64045"/>
                </a:solidFill>
                <a:latin typeface="Noto Sans JP"/>
                <a:ea typeface="Noto Sans JP"/>
                <a:cs typeface="Noto Sans JP"/>
              </a:defRPr>
            </a:pPr>
            <a:r>
              <a:rPr sz="1800" b="1" i="0">
                <a:solidFill>
                  <a:srgbClr val="D64045"/>
                </a:solidFill>
                <a:latin typeface="Noto Sans JP"/>
                <a:ea typeface="Noto Sans JP"/>
                <a:cs typeface="Noto Sans JP"/>
              </a:rPr>
              <a:t>別モデルまたは追加証拠が必要</a:t>
            </a:r>
          </a:p>
        </p:txBody>
      </p:sp>
      <p:sp>
        <p:nvSpPr>
          <p:cNvPr id="5" name="">
            <a:extLst xmlns:a="http://schemas.openxmlformats.org/drawingml/2006/main">
              <a:ext uri="{FF2B5EF4-FFF2-40B4-BE49-F238E27FC236}">
                <a16:creationId xmlns:a16="http://schemas.microsoft.com/office/drawing/2014/main" id="{EF56F107-A39A-4F2A-9156-76971B19B8DC}"/>
              </a:ext>
            </a:extLst>
          </p:cNvPr>
          <p:cNvSpPr>
            <a:spLocks xmlns:a="http://schemas.openxmlformats.org/drawingml/2006/main" noGrp="1"/>
          </p:cNvSpPr>
          <p:nvPr/>
        </p:nvSpPr>
        <p:spPr>
          <a:xfrm xmlns:a="http://schemas.openxmlformats.org/drawingml/2006/main">
            <a:off x="6096000" y="1428750"/>
            <a:ext cx="0" cy="4000500"/>
          </a:xfrm>
          <a:prstGeom xmlns:a="http://schemas.openxmlformats.org/drawingml/2006/main" prst="line">
            <a:avLst/>
          </a:prstGeom>
          <a:noFill xmlns:a="http://schemas.openxmlformats.org/drawingml/2006/main"/>
          <a:ln xmlns:a="http://schemas.openxmlformats.org/drawingml/2006/main" w="9525">
            <a:solidFill>
              <a:srgbClr val="C7D1D6"/>
            </a:solidFill>
            <a:prstDash val="solid"/>
          </a:ln>
        </p:spPr>
      </p:sp>
      <p:sp>
        <p:nvSpPr>
          <p:cNvPr id="6" name="">
            <a:extLst xmlns:a="http://schemas.openxmlformats.org/drawingml/2006/main">
              <a:ext uri="{FF2B5EF4-FFF2-40B4-BE49-F238E27FC236}">
                <a16:creationId xmlns:a16="http://schemas.microsoft.com/office/drawing/2014/main" id="{4B91A7A5-0292-4121-B0DF-17993D2EC8C0}"/>
              </a:ext>
            </a:extLst>
          </p:cNvPr>
          <p:cNvSpPr>
            <a:spLocks xmlns:a="http://schemas.openxmlformats.org/drawingml/2006/main" noGrp="1"/>
          </p:cNvSpPr>
          <p:nvPr/>
        </p:nvSpPr>
        <p:spPr>
          <a:xfrm xmlns:a="http://schemas.openxmlformats.org/drawingml/2006/main">
            <a:off x="904875" y="223837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BCF9290-1532-4C98-9DCC-3BF68373FC09}"/>
              </a:ext>
            </a:extLst>
          </p:cNvPr>
          <p:cNvSpPr>
            <a:spLocks xmlns:a="http://schemas.openxmlformats.org/drawingml/2006/main" noGrp="1"/>
          </p:cNvSpPr>
          <p:nvPr/>
        </p:nvSpPr>
        <p:spPr>
          <a:xfrm xmlns:a="http://schemas.openxmlformats.org/drawingml/2006/main">
            <a:off x="1143000" y="20764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一様DC場でのEEDFと電子物性</a:t>
            </a:r>
          </a:p>
        </p:txBody>
      </p:sp>
      <p:sp>
        <p:nvSpPr>
          <p:cNvPr id="8" name="">
            <a:extLst xmlns:a="http://schemas.openxmlformats.org/drawingml/2006/main">
              <a:ext uri="{FF2B5EF4-FFF2-40B4-BE49-F238E27FC236}">
                <a16:creationId xmlns:a16="http://schemas.microsoft.com/office/drawing/2014/main" id="{2900E2E1-3C86-4447-861A-863B0A0B3E4C}"/>
              </a:ext>
            </a:extLst>
          </p:cNvPr>
          <p:cNvSpPr>
            <a:spLocks xmlns:a="http://schemas.openxmlformats.org/drawingml/2006/main" noGrp="1"/>
          </p:cNvSpPr>
          <p:nvPr/>
        </p:nvSpPr>
        <p:spPr>
          <a:xfrm xmlns:a="http://schemas.openxmlformats.org/drawingml/2006/main">
            <a:off x="904875" y="286702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8425C2F-D42F-494A-8BAD-D4665C6CD732}"/>
              </a:ext>
            </a:extLst>
          </p:cNvPr>
          <p:cNvSpPr>
            <a:spLocks xmlns:a="http://schemas.openxmlformats.org/drawingml/2006/main" noGrp="1"/>
          </p:cNvSpPr>
          <p:nvPr/>
        </p:nvSpPr>
        <p:spPr>
          <a:xfrm xmlns:a="http://schemas.openxmlformats.org/drawingml/2006/main">
            <a:off x="1143000" y="27051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9553"/>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two-term / multi-term / Monte Carlo / propagatorの比較</a:t>
            </a:r>
          </a:p>
        </p:txBody>
      </p:sp>
      <p:sp>
        <p:nvSpPr>
          <p:cNvPr id="10" name="">
            <a:extLst xmlns:a="http://schemas.openxmlformats.org/drawingml/2006/main">
              <a:ext uri="{FF2B5EF4-FFF2-40B4-BE49-F238E27FC236}">
                <a16:creationId xmlns:a16="http://schemas.microsoft.com/office/drawing/2014/main" id="{7085F738-7E76-40C8-AAA2-D594EC77F2B9}"/>
              </a:ext>
            </a:extLst>
          </p:cNvPr>
          <p:cNvSpPr>
            <a:spLocks xmlns:a="http://schemas.openxmlformats.org/drawingml/2006/main" noGrp="1"/>
          </p:cNvSpPr>
          <p:nvPr/>
        </p:nvSpPr>
        <p:spPr>
          <a:xfrm xmlns:a="http://schemas.openxmlformats.org/drawingml/2006/main">
            <a:off x="904875" y="349567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D84E119-231C-48DE-82E3-B7BF6C77973A}"/>
              </a:ext>
            </a:extLst>
          </p:cNvPr>
          <p:cNvSpPr>
            <a:spLocks xmlns:a="http://schemas.openxmlformats.org/drawingml/2006/main" noGrp="1"/>
          </p:cNvSpPr>
          <p:nvPr/>
        </p:nvSpPr>
        <p:spPr>
          <a:xfrm xmlns:a="http://schemas.openxmlformats.org/drawingml/2006/main">
            <a:off x="1143000" y="33337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Ar、N₂、O₂混合に対するE/N掃引</a:t>
            </a:r>
          </a:p>
        </p:txBody>
      </p:sp>
      <p:sp>
        <p:nvSpPr>
          <p:cNvPr id="12" name="">
            <a:extLst xmlns:a="http://schemas.openxmlformats.org/drawingml/2006/main">
              <a:ext uri="{FF2B5EF4-FFF2-40B4-BE49-F238E27FC236}">
                <a16:creationId xmlns:a16="http://schemas.microsoft.com/office/drawing/2014/main" id="{66B3F96D-075A-460D-882D-EEF370666DD6}"/>
              </a:ext>
            </a:extLst>
          </p:cNvPr>
          <p:cNvSpPr>
            <a:spLocks xmlns:a="http://schemas.openxmlformats.org/drawingml/2006/main" noGrp="1"/>
          </p:cNvSpPr>
          <p:nvPr/>
        </p:nvSpPr>
        <p:spPr>
          <a:xfrm xmlns:a="http://schemas.openxmlformats.org/drawingml/2006/main">
            <a:off x="904875" y="412432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E284E77-9A2D-4803-B527-A6BB339234BE}"/>
              </a:ext>
            </a:extLst>
          </p:cNvPr>
          <p:cNvSpPr>
            <a:spLocks xmlns:a="http://schemas.openxmlformats.org/drawingml/2006/main" noGrp="1"/>
          </p:cNvSpPr>
          <p:nvPr/>
        </p:nvSpPr>
        <p:spPr>
          <a:xfrm xmlns:a="http://schemas.openxmlformats.org/drawingml/2006/main">
            <a:off x="1143000" y="39624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格子収束・統計誤差・手法間差の確認</a:t>
            </a:r>
          </a:p>
        </p:txBody>
      </p:sp>
      <p:sp>
        <p:nvSpPr>
          <p:cNvPr id="14" name="">
            <a:extLst xmlns:a="http://schemas.openxmlformats.org/drawingml/2006/main">
              <a:ext uri="{FF2B5EF4-FFF2-40B4-BE49-F238E27FC236}">
                <a16:creationId xmlns:a16="http://schemas.microsoft.com/office/drawing/2014/main" id="{B433C9E9-CFAD-49D2-8216-0DB7C48BA196}"/>
              </a:ext>
            </a:extLst>
          </p:cNvPr>
          <p:cNvSpPr>
            <a:spLocks xmlns:a="http://schemas.openxmlformats.org/drawingml/2006/main" noGrp="1"/>
          </p:cNvSpPr>
          <p:nvPr/>
        </p:nvSpPr>
        <p:spPr>
          <a:xfrm xmlns:a="http://schemas.openxmlformats.org/drawingml/2006/main">
            <a:off x="904875" y="4752975"/>
            <a:ext cx="85725" cy="857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3641738-8D06-46C9-8093-A0407A94E01D}"/>
              </a:ext>
            </a:extLst>
          </p:cNvPr>
          <p:cNvSpPr>
            <a:spLocks xmlns:a="http://schemas.openxmlformats.org/drawingml/2006/main" noGrp="1"/>
          </p:cNvSpPr>
          <p:nvPr/>
        </p:nvSpPr>
        <p:spPr>
          <a:xfrm xmlns:a="http://schemas.openxmlformats.org/drawingml/2006/main">
            <a:off x="1143000" y="45910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COMSOL用の物性表と出典情報の出力</a:t>
            </a:r>
          </a:p>
        </p:txBody>
      </p:sp>
      <p:sp>
        <p:nvSpPr>
          <p:cNvPr id="16" name="">
            <a:extLst xmlns:a="http://schemas.openxmlformats.org/drawingml/2006/main">
              <a:ext uri="{FF2B5EF4-FFF2-40B4-BE49-F238E27FC236}">
                <a16:creationId xmlns:a16="http://schemas.microsoft.com/office/drawing/2014/main" id="{E44F38BC-0510-42C2-844E-DFD0BFD4A787}"/>
              </a:ext>
            </a:extLst>
          </p:cNvPr>
          <p:cNvSpPr>
            <a:spLocks xmlns:a="http://schemas.openxmlformats.org/drawingml/2006/main" noGrp="1"/>
          </p:cNvSpPr>
          <p:nvPr/>
        </p:nvSpPr>
        <p:spPr>
          <a:xfrm xmlns:a="http://schemas.openxmlformats.org/drawingml/2006/main">
            <a:off x="7000875" y="2238375"/>
            <a:ext cx="85725" cy="85725"/>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3B2062A-383B-4113-83E4-9AD8C60246FB}"/>
              </a:ext>
            </a:extLst>
          </p:cNvPr>
          <p:cNvSpPr>
            <a:spLocks xmlns:a="http://schemas.openxmlformats.org/drawingml/2006/main" noGrp="1"/>
          </p:cNvSpPr>
          <p:nvPr/>
        </p:nvSpPr>
        <p:spPr>
          <a:xfrm xmlns:a="http://schemas.openxmlformats.org/drawingml/2006/main">
            <a:off x="7239000" y="20764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装置内の2次元・3次元空間分布そのもの</a:t>
            </a:r>
          </a:p>
        </p:txBody>
      </p:sp>
      <p:sp>
        <p:nvSpPr>
          <p:cNvPr id="18" name="">
            <a:extLst xmlns:a="http://schemas.openxmlformats.org/drawingml/2006/main">
              <a:ext uri="{FF2B5EF4-FFF2-40B4-BE49-F238E27FC236}">
                <a16:creationId xmlns:a16="http://schemas.microsoft.com/office/drawing/2014/main" id="{A325E4ED-3C89-4013-8396-067E1F38BAE4}"/>
              </a:ext>
            </a:extLst>
          </p:cNvPr>
          <p:cNvSpPr>
            <a:spLocks xmlns:a="http://schemas.openxmlformats.org/drawingml/2006/main" noGrp="1"/>
          </p:cNvSpPr>
          <p:nvPr/>
        </p:nvSpPr>
        <p:spPr>
          <a:xfrm xmlns:a="http://schemas.openxmlformats.org/drawingml/2006/main">
            <a:off x="7000875" y="2867025"/>
            <a:ext cx="85725" cy="85725"/>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C4361DD-C29F-45AD-A7CD-CBD3325F0F0E}"/>
              </a:ext>
            </a:extLst>
          </p:cNvPr>
          <p:cNvSpPr>
            <a:spLocks xmlns:a="http://schemas.openxmlformats.org/drawingml/2006/main" noGrp="1"/>
          </p:cNvSpPr>
          <p:nvPr/>
        </p:nvSpPr>
        <p:spPr>
          <a:xfrm xmlns:a="http://schemas.openxmlformats.org/drawingml/2006/main">
            <a:off x="7239000" y="27051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表面反応、エッチ速度、膜厚・プロファイル</a:t>
            </a:r>
          </a:p>
        </p:txBody>
      </p:sp>
      <p:sp>
        <p:nvSpPr>
          <p:cNvPr id="20" name="">
            <a:extLst xmlns:a="http://schemas.openxmlformats.org/drawingml/2006/main">
              <a:ext uri="{FF2B5EF4-FFF2-40B4-BE49-F238E27FC236}">
                <a16:creationId xmlns:a16="http://schemas.microsoft.com/office/drawing/2014/main" id="{C94F0E92-E344-411B-9626-38FC6B290725}"/>
              </a:ext>
            </a:extLst>
          </p:cNvPr>
          <p:cNvSpPr>
            <a:spLocks xmlns:a="http://schemas.openxmlformats.org/drawingml/2006/main" noGrp="1"/>
          </p:cNvSpPr>
          <p:nvPr/>
        </p:nvSpPr>
        <p:spPr>
          <a:xfrm xmlns:a="http://schemas.openxmlformats.org/drawingml/2006/main">
            <a:off x="7000875" y="3495675"/>
            <a:ext cx="85725" cy="85725"/>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F9E1375-87DA-437F-A2B2-F4592FCBB797}"/>
              </a:ext>
            </a:extLst>
          </p:cNvPr>
          <p:cNvSpPr>
            <a:spLocks xmlns:a="http://schemas.openxmlformats.org/drawingml/2006/main" noGrp="1"/>
          </p:cNvSpPr>
          <p:nvPr/>
        </p:nvSpPr>
        <p:spPr>
          <a:xfrm xmlns:a="http://schemas.openxmlformats.org/drawingml/2006/main">
            <a:off x="7239000" y="33337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シース内のイオンエネルギー分布</a:t>
            </a:r>
          </a:p>
        </p:txBody>
      </p:sp>
      <p:sp>
        <p:nvSpPr>
          <p:cNvPr id="22" name="">
            <a:extLst xmlns:a="http://schemas.openxmlformats.org/drawingml/2006/main">
              <a:ext uri="{FF2B5EF4-FFF2-40B4-BE49-F238E27FC236}">
                <a16:creationId xmlns:a16="http://schemas.microsoft.com/office/drawing/2014/main" id="{A6D1F37A-0EB3-4509-8A23-CF22AB2F4EF1}"/>
              </a:ext>
            </a:extLst>
          </p:cNvPr>
          <p:cNvSpPr>
            <a:spLocks xmlns:a="http://schemas.openxmlformats.org/drawingml/2006/main" noGrp="1"/>
          </p:cNvSpPr>
          <p:nvPr/>
        </p:nvSpPr>
        <p:spPr>
          <a:xfrm xmlns:a="http://schemas.openxmlformats.org/drawingml/2006/main">
            <a:off x="7000875" y="4124325"/>
            <a:ext cx="85725" cy="85725"/>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606F1F2-754C-4C0F-B4E5-D786A373C58E}"/>
              </a:ext>
            </a:extLst>
          </p:cNvPr>
          <p:cNvSpPr>
            <a:spLocks xmlns:a="http://schemas.openxmlformats.org/drawingml/2006/main" noGrp="1"/>
          </p:cNvSpPr>
          <p:nvPr/>
        </p:nvSpPr>
        <p:spPr>
          <a:xfrm xmlns:a="http://schemas.openxmlformats.org/drawingml/2006/main">
            <a:off x="7239000" y="39624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任意RF位相・強い非局所輸送の完全記述</a:t>
            </a:r>
          </a:p>
        </p:txBody>
      </p:sp>
      <p:sp>
        <p:nvSpPr>
          <p:cNvPr id="24" name="">
            <a:extLst xmlns:a="http://schemas.openxmlformats.org/drawingml/2006/main">
              <a:ext uri="{FF2B5EF4-FFF2-40B4-BE49-F238E27FC236}">
                <a16:creationId xmlns:a16="http://schemas.microsoft.com/office/drawing/2014/main" id="{8E0853F4-766F-49E7-84A7-2B1BFCF89DB2}"/>
              </a:ext>
            </a:extLst>
          </p:cNvPr>
          <p:cNvSpPr>
            <a:spLocks xmlns:a="http://schemas.openxmlformats.org/drawingml/2006/main" noGrp="1"/>
          </p:cNvSpPr>
          <p:nvPr/>
        </p:nvSpPr>
        <p:spPr>
          <a:xfrm xmlns:a="http://schemas.openxmlformats.org/drawingml/2006/main">
            <a:off x="7000875" y="4752975"/>
            <a:ext cx="85725" cy="85725"/>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19A0567-1445-4E31-A4F2-FE513555C0E0}"/>
              </a:ext>
            </a:extLst>
          </p:cNvPr>
          <p:cNvSpPr>
            <a:spLocks xmlns:a="http://schemas.openxmlformats.org/drawingml/2006/main" noGrp="1"/>
          </p:cNvSpPr>
          <p:nvPr/>
        </p:nvSpPr>
        <p:spPr>
          <a:xfrm xmlns:a="http://schemas.openxmlformats.org/drawingml/2006/main">
            <a:off x="7239000" y="45910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DCSを与えない場合の厳密な高次角度散乱</a:t>
            </a:r>
          </a:p>
        </p:txBody>
      </p:sp>
      <p:sp>
        <p:nvSpPr>
          <p:cNvPr id="26" name="takeaway-bullet">
            <a:extLst xmlns:a="http://schemas.openxmlformats.org/drawingml/2006/main">
              <a:ext uri="{FF2B5EF4-FFF2-40B4-BE49-F238E27FC236}">
                <a16:creationId xmlns:a16="http://schemas.microsoft.com/office/drawing/2014/main" id="{00FFFD0A-8D35-4A30-8292-D8706CE7A214}"/>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7" name="takeaway">
            <a:extLst xmlns:a="http://schemas.openxmlformats.org/drawingml/2006/main">
              <a:ext uri="{FF2B5EF4-FFF2-40B4-BE49-F238E27FC236}">
                <a16:creationId xmlns:a16="http://schemas.microsoft.com/office/drawing/2014/main" id="{0BA5BBA0-F75E-48A1-A688-BF6BEE86817C}"/>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有用性は「電子物性の仮定を比較し、装置モデルへ伝播する不確かさを絞る」ことにある。</a:t>
            </a:r>
          </a:p>
        </p:txBody>
      </p:sp>
      <p:sp>
        <p:nvSpPr>
          <p:cNvPr id="28" name="section">
            <a:extLst xmlns:a="http://schemas.openxmlformats.org/drawingml/2006/main">
              <a:ext uri="{FF2B5EF4-FFF2-40B4-BE49-F238E27FC236}">
                <a16:creationId xmlns:a16="http://schemas.microsoft.com/office/drawing/2014/main" id="{72F557CD-3E5E-49FD-8D03-61D2FE297E8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 目的と基礎</a:t>
            </a:r>
          </a:p>
        </p:txBody>
      </p:sp>
      <p:sp>
        <p:nvSpPr>
          <p:cNvPr id="29" name="footer">
            <a:extLst xmlns:a="http://schemas.openxmlformats.org/drawingml/2006/main">
              <a:ext uri="{FF2B5EF4-FFF2-40B4-BE49-F238E27FC236}">
                <a16:creationId xmlns:a16="http://schemas.microsoft.com/office/drawing/2014/main" id="{6C183814-FD0B-442C-BE04-5E2171B8E6CB}"/>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30" name="page">
            <a:extLst xmlns:a="http://schemas.openxmlformats.org/drawingml/2006/main">
              <a:ext uri="{FF2B5EF4-FFF2-40B4-BE49-F238E27FC236}">
                <a16:creationId xmlns:a16="http://schemas.microsoft.com/office/drawing/2014/main" id="{A211AE25-D147-40ED-B9B7-67B669ADC83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08</a:t>
            </a:r>
          </a:p>
        </p:txBody>
      </p:sp>
    </p:spTree>
    <p:extLst>
      <p:ext uri="{BB962C8B-B14F-4D97-AF65-F5344CB8AC3E}">
        <p14:creationId xmlns:p14="http://schemas.microsoft.com/office/powerpoint/2010/main" val="8591265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25768AE-1D51-41CA-A67F-8ABAD9E8E6C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4手法の違いを先に俯瞰する</a:t>
            </a:r>
          </a:p>
        </p:txBody>
      </p:sp>
      <p:graphicFrame>
        <p:nvGraphicFramePr>
          <p:cNvPr id="12" name=""/>
          <p:cNvGraphicFramePr/>
          <p:nvPr/>
        </p:nvGraphicFramePr>
        <p:xfrm>
          <a:off xmlns:a="http://schemas.openxmlformats.org/drawingml/2006/main" x="361950" y="1381125"/>
          <a:ext xmlns:a="http://schemas.openxmlformats.org/drawingml/2006/main" cx="11477625" cy="3714750"/>
        </p:xfrm>
        <a:graphic xmlns:a="http://schemas.openxmlformats.org/drawingml/2006/main">
          <a:graphicData uri="http://schemas.openxmlformats.org/drawingml/2006/table">
            <a:tbl>
              <a:tblPr/>
              <a:tblGrid>
                <a:gridCol w="1434703"/>
                <a:gridCol w="2295525"/>
                <a:gridCol w="2582466"/>
                <a:gridCol w="1205151"/>
                <a:gridCol w="1205151"/>
                <a:gridCol w="2754630"/>
              </a:tblGrid>
              <a:tr h="742950">
                <a:tc>
                  <a:txBody>
                    <a:bodyPr lIns="57150" tIns="47625" rIns="57150" bIns="47625">
                      <a:normAutofit/>
                    </a:bodyPr>
                    <a:lstStyle/>
                    <a:p>
                      <a:pPr algn="l"/>
                      <a:r>
                        <a:rPr sz="1050" b="1">
                          <a:solidFill>
                            <a:srgbClr val="FFFFFF"/>
                          </a:solidFill>
                          <a:latin typeface="Noto Sans JP"/>
                          <a:ea typeface="Noto Sans JP"/>
                          <a:cs typeface="Noto Sans JP"/>
                        </a:rPr>
                        <a:t>手法</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何を未知量として解くか</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主な近似・制約</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統計ノイズ</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相対コスト</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最も有用な場面</a:t>
                      </a:r>
                    </a:p>
                  </a:txBody>
                  <a:tcPr marL="91440" marR="91440" marT="45720" marB="45720" anchor="ctr">
                    <a:solidFill>
                      <a:srgbClr val="00A6D6"/>
                    </a:solidFill>
                  </a:tcPr>
                </a:tc>
              </a:tr>
              <a:tr h="742950">
                <a:tc>
                  <a:txBody>
                    <a:bodyPr lIns="57150" tIns="47625" rIns="57150" bIns="47625">
                      <a:normAutofit/>
                    </a:bodyPr>
                    <a:lstStyle/>
                    <a:p>
                      <a:pPr algn="l"/>
                      <a:r>
                        <a:rPr sz="975" b="1">
                          <a:solidFill>
                            <a:srgbClr val="333333"/>
                          </a:solidFill>
                          <a:latin typeface="Noto Sans JP"/>
                          <a:ea typeface="Noto Sans JP"/>
                          <a:cs typeface="Noto Sans JP"/>
                        </a:rPr>
                        <a:t>two-term</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等方成分F₀と流れ成分F₁</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ℓ≥2の角度成分を省略</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なし</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低</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広いE/N・混合比の条件探索</a:t>
                      </a:r>
                    </a:p>
                  </a:txBody>
                  <a:tcPr marL="91440" marR="91440" marT="45720" marB="45720" anchor="ctr">
                    <a:solidFill>
                      <a:srgbClr val="FFFFFF"/>
                    </a:solidFill>
                  </a:tcPr>
                </a:tc>
              </a:tr>
              <a:tr h="742950">
                <a:tc>
                  <a:txBody>
                    <a:bodyPr lIns="57150" tIns="47625" rIns="57150" bIns="47625">
                      <a:normAutofit/>
                    </a:bodyPr>
                    <a:lstStyle/>
                    <a:p>
                      <a:pPr algn="l"/>
                      <a:r>
                        <a:rPr sz="975" b="1">
                          <a:solidFill>
                            <a:srgbClr val="333333"/>
                          </a:solidFill>
                          <a:latin typeface="Noto Sans JP"/>
                          <a:ea typeface="Noto Sans JP"/>
                          <a:cs typeface="Noto Sans JP"/>
                        </a:rPr>
                        <a:t>multi-term PN</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F₀…F_LのLegendre成分</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L切断と角度散乱情報</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なし</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中</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角度異方性・二項近似誤差の評価</a:t>
                      </a:r>
                    </a:p>
                  </a:txBody>
                  <a:tcPr marL="91440" marR="91440" marT="45720" marB="45720" anchor="ctr">
                    <a:solidFill>
                      <a:srgbClr val="F2F3F4"/>
                    </a:solidFill>
                  </a:tcPr>
                </a:tc>
              </a:tr>
              <a:tr h="742950">
                <a:tc>
                  <a:txBody>
                    <a:bodyPr lIns="57150" tIns="47625" rIns="57150" bIns="47625">
                      <a:normAutofit/>
                    </a:bodyPr>
                    <a:lstStyle/>
                    <a:p>
                      <a:pPr algn="l"/>
                      <a:r>
                        <a:rPr sz="975" b="1">
                          <a:solidFill>
                            <a:srgbClr val="333333"/>
                          </a:solidFill>
                          <a:latin typeface="Noto Sans JP"/>
                          <a:ea typeface="Noto Sans JP"/>
                          <a:cs typeface="Noto Sans JP"/>
                        </a:rPr>
                        <a:t>Monte Carlo</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多数の電子軌道と衝突履歴</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有限標本・衝突モデル</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あり</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高</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選択条件の独立検算、B場・複雑軌道</a:t>
                      </a:r>
                    </a:p>
                  </a:txBody>
                  <a:tcPr marL="91440" marR="91440" marT="45720" marB="45720" anchor="ctr">
                    <a:solidFill>
                      <a:srgbClr val="FFFFFF"/>
                    </a:solidFill>
                  </a:tcPr>
                </a:tc>
              </a:tr>
              <a:tr h="742950">
                <a:tc>
                  <a:txBody>
                    <a:bodyPr lIns="57150" tIns="47625" rIns="57150" bIns="47625">
                      <a:normAutofit/>
                    </a:bodyPr>
                    <a:lstStyle/>
                    <a:p>
                      <a:pPr algn="l"/>
                      <a:r>
                        <a:rPr sz="975" b="1">
                          <a:solidFill>
                            <a:srgbClr val="333333"/>
                          </a:solidFill>
                          <a:latin typeface="Noto Sans JP"/>
                          <a:ea typeface="Noto Sans JP"/>
                          <a:cs typeface="Noto Sans JP"/>
                        </a:rPr>
                        <a:t>propagator P1</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(ε, μ)セルの確率質量</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角度1次までの衝突モデル、出力物性が限定</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なし</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中〜高</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独立な離散化・定常分布の検算</a:t>
                      </a:r>
                    </a:p>
                  </a:txBody>
                  <a:tcPr marL="91440" marR="91440" marT="45720" marB="45720" anchor="ctr">
                    <a:solidFill>
                      <a:srgbClr val="F2F3F4"/>
                    </a:solidFill>
                  </a:tcPr>
                </a:tc>
              </a:tr>
            </a:tbl>
          </a:graphicData>
        </a:graphic>
      </p:graphicFrame>
      <p:sp>
        <p:nvSpPr>
          <p:cNvPr id="4" name="">
            <a:extLst xmlns:a="http://schemas.openxmlformats.org/drawingml/2006/main">
              <a:ext uri="{FF2B5EF4-FFF2-40B4-BE49-F238E27FC236}">
                <a16:creationId xmlns:a16="http://schemas.microsoft.com/office/drawing/2014/main" id="{D6AAC1A5-A8E0-4065-9325-E4D1D9B55CFA}"/>
              </a:ext>
            </a:extLst>
          </p:cNvPr>
          <p:cNvSpPr>
            <a:spLocks xmlns:a="http://schemas.openxmlformats.org/drawingml/2006/main" noGrp="1"/>
          </p:cNvSpPr>
          <p:nvPr/>
        </p:nvSpPr>
        <p:spPr>
          <a:xfrm xmlns:a="http://schemas.openxmlformats.org/drawingml/2006/main">
            <a:off x="809625" y="5381625"/>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比較の前提</a:t>
            </a:r>
          </a:p>
        </p:txBody>
      </p:sp>
      <p:sp>
        <p:nvSpPr>
          <p:cNvPr id="5" name="">
            <a:extLst xmlns:a="http://schemas.openxmlformats.org/drawingml/2006/main">
              <a:ext uri="{FF2B5EF4-FFF2-40B4-BE49-F238E27FC236}">
                <a16:creationId xmlns:a16="http://schemas.microsoft.com/office/drawing/2014/main" id="{231CEE68-A048-4E6C-B390-CE710F771709}"/>
              </a:ext>
            </a:extLst>
          </p:cNvPr>
          <p:cNvSpPr>
            <a:spLocks xmlns:a="http://schemas.openxmlformats.org/drawingml/2006/main" noGrp="1"/>
          </p:cNvSpPr>
          <p:nvPr/>
        </p:nvSpPr>
        <p:spPr>
          <a:xfrm xmlns:a="http://schemas.openxmlformats.org/drawingml/2006/main">
            <a:off x="2571750" y="5314950"/>
            <a:ext cx="866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同じ断面積・混合比・E/N・角度散乱仮定・観測量定義で比較する。</a:t>
            </a:r>
          </a:p>
        </p:txBody>
      </p:sp>
      <p:sp>
        <p:nvSpPr>
          <p:cNvPr id="6" name="takeaway-bullet">
            <a:extLst xmlns:a="http://schemas.openxmlformats.org/drawingml/2006/main">
              <a:ext uri="{FF2B5EF4-FFF2-40B4-BE49-F238E27FC236}">
                <a16:creationId xmlns:a16="http://schemas.microsoft.com/office/drawing/2014/main" id="{876A13D2-D7D3-4B72-A227-019288354624}"/>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F22B9B14-9D38-41F8-AFA4-B9AE5F9F0F79}"/>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手法名ではなく、支配的な誤差源に直交する検算手法を選ぶ。</a:t>
            </a:r>
          </a:p>
        </p:txBody>
      </p:sp>
      <p:sp>
        <p:nvSpPr>
          <p:cNvPr id="8" name="section">
            <a:extLst xmlns:a="http://schemas.openxmlformats.org/drawingml/2006/main">
              <a:ext uri="{FF2B5EF4-FFF2-40B4-BE49-F238E27FC236}">
                <a16:creationId xmlns:a16="http://schemas.microsoft.com/office/drawing/2014/main" id="{A494586B-D1C1-4D34-9EB8-B2C575BFC31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
        <p:nvSpPr>
          <p:cNvPr id="9" name="footer">
            <a:extLst xmlns:a="http://schemas.openxmlformats.org/drawingml/2006/main">
              <a:ext uri="{FF2B5EF4-FFF2-40B4-BE49-F238E27FC236}">
                <a16:creationId xmlns:a16="http://schemas.microsoft.com/office/drawing/2014/main" id="{E22A29C8-A5E6-4ADE-9508-56632FD2FCA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0" name="page">
            <a:extLst xmlns:a="http://schemas.openxmlformats.org/drawingml/2006/main">
              <a:ext uri="{FF2B5EF4-FFF2-40B4-BE49-F238E27FC236}">
                <a16:creationId xmlns:a16="http://schemas.microsoft.com/office/drawing/2014/main" id="{4DAB6D94-5D88-4D6B-86E9-197806E36542}"/>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09</a:t>
            </a:r>
          </a:p>
        </p:txBody>
      </p:sp>
    </p:spTree>
    <p:extLst>
      <p:ext uri="{BB962C8B-B14F-4D97-AF65-F5344CB8AC3E}">
        <p14:creationId xmlns:p14="http://schemas.microsoft.com/office/powerpoint/2010/main" val="12983142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D14143E-DD92-4BB1-B03D-E6ED8429A65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開発目的から計算法を選ぶ</a:t>
            </a:r>
          </a:p>
        </p:txBody>
      </p:sp>
      <p:graphicFrame>
        <p:nvGraphicFramePr>
          <p:cNvPr id="12" name=""/>
          <p:cNvGraphicFramePr/>
          <p:nvPr/>
        </p:nvGraphicFramePr>
        <p:xfrm>
          <a:off xmlns:a="http://schemas.openxmlformats.org/drawingml/2006/main" x="476250" y="1381125"/>
          <a:ext xmlns:a="http://schemas.openxmlformats.org/drawingml/2006/main" cx="11239500" cy="3857625"/>
        </p:xfrm>
        <a:graphic xmlns:a="http://schemas.openxmlformats.org/drawingml/2006/main">
          <a:graphicData uri="http://schemas.openxmlformats.org/drawingml/2006/table">
            <a:tbl>
              <a:tblPr/>
              <a:tblGrid>
                <a:gridCol w="2750090"/>
                <a:gridCol w="2032676"/>
                <a:gridCol w="3228367"/>
                <a:gridCol w="3228367"/>
              </a:tblGrid>
              <a:tr h="642938">
                <a:tc>
                  <a:txBody>
                    <a:bodyPr lIns="57150" tIns="47625" rIns="57150" bIns="47625">
                      <a:normAutofit/>
                    </a:bodyPr>
                    <a:lstStyle/>
                    <a:p>
                      <a:pPr algn="l"/>
                      <a:r>
                        <a:rPr sz="1125" b="1">
                          <a:solidFill>
                            <a:srgbClr val="FFFFFF"/>
                          </a:solidFill>
                          <a:latin typeface="Noto Sans JP"/>
                          <a:ea typeface="Noto Sans JP"/>
                          <a:cs typeface="Noto Sans JP"/>
                        </a:rPr>
                        <a:t>知りたいこと</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最初に使う手法</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追加で行う検算</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判断の根拠</a:t>
                      </a:r>
                    </a:p>
                  </a:txBody>
                  <a:tcPr marL="91440" marR="91440" marT="45720" marB="45720" anchor="ctr">
                    <a:solidFill>
                      <a:srgbClr val="00A6D6"/>
                    </a:solidFill>
                  </a:tcPr>
                </a:tc>
              </a:tr>
              <a:tr h="642938">
                <a:tc>
                  <a:txBody>
                    <a:bodyPr lIns="57150" tIns="47625" rIns="57150" bIns="47625">
                      <a:normAutofit/>
                    </a:bodyPr>
                    <a:lstStyle/>
                    <a:p>
                      <a:pPr algn="l"/>
                      <a:r>
                        <a:rPr sz="1050" b="1">
                          <a:solidFill>
                            <a:srgbClr val="333333"/>
                          </a:solidFill>
                          <a:latin typeface="Noto Sans JP"/>
                          <a:ea typeface="Noto Sans JP"/>
                          <a:cs typeface="Noto Sans JP"/>
                        </a:rPr>
                        <a:t>広いE/N・混合比の傾向</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two-term</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閾値反応が変わる点だけ他手法</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高速、決定論的、掃引向き</a:t>
                      </a:r>
                    </a:p>
                  </a:txBody>
                  <a:tcPr marL="91440" marR="91440" marT="45720" marB="45720" anchor="ctr">
                    <a:solidFill>
                      <a:srgbClr val="FFFFFF"/>
                    </a:solidFill>
                  </a:tcPr>
                </a:tc>
              </a:tr>
              <a:tr h="642938">
                <a:tc>
                  <a:txBody>
                    <a:bodyPr lIns="57150" tIns="47625" rIns="57150" bIns="47625">
                      <a:normAutofit/>
                    </a:bodyPr>
                    <a:lstStyle/>
                    <a:p>
                      <a:pPr algn="l"/>
                      <a:r>
                        <a:rPr sz="1050" b="1">
                          <a:solidFill>
                            <a:srgbClr val="333333"/>
                          </a:solidFill>
                          <a:latin typeface="Noto Sans JP"/>
                          <a:ea typeface="Noto Sans JP"/>
                          <a:cs typeface="Noto Sans JP"/>
                        </a:rPr>
                        <a:t>二項近似の角度切断誤差</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multi-term PN</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Lmax収束、DCS／角度閉包の確認</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F₂以上を直接評価</a:t>
                      </a:r>
                    </a:p>
                  </a:txBody>
                  <a:tcPr marL="91440" marR="91440" marT="45720" marB="45720" anchor="ctr">
                    <a:solidFill>
                      <a:srgbClr val="F2F3F4"/>
                    </a:solidFill>
                  </a:tcPr>
                </a:tc>
              </a:tr>
              <a:tr h="642938">
                <a:tc>
                  <a:txBody>
                    <a:bodyPr lIns="57150" tIns="47625" rIns="57150" bIns="47625">
                      <a:normAutofit/>
                    </a:bodyPr>
                    <a:lstStyle/>
                    <a:p>
                      <a:pPr algn="l"/>
                      <a:r>
                        <a:rPr sz="1050" b="1">
                          <a:solidFill>
                            <a:srgbClr val="333333"/>
                          </a:solidFill>
                          <a:latin typeface="Noto Sans JP"/>
                          <a:ea typeface="Noto Sans JP"/>
                          <a:cs typeface="Noto Sans JP"/>
                        </a:rPr>
                        <a:t>粒子軌道・B場・複雑な衝突</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Monte Carlo</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異なる乱数系列、相対標準誤差、定常性、相関時間</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軌道を直接サンプリング</a:t>
                      </a:r>
                    </a:p>
                  </a:txBody>
                  <a:tcPr marL="91440" marR="91440" marT="45720" marB="45720" anchor="ctr">
                    <a:solidFill>
                      <a:srgbClr val="FFFFFF"/>
                    </a:solidFill>
                  </a:tcPr>
                </a:tc>
              </a:tr>
              <a:tr h="642938">
                <a:tc>
                  <a:txBody>
                    <a:bodyPr lIns="57150" tIns="47625" rIns="57150" bIns="47625">
                      <a:normAutofit/>
                    </a:bodyPr>
                    <a:lstStyle/>
                    <a:p>
                      <a:pPr algn="l"/>
                      <a:r>
                        <a:rPr sz="1050" b="1">
                          <a:solidFill>
                            <a:srgbClr val="333333"/>
                          </a:solidFill>
                          <a:latin typeface="Noto Sans JP"/>
                          <a:ea typeface="Noto Sans JP"/>
                          <a:cs typeface="Noto Sans JP"/>
                        </a:rPr>
                        <a:t>離散化に依存しない定常EEDF検算</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propagator P1</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エネルギー・角度格子の細分化</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遷移作用素の独立構成</a:t>
                      </a:r>
                    </a:p>
                  </a:txBody>
                  <a:tcPr marL="91440" marR="91440" marT="45720" marB="45720" anchor="ctr">
                    <a:solidFill>
                      <a:srgbClr val="F2F3F4"/>
                    </a:solidFill>
                  </a:tcPr>
                </a:tc>
              </a:tr>
              <a:tr h="642938">
                <a:tc>
                  <a:txBody>
                    <a:bodyPr lIns="57150" tIns="47625" rIns="57150" bIns="47625">
                      <a:normAutofit/>
                    </a:bodyPr>
                    <a:lstStyle/>
                    <a:p>
                      <a:pPr algn="l"/>
                      <a:r>
                        <a:rPr sz="1050" b="1">
                          <a:solidFill>
                            <a:srgbClr val="333333"/>
                          </a:solidFill>
                          <a:latin typeface="Noto Sans JP"/>
                          <a:ea typeface="Noto Sans JP"/>
                          <a:cs typeface="Noto Sans JP"/>
                        </a:rPr>
                        <a:t>COMSOL空間分布への影響</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採用条件を満たした物性表</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同一MPH・同一時刻・同一メッシュ</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入力以外の条件を固定</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5E84127-2165-4BB6-92D7-FA84DB7A1CA0}"/>
              </a:ext>
            </a:extLst>
          </p:cNvPr>
          <p:cNvSpPr>
            <a:spLocks xmlns:a="http://schemas.openxmlformats.org/drawingml/2006/main" noGrp="1"/>
          </p:cNvSpPr>
          <p:nvPr/>
        </p:nvSpPr>
        <p:spPr>
          <a:xfrm xmlns:a="http://schemas.openxmlformats.org/drawingml/2006/main">
            <a:off x="876300" y="547687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実務上の順序</a:t>
            </a:r>
          </a:p>
        </p:txBody>
      </p:sp>
      <p:sp>
        <p:nvSpPr>
          <p:cNvPr id="5" name="">
            <a:extLst xmlns:a="http://schemas.openxmlformats.org/drawingml/2006/main">
              <a:ext uri="{FF2B5EF4-FFF2-40B4-BE49-F238E27FC236}">
                <a16:creationId xmlns:a16="http://schemas.microsoft.com/office/drawing/2014/main" id="{AECED45D-C5D0-444C-849E-469F754D9ED5}"/>
              </a:ext>
            </a:extLst>
          </p:cNvPr>
          <p:cNvSpPr>
            <a:spLocks xmlns:a="http://schemas.openxmlformats.org/drawingml/2006/main" noGrp="1"/>
          </p:cNvSpPr>
          <p:nvPr/>
        </p:nvSpPr>
        <p:spPr>
          <a:xfrm xmlns:a="http://schemas.openxmlformats.org/drawingml/2006/main">
            <a:off x="2571750" y="54102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two-termで広く探索 → 差が装置KPIへ効く条件だけPN・P1・Monte Carloで検算</a:t>
            </a:r>
          </a:p>
        </p:txBody>
      </p:sp>
      <p:sp>
        <p:nvSpPr>
          <p:cNvPr id="6" name="takeaway-bullet">
            <a:extLst xmlns:a="http://schemas.openxmlformats.org/drawingml/2006/main">
              <a:ext uri="{FF2B5EF4-FFF2-40B4-BE49-F238E27FC236}">
                <a16:creationId xmlns:a16="http://schemas.microsoft.com/office/drawing/2014/main" id="{EA6FECEF-7BA0-49E0-86D6-2B0AF7D56EED}"/>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86866291-97B5-4046-9FD0-E54F613BBD45}"/>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高コスト手法を全条件に適用せず、物理感度と不確かさに応じて計算資源を配分する。</a:t>
            </a:r>
          </a:p>
        </p:txBody>
      </p:sp>
      <p:sp>
        <p:nvSpPr>
          <p:cNvPr id="8" name="section">
            <a:extLst xmlns:a="http://schemas.openxmlformats.org/drawingml/2006/main">
              <a:ext uri="{FF2B5EF4-FFF2-40B4-BE49-F238E27FC236}">
                <a16:creationId xmlns:a16="http://schemas.microsoft.com/office/drawing/2014/main" id="{BAFB82AD-6FA5-4C55-805C-B2E1E59E912C}"/>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
        <p:nvSpPr>
          <p:cNvPr id="9" name="footer">
            <a:extLst xmlns:a="http://schemas.openxmlformats.org/drawingml/2006/main">
              <a:ext uri="{FF2B5EF4-FFF2-40B4-BE49-F238E27FC236}">
                <a16:creationId xmlns:a16="http://schemas.microsoft.com/office/drawing/2014/main" id="{5723E861-16DE-4189-B525-0B2AF46ACF02}"/>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0" name="page">
            <a:extLst xmlns:a="http://schemas.openxmlformats.org/drawingml/2006/main">
              <a:ext uri="{FF2B5EF4-FFF2-40B4-BE49-F238E27FC236}">
                <a16:creationId xmlns:a16="http://schemas.microsoft.com/office/drawing/2014/main" id="{DC9D97A3-6DC4-4C4A-8C97-ACACF5B026B6}"/>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10</a:t>
            </a:r>
          </a:p>
        </p:txBody>
      </p:sp>
    </p:spTree>
    <p:extLst>
      <p:ext uri="{BB962C8B-B14F-4D97-AF65-F5344CB8AC3E}">
        <p14:creationId xmlns:p14="http://schemas.microsoft.com/office/powerpoint/2010/main" val="1099248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ABA6D18-D898-4E3D-9A2C-EF3722A98BA8}"/>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Two-term法 1/3：角度分布をF₀とF₁で表す</a:t>
            </a:r>
          </a:p>
        </p:txBody>
      </p:sp>
      <p:sp>
        <p:nvSpPr>
          <p:cNvPr id="3" name="subtitle">
            <a:extLst xmlns:a="http://schemas.openxmlformats.org/drawingml/2006/main">
              <a:ext uri="{FF2B5EF4-FFF2-40B4-BE49-F238E27FC236}">
                <a16:creationId xmlns:a16="http://schemas.microsoft.com/office/drawing/2014/main" id="{D3FB5B2B-14BF-4F8F-AF69-299788B76799}"/>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速度方向の分布をLegendre展開し、等方成分と電場方向の流れ成分だけを残す</a:t>
            </a:r>
          </a:p>
        </p:txBody>
      </p:sp>
      <p:sp>
        <p:nvSpPr>
          <p:cNvPr id="4" name="">
            <a:extLst xmlns:a="http://schemas.openxmlformats.org/drawingml/2006/main">
              <a:ext uri="{FF2B5EF4-FFF2-40B4-BE49-F238E27FC236}">
                <a16:creationId xmlns:a16="http://schemas.microsoft.com/office/drawing/2014/main" id="{C852B5DD-3985-40BE-A658-8E9429D119F0}"/>
              </a:ext>
            </a:extLst>
          </p:cNvPr>
          <p:cNvSpPr>
            <a:spLocks xmlns:a="http://schemas.openxmlformats.org/drawingml/2006/main" noGrp="1"/>
          </p:cNvSpPr>
          <p:nvPr/>
        </p:nvSpPr>
        <p:spPr>
          <a:xfrm xmlns:a="http://schemas.openxmlformats.org/drawingml/2006/main">
            <a:off x="952500" y="1381125"/>
            <a:ext cx="1143000" cy="6667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近似</a:t>
            </a:r>
          </a:p>
        </p:txBody>
      </p:sp>
      <p:sp>
        <p:nvSpPr>
          <p:cNvPr id="5" name="">
            <a:extLst xmlns:a="http://schemas.openxmlformats.org/drawingml/2006/main">
              <a:ext uri="{FF2B5EF4-FFF2-40B4-BE49-F238E27FC236}">
                <a16:creationId xmlns:a16="http://schemas.microsoft.com/office/drawing/2014/main" id="{247D48E5-17C7-4B15-BF32-CF6D7EF073E5}"/>
              </a:ext>
            </a:extLst>
          </p:cNvPr>
          <p:cNvSpPr>
            <a:spLocks xmlns:a="http://schemas.openxmlformats.org/drawingml/2006/main" noGrp="1"/>
          </p:cNvSpPr>
          <p:nvPr/>
        </p:nvSpPr>
        <p:spPr>
          <a:xfrm xmlns:a="http://schemas.openxmlformats.org/drawingml/2006/main">
            <a:off x="2095500" y="1381125"/>
            <a:ext cx="9144000" cy="6667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f(v, μ) ≈ F₀(v)P₀(μ) + F₁(v)P₁(μ) = F₀(v) + μF₁(v)</a:t>
            </a:r>
          </a:p>
        </p:txBody>
      </p:sp>
      <p:sp>
        <p:nvSpPr>
          <p:cNvPr id="6" name="">
            <a:extLst xmlns:a="http://schemas.openxmlformats.org/drawingml/2006/main">
              <a:ext uri="{FF2B5EF4-FFF2-40B4-BE49-F238E27FC236}">
                <a16:creationId xmlns:a16="http://schemas.microsoft.com/office/drawing/2014/main" id="{8532E1AD-CE90-4D52-B561-9ADAB409FC34}"/>
              </a:ext>
            </a:extLst>
          </p:cNvPr>
          <p:cNvSpPr>
            <a:spLocks xmlns:a="http://schemas.openxmlformats.org/drawingml/2006/main" noGrp="1"/>
          </p:cNvSpPr>
          <p:nvPr/>
        </p:nvSpPr>
        <p:spPr>
          <a:xfrm xmlns:a="http://schemas.openxmlformats.org/drawingml/2006/main">
            <a:off x="2714625" y="2571750"/>
            <a:ext cx="0" cy="2047875"/>
          </a:xfrm>
          <a:prstGeom xmlns:a="http://schemas.openxmlformats.org/drawingml/2006/main" prst="line">
            <a:avLst/>
          </a:prstGeom>
          <a:noFill xmlns:a="http://schemas.openxmlformats.org/drawingml/2006/main"/>
          <a:ln xmlns:a="http://schemas.openxmlformats.org/drawingml/2006/main" w="11430">
            <a:solidFill>
              <a:srgbClr val="70787C"/>
            </a:solidFill>
            <a:prstDash val="solid"/>
          </a:ln>
        </p:spPr>
      </p:sp>
      <p:sp>
        <p:nvSpPr>
          <p:cNvPr id="7" name="">
            <a:extLst xmlns:a="http://schemas.openxmlformats.org/drawingml/2006/main">
              <a:ext uri="{FF2B5EF4-FFF2-40B4-BE49-F238E27FC236}">
                <a16:creationId xmlns:a16="http://schemas.microsoft.com/office/drawing/2014/main" id="{9FF7F3F2-58D5-47B1-9579-0F56DE3F7C61}"/>
              </a:ext>
            </a:extLst>
          </p:cNvPr>
          <p:cNvSpPr>
            <a:spLocks xmlns:a="http://schemas.openxmlformats.org/drawingml/2006/main" noGrp="1"/>
          </p:cNvSpPr>
          <p:nvPr/>
        </p:nvSpPr>
        <p:spPr>
          <a:xfrm xmlns:a="http://schemas.openxmlformats.org/drawingml/2006/main">
            <a:off x="1666875" y="3600450"/>
            <a:ext cx="2095500" cy="0"/>
          </a:xfrm>
          <a:prstGeom xmlns:a="http://schemas.openxmlformats.org/drawingml/2006/main" prst="line">
            <a:avLst/>
          </a:prstGeom>
          <a:noFill xmlns:a="http://schemas.openxmlformats.org/drawingml/2006/main"/>
          <a:ln xmlns:a="http://schemas.openxmlformats.org/drawingml/2006/main" w="11430">
            <a:solidFill>
              <a:srgbClr val="70787C"/>
            </a:solidFill>
            <a:prstDash val="solid"/>
          </a:ln>
        </p:spPr>
      </p:sp>
      <p:sp>
        <p:nvSpPr>
          <p:cNvPr id="8" name="">
            <a:extLst xmlns:a="http://schemas.openxmlformats.org/drawingml/2006/main">
              <a:ext uri="{FF2B5EF4-FFF2-40B4-BE49-F238E27FC236}">
                <a16:creationId xmlns:a16="http://schemas.microsoft.com/office/drawing/2014/main" id="{B652BF1D-2148-4958-ACC8-D94C9740A5F2}"/>
              </a:ext>
            </a:extLst>
          </p:cNvPr>
          <p:cNvSpPr>
            <a:spLocks xmlns:a="http://schemas.openxmlformats.org/drawingml/2006/main" noGrp="1"/>
          </p:cNvSpPr>
          <p:nvPr/>
        </p:nvSpPr>
        <p:spPr>
          <a:xfrm xmlns:a="http://schemas.openxmlformats.org/drawingml/2006/main">
            <a:off x="1924050" y="2724150"/>
            <a:ext cx="1762125" cy="1762125"/>
          </a:xfrm>
          <a:prstGeom xmlns:a="http://schemas.openxmlformats.org/drawingml/2006/main" prst="ellipse">
            <a:avLst/>
          </a:prstGeom>
          <a:noFill xmlns:a="http://schemas.openxmlformats.org/drawingml/2006/main"/>
          <a:ln xmlns:a="http://schemas.openxmlformats.org/drawingml/2006/main" w="20955">
            <a:solidFill>
              <a:srgbClr val="00A6D6"/>
            </a:solidFill>
            <a:prstDash val="solid"/>
          </a:ln>
        </p:spPr>
      </p:sp>
      <p:sp>
        <p:nvSpPr>
          <p:cNvPr id="9" name="">
            <a:extLst xmlns:a="http://schemas.openxmlformats.org/drawingml/2006/main">
              <a:ext uri="{FF2B5EF4-FFF2-40B4-BE49-F238E27FC236}">
                <a16:creationId xmlns:a16="http://schemas.microsoft.com/office/drawing/2014/main" id="{8D4FD509-F6E5-4260-9D5B-A483C1328686}"/>
              </a:ext>
            </a:extLst>
          </p:cNvPr>
          <p:cNvSpPr>
            <a:spLocks xmlns:a="http://schemas.openxmlformats.org/drawingml/2006/main" noGrp="1"/>
          </p:cNvSpPr>
          <p:nvPr/>
        </p:nvSpPr>
        <p:spPr>
          <a:xfrm xmlns:a="http://schemas.openxmlformats.org/drawingml/2006/main">
            <a:off x="1619250" y="4810125"/>
            <a:ext cx="2428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008DB6"/>
                </a:solidFill>
                <a:latin typeface="Noto Sans JP"/>
                <a:ea typeface="Noto Sans JP"/>
                <a:cs typeface="Noto Sans JP"/>
              </a:defRPr>
            </a:pPr>
            <a:r>
              <a:rPr sz="1350" b="1" i="0">
                <a:solidFill>
                  <a:srgbClr val="008DB6"/>
                </a:solidFill>
                <a:latin typeface="Noto Sans JP"/>
                <a:ea typeface="Noto Sans JP"/>
                <a:cs typeface="Noto Sans JP"/>
              </a:rPr>
              <a:t>F₀：等方成分</a:t>
            </a:r>
          </a:p>
        </p:txBody>
      </p:sp>
      <p:sp>
        <p:nvSpPr>
          <p:cNvPr id="10" name="">
            <a:extLst xmlns:a="http://schemas.openxmlformats.org/drawingml/2006/main">
              <a:ext uri="{FF2B5EF4-FFF2-40B4-BE49-F238E27FC236}">
                <a16:creationId xmlns:a16="http://schemas.microsoft.com/office/drawing/2014/main" id="{30FCF5E8-FF76-430E-B56C-835EE1153EB2}"/>
              </a:ext>
            </a:extLst>
          </p:cNvPr>
          <p:cNvSpPr>
            <a:spLocks xmlns:a="http://schemas.openxmlformats.org/drawingml/2006/main" noGrp="1"/>
          </p:cNvSpPr>
          <p:nvPr/>
        </p:nvSpPr>
        <p:spPr>
          <a:xfrm xmlns:a="http://schemas.openxmlformats.org/drawingml/2006/main">
            <a:off x="7000875" y="2571750"/>
            <a:ext cx="0" cy="2047875"/>
          </a:xfrm>
          <a:prstGeom xmlns:a="http://schemas.openxmlformats.org/drawingml/2006/main" prst="line">
            <a:avLst/>
          </a:prstGeom>
          <a:noFill xmlns:a="http://schemas.openxmlformats.org/drawingml/2006/main"/>
          <a:ln xmlns:a="http://schemas.openxmlformats.org/drawingml/2006/main" w="11430">
            <a:solidFill>
              <a:srgbClr val="70787C"/>
            </a:solidFill>
            <a:prstDash val="solid"/>
          </a:ln>
        </p:spPr>
      </p:sp>
      <p:sp>
        <p:nvSpPr>
          <p:cNvPr id="11" name="">
            <a:extLst xmlns:a="http://schemas.openxmlformats.org/drawingml/2006/main">
              <a:ext uri="{FF2B5EF4-FFF2-40B4-BE49-F238E27FC236}">
                <a16:creationId xmlns:a16="http://schemas.microsoft.com/office/drawing/2014/main" id="{E945059F-05EB-4D30-957F-D807D0E88C1E}"/>
              </a:ext>
            </a:extLst>
          </p:cNvPr>
          <p:cNvSpPr>
            <a:spLocks xmlns:a="http://schemas.openxmlformats.org/drawingml/2006/main" noGrp="1"/>
          </p:cNvSpPr>
          <p:nvPr/>
        </p:nvSpPr>
        <p:spPr>
          <a:xfrm xmlns:a="http://schemas.openxmlformats.org/drawingml/2006/main">
            <a:off x="5953125" y="3600450"/>
            <a:ext cx="2095500" cy="0"/>
          </a:xfrm>
          <a:prstGeom xmlns:a="http://schemas.openxmlformats.org/drawingml/2006/main" prst="line">
            <a:avLst/>
          </a:prstGeom>
          <a:noFill xmlns:a="http://schemas.openxmlformats.org/drawingml/2006/main"/>
          <a:ln xmlns:a="http://schemas.openxmlformats.org/drawingml/2006/main" w="11430">
            <a:solidFill>
              <a:srgbClr val="70787C"/>
            </a:solidFill>
            <a:prstDash val="solid"/>
          </a:ln>
        </p:spPr>
      </p:sp>
      <p:sp>
        <p:nvSpPr>
          <p:cNvPr id="12" name="">
            <a:extLst xmlns:a="http://schemas.openxmlformats.org/drawingml/2006/main">
              <a:ext uri="{FF2B5EF4-FFF2-40B4-BE49-F238E27FC236}">
                <a16:creationId xmlns:a16="http://schemas.microsoft.com/office/drawing/2014/main" id="{0B3B053C-0242-43D8-9E3A-E9BF50A90B8D}"/>
              </a:ext>
            </a:extLst>
          </p:cNvPr>
          <p:cNvSpPr>
            <a:spLocks xmlns:a="http://schemas.openxmlformats.org/drawingml/2006/main" noGrp="1"/>
          </p:cNvSpPr>
          <p:nvPr/>
        </p:nvSpPr>
        <p:spPr>
          <a:xfrm xmlns:a="http://schemas.openxmlformats.org/drawingml/2006/main">
            <a:off x="6334125" y="2857500"/>
            <a:ext cx="1762125" cy="1762125"/>
          </a:xfrm>
          <a:prstGeom xmlns:a="http://schemas.openxmlformats.org/drawingml/2006/main" prst="ellipse">
            <a:avLst/>
          </a:prstGeom>
          <a:noFill xmlns:a="http://schemas.openxmlformats.org/drawingml/2006/main"/>
          <a:ln xmlns:a="http://schemas.openxmlformats.org/drawingml/2006/main" w="20955">
            <a:solidFill>
              <a:srgbClr val="00A6D6"/>
            </a:solidFill>
            <a:prstDash val="solid"/>
          </a:ln>
        </p:spPr>
      </p:sp>
      <p:sp>
        <p:nvSpPr>
          <p:cNvPr id="13" name="">
            <a:extLst xmlns:a="http://schemas.openxmlformats.org/drawingml/2006/main">
              <a:ext uri="{FF2B5EF4-FFF2-40B4-BE49-F238E27FC236}">
                <a16:creationId xmlns:a16="http://schemas.microsoft.com/office/drawing/2014/main" id="{677498A7-7A68-4FDB-9249-99A245CD5EE9}"/>
              </a:ext>
            </a:extLst>
          </p:cNvPr>
          <p:cNvSpPr>
            <a:spLocks xmlns:a="http://schemas.openxmlformats.org/drawingml/2006/main" noGrp="1"/>
          </p:cNvSpPr>
          <p:nvPr/>
        </p:nvSpPr>
        <p:spPr>
          <a:xfrm xmlns:a="http://schemas.openxmlformats.org/drawingml/2006/main">
            <a:off x="6191250" y="2362200"/>
            <a:ext cx="1143000" cy="190500"/>
          </a:xfrm>
          <a:prstGeom xmlns:a="http://schemas.openxmlformats.org/drawingml/2006/main" prst="rightArrow">
            <a:avLst/>
          </a:prstGeom>
          <a:solidFill xmlns:a="http://schemas.openxmlformats.org/drawingml/2006/main">
            <a:srgbClr val="D640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DF2CA25-0C3C-4A6E-BD79-9EC91E7434FC}"/>
              </a:ext>
            </a:extLst>
          </p:cNvPr>
          <p:cNvSpPr>
            <a:spLocks xmlns:a="http://schemas.openxmlformats.org/drawingml/2006/main" noGrp="1"/>
          </p:cNvSpPr>
          <p:nvPr/>
        </p:nvSpPr>
        <p:spPr>
          <a:xfrm xmlns:a="http://schemas.openxmlformats.org/drawingml/2006/main">
            <a:off x="7381875" y="2276475"/>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1" i="0">
                <a:solidFill>
                  <a:srgbClr val="D64045"/>
                </a:solidFill>
                <a:latin typeface="Noto Sans JP"/>
                <a:ea typeface="Noto Sans JP"/>
                <a:cs typeface="Noto Sans JP"/>
              </a:defRPr>
            </a:pPr>
            <a:r>
              <a:rPr sz="1200" b="1" i="0">
                <a:solidFill>
                  <a:srgbClr val="D64045"/>
                </a:solidFill>
                <a:latin typeface="Noto Sans JP"/>
                <a:ea typeface="Noto Sans JP"/>
                <a:cs typeface="Noto Sans JP"/>
              </a:rPr>
              <a:t>+E</a:t>
            </a:r>
          </a:p>
        </p:txBody>
      </p:sp>
      <p:sp>
        <p:nvSpPr>
          <p:cNvPr id="15" name="">
            <a:extLst xmlns:a="http://schemas.openxmlformats.org/drawingml/2006/main">
              <a:ext uri="{FF2B5EF4-FFF2-40B4-BE49-F238E27FC236}">
                <a16:creationId xmlns:a16="http://schemas.microsoft.com/office/drawing/2014/main" id="{F2413D16-1B3E-4BA8-B741-A8407D5095FB}"/>
              </a:ext>
            </a:extLst>
          </p:cNvPr>
          <p:cNvSpPr>
            <a:spLocks xmlns:a="http://schemas.openxmlformats.org/drawingml/2006/main" noGrp="1"/>
          </p:cNvSpPr>
          <p:nvPr/>
        </p:nvSpPr>
        <p:spPr>
          <a:xfrm xmlns:a="http://schemas.openxmlformats.org/drawingml/2006/main">
            <a:off x="5905500" y="4810125"/>
            <a:ext cx="2428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008DB6"/>
                </a:solidFill>
                <a:latin typeface="Noto Sans JP"/>
                <a:ea typeface="Noto Sans JP"/>
                <a:cs typeface="Noto Sans JP"/>
              </a:defRPr>
            </a:pPr>
            <a:r>
              <a:rPr sz="1350" b="1" i="0">
                <a:solidFill>
                  <a:srgbClr val="008DB6"/>
                </a:solidFill>
                <a:latin typeface="Noto Sans JP"/>
                <a:ea typeface="Noto Sans JP"/>
                <a:cs typeface="Noto Sans JP"/>
              </a:rPr>
              <a:t>F₀ + μF₁：前後非対称</a:t>
            </a:r>
          </a:p>
        </p:txBody>
      </p:sp>
      <p:sp>
        <p:nvSpPr>
          <p:cNvPr id="16" name="">
            <a:extLst xmlns:a="http://schemas.openxmlformats.org/drawingml/2006/main">
              <a:ext uri="{FF2B5EF4-FFF2-40B4-BE49-F238E27FC236}">
                <a16:creationId xmlns:a16="http://schemas.microsoft.com/office/drawing/2014/main" id="{8AA04D2E-F1E5-458D-B239-74FED50F1EB5}"/>
              </a:ext>
            </a:extLst>
          </p:cNvPr>
          <p:cNvSpPr>
            <a:spLocks xmlns:a="http://schemas.openxmlformats.org/drawingml/2006/main" noGrp="1"/>
          </p:cNvSpPr>
          <p:nvPr/>
        </p:nvSpPr>
        <p:spPr>
          <a:xfrm xmlns:a="http://schemas.openxmlformats.org/drawingml/2006/main">
            <a:off x="8858250" y="2381250"/>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720"/>
          </a:bodyPr>
          <a:lstStyle xmlns:a="http://schemas.openxmlformats.org/drawingml/2006/main"/>
          <a:p xmlns:a="http://schemas.openxmlformats.org/drawingml/2006/main">
            <a:pPr algn="ctr">
              <a:lnSpc>
                <a:spcPct val="102000"/>
              </a:lnSpc>
              <a:buNone/>
              <a:defRPr sz="1800" b="1" i="0">
                <a:solidFill>
                  <a:srgbClr val="008DB6"/>
                </a:solidFill>
                <a:latin typeface="Noto Sans JP"/>
                <a:ea typeface="Noto Sans JP"/>
                <a:cs typeface="Noto Sans JP"/>
              </a:defRPr>
            </a:pPr>
            <a:r>
              <a:rPr sz="1800" b="1" i="0">
                <a:solidFill>
                  <a:srgbClr val="008DB6"/>
                </a:solidFill>
                <a:latin typeface="Noto Sans JP"/>
                <a:ea typeface="Noto Sans JP"/>
                <a:cs typeface="Noto Sans JP"/>
              </a:rPr>
              <a:t>F₀</a:t>
            </a:r>
          </a:p>
        </p:txBody>
      </p:sp>
      <p:sp>
        <p:nvSpPr>
          <p:cNvPr id="17" name="">
            <a:extLst xmlns:a="http://schemas.openxmlformats.org/drawingml/2006/main">
              <a:ext uri="{FF2B5EF4-FFF2-40B4-BE49-F238E27FC236}">
                <a16:creationId xmlns:a16="http://schemas.microsoft.com/office/drawing/2014/main" id="{F45FF32A-7BB1-45CF-BC46-FD149EE83138}"/>
              </a:ext>
            </a:extLst>
          </p:cNvPr>
          <p:cNvSpPr>
            <a:spLocks xmlns:a="http://schemas.openxmlformats.org/drawingml/2006/main" noGrp="1"/>
          </p:cNvSpPr>
          <p:nvPr/>
        </p:nvSpPr>
        <p:spPr>
          <a:xfrm xmlns:a="http://schemas.openxmlformats.org/drawingml/2006/main">
            <a:off x="9620250" y="23336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3714"/>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粒子数・EEDF・平均エネルギー</a:t>
            </a:r>
          </a:p>
        </p:txBody>
      </p:sp>
      <p:sp>
        <p:nvSpPr>
          <p:cNvPr id="18" name="">
            <a:extLst xmlns:a="http://schemas.openxmlformats.org/drawingml/2006/main">
              <a:ext uri="{FF2B5EF4-FFF2-40B4-BE49-F238E27FC236}">
                <a16:creationId xmlns:a16="http://schemas.microsoft.com/office/drawing/2014/main" id="{2A9BB349-E5FF-41F0-A52B-7DD8DAF79A22}"/>
              </a:ext>
            </a:extLst>
          </p:cNvPr>
          <p:cNvSpPr>
            <a:spLocks xmlns:a="http://schemas.openxmlformats.org/drawingml/2006/main" noGrp="1"/>
          </p:cNvSpPr>
          <p:nvPr/>
        </p:nvSpPr>
        <p:spPr>
          <a:xfrm xmlns:a="http://schemas.openxmlformats.org/drawingml/2006/main">
            <a:off x="8858250" y="3095625"/>
            <a:ext cx="76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720"/>
          </a:bodyPr>
          <a:lstStyle xmlns:a="http://schemas.openxmlformats.org/drawingml/2006/main"/>
          <a:p xmlns:a="http://schemas.openxmlformats.org/drawingml/2006/main">
            <a:pPr algn="ctr">
              <a:lnSpc>
                <a:spcPct val="102000"/>
              </a:lnSpc>
              <a:buNone/>
              <a:defRPr sz="1800" b="1" i="0">
                <a:solidFill>
                  <a:srgbClr val="7B2FA3"/>
                </a:solidFill>
                <a:latin typeface="Noto Sans JP"/>
                <a:ea typeface="Noto Sans JP"/>
                <a:cs typeface="Noto Sans JP"/>
              </a:defRPr>
            </a:pPr>
            <a:r>
              <a:rPr sz="1800" b="1" i="0">
                <a:solidFill>
                  <a:srgbClr val="7B2FA3"/>
                </a:solidFill>
                <a:latin typeface="Noto Sans JP"/>
                <a:ea typeface="Noto Sans JP"/>
                <a:cs typeface="Noto Sans JP"/>
              </a:rPr>
              <a:t>F₁</a:t>
            </a:r>
          </a:p>
        </p:txBody>
      </p:sp>
      <p:sp>
        <p:nvSpPr>
          <p:cNvPr id="19" name="">
            <a:extLst xmlns:a="http://schemas.openxmlformats.org/drawingml/2006/main">
              <a:ext uri="{FF2B5EF4-FFF2-40B4-BE49-F238E27FC236}">
                <a16:creationId xmlns:a16="http://schemas.microsoft.com/office/drawing/2014/main" id="{F182BBA7-4577-466E-ACC5-BF63CA939E01}"/>
              </a:ext>
            </a:extLst>
          </p:cNvPr>
          <p:cNvSpPr>
            <a:spLocks xmlns:a="http://schemas.openxmlformats.org/drawingml/2006/main" noGrp="1"/>
          </p:cNvSpPr>
          <p:nvPr/>
        </p:nvSpPr>
        <p:spPr>
          <a:xfrm xmlns:a="http://schemas.openxmlformats.org/drawingml/2006/main">
            <a:off x="9620250" y="30480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9485"/>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電場方向のドリフト・流束</a:t>
            </a:r>
          </a:p>
        </p:txBody>
      </p:sp>
      <p:sp>
        <p:nvSpPr>
          <p:cNvPr id="20" name="">
            <a:extLst xmlns:a="http://schemas.openxmlformats.org/drawingml/2006/main">
              <a:ext uri="{FF2B5EF4-FFF2-40B4-BE49-F238E27FC236}">
                <a16:creationId xmlns:a16="http://schemas.microsoft.com/office/drawing/2014/main" id="{49648890-BAF3-4BE9-8E5F-E278172C6031}"/>
              </a:ext>
            </a:extLst>
          </p:cNvPr>
          <p:cNvSpPr>
            <a:spLocks xmlns:a="http://schemas.openxmlformats.org/drawingml/2006/main" noGrp="1"/>
          </p:cNvSpPr>
          <p:nvPr/>
        </p:nvSpPr>
        <p:spPr>
          <a:xfrm xmlns:a="http://schemas.openxmlformats.org/drawingml/2006/main">
            <a:off x="8763000" y="3905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D64045"/>
                </a:solidFill>
                <a:latin typeface="Noto Sans JP"/>
                <a:ea typeface="Noto Sans JP"/>
                <a:cs typeface="Noto Sans JP"/>
              </a:defRPr>
            </a:pPr>
            <a:r>
              <a:rPr sz="1350" b="1" i="0">
                <a:solidFill>
                  <a:srgbClr val="D64045"/>
                </a:solidFill>
                <a:latin typeface="Noto Sans JP"/>
                <a:ea typeface="Noto Sans JP"/>
                <a:cs typeface="Noto Sans JP"/>
              </a:rPr>
              <a:t>省略するもの</a:t>
            </a:r>
          </a:p>
        </p:txBody>
      </p:sp>
      <p:sp>
        <p:nvSpPr>
          <p:cNvPr id="21" name="">
            <a:extLst xmlns:a="http://schemas.openxmlformats.org/drawingml/2006/main">
              <a:ext uri="{FF2B5EF4-FFF2-40B4-BE49-F238E27FC236}">
                <a16:creationId xmlns:a16="http://schemas.microsoft.com/office/drawing/2014/main" id="{6D379816-A7F5-4FE2-8BE2-BA3130CBB524}"/>
              </a:ext>
            </a:extLst>
          </p:cNvPr>
          <p:cNvSpPr>
            <a:spLocks xmlns:a="http://schemas.openxmlformats.org/drawingml/2006/main" noGrp="1"/>
          </p:cNvSpPr>
          <p:nvPr/>
        </p:nvSpPr>
        <p:spPr>
          <a:xfrm xmlns:a="http://schemas.openxmlformats.org/drawingml/2006/main">
            <a:off x="9048750" y="4286250"/>
            <a:ext cx="2428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F₂, F₃, …：分布の曲率や高次の角度異方性</a:t>
            </a:r>
          </a:p>
        </p:txBody>
      </p:sp>
      <p:sp>
        <p:nvSpPr>
          <p:cNvPr id="22" name="takeaway-bullet">
            <a:extLst xmlns:a="http://schemas.openxmlformats.org/drawingml/2006/main">
              <a:ext uri="{FF2B5EF4-FFF2-40B4-BE49-F238E27FC236}">
                <a16:creationId xmlns:a16="http://schemas.microsoft.com/office/drawing/2014/main" id="{9222406A-9B66-4BF2-981A-9B26609894AF}"/>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3" name="takeaway">
            <a:extLst xmlns:a="http://schemas.openxmlformats.org/drawingml/2006/main">
              <a:ext uri="{FF2B5EF4-FFF2-40B4-BE49-F238E27FC236}">
                <a16:creationId xmlns:a16="http://schemas.microsoft.com/office/drawing/2014/main" id="{FB96C7E7-8CD0-4A1C-A7FB-B783C2A1A9BC}"/>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|F₁/F₀|が小さい条件では高速で有効。高E/N・前方散乱・B場ではF₂以上の切断誤差を確認する。</a:t>
            </a:r>
          </a:p>
        </p:txBody>
      </p:sp>
      <p:sp>
        <p:nvSpPr>
          <p:cNvPr id="24" name="source">
            <a:extLst xmlns:a="http://schemas.openxmlformats.org/drawingml/2006/main">
              <a:ext uri="{FF2B5EF4-FFF2-40B4-BE49-F238E27FC236}">
                <a16:creationId xmlns:a16="http://schemas.microsoft.com/office/drawing/2014/main" id="{AD8250A5-8998-4043-A2AF-C52623B85A03}"/>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Legendre expansion and two-term approximation: [R1], [R3], [R4]</a:t>
            </a:r>
          </a:p>
        </p:txBody>
      </p:sp>
      <p:sp>
        <p:nvSpPr>
          <p:cNvPr id="25" name="section">
            <a:extLst xmlns:a="http://schemas.openxmlformats.org/drawingml/2006/main">
              <a:ext uri="{FF2B5EF4-FFF2-40B4-BE49-F238E27FC236}">
                <a16:creationId xmlns:a16="http://schemas.microsoft.com/office/drawing/2014/main" id="{29E1B0E3-1F10-460A-9D3E-C36D2A5885A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
        <p:nvSpPr>
          <p:cNvPr id="26" name="footer">
            <a:extLst xmlns:a="http://schemas.openxmlformats.org/drawingml/2006/main">
              <a:ext uri="{FF2B5EF4-FFF2-40B4-BE49-F238E27FC236}">
                <a16:creationId xmlns:a16="http://schemas.microsoft.com/office/drawing/2014/main" id="{1DC0C0DA-771C-4529-84C3-32479FAE74D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27" name="page">
            <a:extLst xmlns:a="http://schemas.openxmlformats.org/drawingml/2006/main">
              <a:ext uri="{FF2B5EF4-FFF2-40B4-BE49-F238E27FC236}">
                <a16:creationId xmlns:a16="http://schemas.microsoft.com/office/drawing/2014/main" id="{F2057F41-FDD0-4701-BD22-929B6370D89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11</a:t>
            </a:r>
          </a:p>
        </p:txBody>
      </p:sp>
    </p:spTree>
    <p:extLst>
      <p:ext uri="{BB962C8B-B14F-4D97-AF65-F5344CB8AC3E}">
        <p14:creationId xmlns:p14="http://schemas.microsoft.com/office/powerpoint/2010/main" val="2637482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E8FD9F28-4FCD-4845-8873-FA19141E5AD7}"/>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Two-term法 2/3：1次元エネルギー空間でEEDFを解く</a:t>
            </a:r>
          </a:p>
        </p:txBody>
      </p:sp>
      <p:sp>
        <p:nvSpPr>
          <p:cNvPr id="3" name="">
            <a:extLst xmlns:a="http://schemas.openxmlformats.org/drawingml/2006/main">
              <a:ext uri="{FF2B5EF4-FFF2-40B4-BE49-F238E27FC236}">
                <a16:creationId xmlns:a16="http://schemas.microsoft.com/office/drawing/2014/main" id="{5A78B56B-FE7E-48CC-91A7-06A8C7D4102B}"/>
              </a:ext>
            </a:extLst>
          </p:cNvPr>
          <p:cNvSpPr>
            <a:spLocks xmlns:a="http://schemas.openxmlformats.org/drawingml/2006/main" noGrp="1"/>
          </p:cNvSpPr>
          <p:nvPr/>
        </p:nvSpPr>
        <p:spPr>
          <a:xfrm xmlns:a="http://schemas.openxmlformats.org/drawingml/2006/main">
            <a:off x="857250" y="1333500"/>
            <a:ext cx="1143000" cy="68580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保存則</a:t>
            </a:r>
          </a:p>
        </p:txBody>
      </p:sp>
      <p:sp>
        <p:nvSpPr>
          <p:cNvPr id="4" name="">
            <a:extLst xmlns:a="http://schemas.openxmlformats.org/drawingml/2006/main">
              <a:ext uri="{FF2B5EF4-FFF2-40B4-BE49-F238E27FC236}">
                <a16:creationId xmlns:a16="http://schemas.microsoft.com/office/drawing/2014/main" id="{E1187084-63B1-4F9E-9DD3-2BB54832FDAA}"/>
              </a:ext>
            </a:extLst>
          </p:cNvPr>
          <p:cNvSpPr>
            <a:spLocks xmlns:a="http://schemas.openxmlformats.org/drawingml/2006/main" noGrp="1"/>
          </p:cNvSpPr>
          <p:nvPr/>
        </p:nvSpPr>
        <p:spPr>
          <a:xfrm xmlns:a="http://schemas.openxmlformats.org/drawingml/2006/main">
            <a:off x="2000250" y="1333500"/>
            <a:ext cx="9334500" cy="68580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∂p/∂t = −∂Jε/∂ε + C_inel[p] ,    Jε = A(ε)p − D(ε)∂p/∂ε</a:t>
            </a:r>
          </a:p>
        </p:txBody>
      </p:sp>
      <p:sp>
        <p:nvSpPr>
          <p:cNvPr id="5" name="">
            <a:extLst xmlns:a="http://schemas.openxmlformats.org/drawingml/2006/main">
              <a:ext uri="{FF2B5EF4-FFF2-40B4-BE49-F238E27FC236}">
                <a16:creationId xmlns:a16="http://schemas.microsoft.com/office/drawing/2014/main" id="{022E34C9-C153-4194-8666-C9AEE5F12FA9}"/>
              </a:ext>
            </a:extLst>
          </p:cNvPr>
          <p:cNvSpPr>
            <a:spLocks xmlns:a="http://schemas.openxmlformats.org/drawingml/2006/main" noGrp="1"/>
          </p:cNvSpPr>
          <p:nvPr/>
        </p:nvSpPr>
        <p:spPr>
          <a:xfrm xmlns:a="http://schemas.openxmlformats.org/drawingml/2006/main">
            <a:off x="762000" y="23812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エネルギー格子</a:t>
            </a:r>
          </a:p>
        </p:txBody>
      </p:sp>
      <p:sp>
        <p:nvSpPr>
          <p:cNvPr id="6" name="">
            <a:extLst xmlns:a="http://schemas.openxmlformats.org/drawingml/2006/main">
              <a:ext uri="{FF2B5EF4-FFF2-40B4-BE49-F238E27FC236}">
                <a16:creationId xmlns:a16="http://schemas.microsoft.com/office/drawing/2014/main" id="{825E35EC-B6F2-4AE5-8CC6-9F919DD01364}"/>
              </a:ext>
            </a:extLst>
          </p:cNvPr>
          <p:cNvSpPr>
            <a:spLocks xmlns:a="http://schemas.openxmlformats.org/drawingml/2006/main" noGrp="1"/>
          </p:cNvSpPr>
          <p:nvPr/>
        </p:nvSpPr>
        <p:spPr>
          <a:xfrm xmlns:a="http://schemas.openxmlformats.org/drawingml/2006/main">
            <a:off x="952500" y="3333750"/>
            <a:ext cx="9810750" cy="0"/>
          </a:xfrm>
          <a:prstGeom xmlns:a="http://schemas.openxmlformats.org/drawingml/2006/main" prst="line">
            <a:avLst/>
          </a:prstGeom>
          <a:noFill xmlns:a="http://schemas.openxmlformats.org/drawingml/2006/main"/>
          <a:ln xmlns:a="http://schemas.openxmlformats.org/drawingml/2006/main" w="19050">
            <a:solidFill>
              <a:srgbClr val="241646"/>
            </a:solidFill>
            <a:prstDash val="solid"/>
          </a:ln>
        </p:spPr>
      </p:sp>
      <p:sp>
        <p:nvSpPr>
          <p:cNvPr id="7" name="">
            <a:extLst xmlns:a="http://schemas.openxmlformats.org/drawingml/2006/main">
              <a:ext uri="{FF2B5EF4-FFF2-40B4-BE49-F238E27FC236}">
                <a16:creationId xmlns:a16="http://schemas.microsoft.com/office/drawing/2014/main" id="{0F26F226-CEF9-44AC-ABAC-8A9154D82F50}"/>
              </a:ext>
            </a:extLst>
          </p:cNvPr>
          <p:cNvSpPr>
            <a:spLocks xmlns:a="http://schemas.openxmlformats.org/drawingml/2006/main" noGrp="1"/>
          </p:cNvSpPr>
          <p:nvPr/>
        </p:nvSpPr>
        <p:spPr>
          <a:xfrm xmlns:a="http://schemas.openxmlformats.org/drawingml/2006/main">
            <a:off x="952500"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8" name="">
            <a:extLst xmlns:a="http://schemas.openxmlformats.org/drawingml/2006/main">
              <a:ext uri="{FF2B5EF4-FFF2-40B4-BE49-F238E27FC236}">
                <a16:creationId xmlns:a16="http://schemas.microsoft.com/office/drawing/2014/main" id="{6C8D4984-64C5-44BD-A1F1-505AA6D96186}"/>
              </a:ext>
            </a:extLst>
          </p:cNvPr>
          <p:cNvSpPr>
            <a:spLocks xmlns:a="http://schemas.openxmlformats.org/drawingml/2006/main" noGrp="1"/>
          </p:cNvSpPr>
          <p:nvPr/>
        </p:nvSpPr>
        <p:spPr>
          <a:xfrm xmlns:a="http://schemas.openxmlformats.org/drawingml/2006/main">
            <a:off x="742950"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0</a:t>
            </a:r>
          </a:p>
        </p:txBody>
      </p:sp>
      <p:sp>
        <p:nvSpPr>
          <p:cNvPr id="9" name="">
            <a:extLst xmlns:a="http://schemas.openxmlformats.org/drawingml/2006/main">
              <a:ext uri="{FF2B5EF4-FFF2-40B4-BE49-F238E27FC236}">
                <a16:creationId xmlns:a16="http://schemas.microsoft.com/office/drawing/2014/main" id="{D97A43A2-0B46-4471-B262-2E57A3187112}"/>
              </a:ext>
            </a:extLst>
          </p:cNvPr>
          <p:cNvSpPr>
            <a:spLocks xmlns:a="http://schemas.openxmlformats.org/drawingml/2006/main" noGrp="1"/>
          </p:cNvSpPr>
          <p:nvPr/>
        </p:nvSpPr>
        <p:spPr>
          <a:xfrm xmlns:a="http://schemas.openxmlformats.org/drawingml/2006/main">
            <a:off x="1844386"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10" name="">
            <a:extLst xmlns:a="http://schemas.openxmlformats.org/drawingml/2006/main">
              <a:ext uri="{FF2B5EF4-FFF2-40B4-BE49-F238E27FC236}">
                <a16:creationId xmlns:a16="http://schemas.microsoft.com/office/drawing/2014/main" id="{45F21080-9951-41E0-BAB8-B68C354B0B74}"/>
              </a:ext>
            </a:extLst>
          </p:cNvPr>
          <p:cNvSpPr>
            <a:spLocks xmlns:a="http://schemas.openxmlformats.org/drawingml/2006/main" noGrp="1"/>
          </p:cNvSpPr>
          <p:nvPr/>
        </p:nvSpPr>
        <p:spPr>
          <a:xfrm xmlns:a="http://schemas.openxmlformats.org/drawingml/2006/main">
            <a:off x="1634836"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8087BA7D-4D6C-45C4-B9FB-BD7A65399268}"/>
              </a:ext>
            </a:extLst>
          </p:cNvPr>
          <p:cNvSpPr>
            <a:spLocks xmlns:a="http://schemas.openxmlformats.org/drawingml/2006/main" noGrp="1"/>
          </p:cNvSpPr>
          <p:nvPr/>
        </p:nvSpPr>
        <p:spPr>
          <a:xfrm xmlns:a="http://schemas.openxmlformats.org/drawingml/2006/main">
            <a:off x="2736273"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12" name="">
            <a:extLst xmlns:a="http://schemas.openxmlformats.org/drawingml/2006/main">
              <a:ext uri="{FF2B5EF4-FFF2-40B4-BE49-F238E27FC236}">
                <a16:creationId xmlns:a16="http://schemas.microsoft.com/office/drawing/2014/main" id="{6ABA41ED-3473-4314-815A-DE804AAA8B3D}"/>
              </a:ext>
            </a:extLst>
          </p:cNvPr>
          <p:cNvSpPr>
            <a:spLocks xmlns:a="http://schemas.openxmlformats.org/drawingml/2006/main" noGrp="1"/>
          </p:cNvSpPr>
          <p:nvPr/>
        </p:nvSpPr>
        <p:spPr>
          <a:xfrm xmlns:a="http://schemas.openxmlformats.org/drawingml/2006/main">
            <a:off x="2526723"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182E49A4-FDB2-4F0E-B5CC-40C9999AB9AC}"/>
              </a:ext>
            </a:extLst>
          </p:cNvPr>
          <p:cNvSpPr>
            <a:spLocks xmlns:a="http://schemas.openxmlformats.org/drawingml/2006/main" noGrp="1"/>
          </p:cNvSpPr>
          <p:nvPr/>
        </p:nvSpPr>
        <p:spPr>
          <a:xfrm xmlns:a="http://schemas.openxmlformats.org/drawingml/2006/main">
            <a:off x="3628159"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14" name="">
            <a:extLst xmlns:a="http://schemas.openxmlformats.org/drawingml/2006/main">
              <a:ext uri="{FF2B5EF4-FFF2-40B4-BE49-F238E27FC236}">
                <a16:creationId xmlns:a16="http://schemas.microsoft.com/office/drawing/2014/main" id="{59F6AA2E-49D0-4A27-B5DD-378EFEDC1AD4}"/>
              </a:ext>
            </a:extLst>
          </p:cNvPr>
          <p:cNvSpPr>
            <a:spLocks xmlns:a="http://schemas.openxmlformats.org/drawingml/2006/main" noGrp="1"/>
          </p:cNvSpPr>
          <p:nvPr/>
        </p:nvSpPr>
        <p:spPr>
          <a:xfrm xmlns:a="http://schemas.openxmlformats.org/drawingml/2006/main">
            <a:off x="3418609"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6</a:t>
            </a:r>
          </a:p>
        </p:txBody>
      </p:sp>
      <p:sp>
        <p:nvSpPr>
          <p:cNvPr id="15" name="">
            <a:extLst xmlns:a="http://schemas.openxmlformats.org/drawingml/2006/main">
              <a:ext uri="{FF2B5EF4-FFF2-40B4-BE49-F238E27FC236}">
                <a16:creationId xmlns:a16="http://schemas.microsoft.com/office/drawing/2014/main" id="{CB07CCB9-DCD3-4515-BBF8-EF0D1B692EEF}"/>
              </a:ext>
            </a:extLst>
          </p:cNvPr>
          <p:cNvSpPr>
            <a:spLocks xmlns:a="http://schemas.openxmlformats.org/drawingml/2006/main" noGrp="1"/>
          </p:cNvSpPr>
          <p:nvPr/>
        </p:nvSpPr>
        <p:spPr>
          <a:xfrm xmlns:a="http://schemas.openxmlformats.org/drawingml/2006/main">
            <a:off x="4520045"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16" name="">
            <a:extLst xmlns:a="http://schemas.openxmlformats.org/drawingml/2006/main">
              <a:ext uri="{FF2B5EF4-FFF2-40B4-BE49-F238E27FC236}">
                <a16:creationId xmlns:a16="http://schemas.microsoft.com/office/drawing/2014/main" id="{FDA5EFE8-37AC-4B00-95D3-88AAE3CE8419}"/>
              </a:ext>
            </a:extLst>
          </p:cNvPr>
          <p:cNvSpPr>
            <a:spLocks xmlns:a="http://schemas.openxmlformats.org/drawingml/2006/main" noGrp="1"/>
          </p:cNvSpPr>
          <p:nvPr/>
        </p:nvSpPr>
        <p:spPr>
          <a:xfrm xmlns:a="http://schemas.openxmlformats.org/drawingml/2006/main">
            <a:off x="4310495"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8</a:t>
            </a:r>
          </a:p>
        </p:txBody>
      </p:sp>
      <p:sp>
        <p:nvSpPr>
          <p:cNvPr id="17" name="">
            <a:extLst xmlns:a="http://schemas.openxmlformats.org/drawingml/2006/main">
              <a:ext uri="{FF2B5EF4-FFF2-40B4-BE49-F238E27FC236}">
                <a16:creationId xmlns:a16="http://schemas.microsoft.com/office/drawing/2014/main" id="{0AAD94D4-8A62-472C-9191-30844D7E1021}"/>
              </a:ext>
            </a:extLst>
          </p:cNvPr>
          <p:cNvSpPr>
            <a:spLocks xmlns:a="http://schemas.openxmlformats.org/drawingml/2006/main" noGrp="1"/>
          </p:cNvSpPr>
          <p:nvPr/>
        </p:nvSpPr>
        <p:spPr>
          <a:xfrm xmlns:a="http://schemas.openxmlformats.org/drawingml/2006/main">
            <a:off x="6080847"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18" name="">
            <a:extLst xmlns:a="http://schemas.openxmlformats.org/drawingml/2006/main">
              <a:ext uri="{FF2B5EF4-FFF2-40B4-BE49-F238E27FC236}">
                <a16:creationId xmlns:a16="http://schemas.microsoft.com/office/drawing/2014/main" id="{43892181-8078-4714-B359-55BCAA22CC8F}"/>
              </a:ext>
            </a:extLst>
          </p:cNvPr>
          <p:cNvSpPr>
            <a:spLocks xmlns:a="http://schemas.openxmlformats.org/drawingml/2006/main" noGrp="1"/>
          </p:cNvSpPr>
          <p:nvPr/>
        </p:nvSpPr>
        <p:spPr>
          <a:xfrm xmlns:a="http://schemas.openxmlformats.org/drawingml/2006/main">
            <a:off x="5871297"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11.5</a:t>
            </a:r>
          </a:p>
        </p:txBody>
      </p:sp>
      <p:sp>
        <p:nvSpPr>
          <p:cNvPr id="19" name="">
            <a:extLst xmlns:a="http://schemas.openxmlformats.org/drawingml/2006/main">
              <a:ext uri="{FF2B5EF4-FFF2-40B4-BE49-F238E27FC236}">
                <a16:creationId xmlns:a16="http://schemas.microsoft.com/office/drawing/2014/main" id="{D6D5CF99-F035-4DA1-ABDC-A09C4CB3C838}"/>
              </a:ext>
            </a:extLst>
          </p:cNvPr>
          <p:cNvSpPr>
            <a:spLocks xmlns:a="http://schemas.openxmlformats.org/drawingml/2006/main" noGrp="1"/>
          </p:cNvSpPr>
          <p:nvPr/>
        </p:nvSpPr>
        <p:spPr>
          <a:xfrm xmlns:a="http://schemas.openxmlformats.org/drawingml/2006/main">
            <a:off x="7998402"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20" name="">
            <a:extLst xmlns:a="http://schemas.openxmlformats.org/drawingml/2006/main">
              <a:ext uri="{FF2B5EF4-FFF2-40B4-BE49-F238E27FC236}">
                <a16:creationId xmlns:a16="http://schemas.microsoft.com/office/drawing/2014/main" id="{E1AECD3D-EFE8-42C0-AC0F-7CD2F05586BE}"/>
              </a:ext>
            </a:extLst>
          </p:cNvPr>
          <p:cNvSpPr>
            <a:spLocks xmlns:a="http://schemas.openxmlformats.org/drawingml/2006/main" noGrp="1"/>
          </p:cNvSpPr>
          <p:nvPr/>
        </p:nvSpPr>
        <p:spPr>
          <a:xfrm xmlns:a="http://schemas.openxmlformats.org/drawingml/2006/main">
            <a:off x="7788852"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15.8</a:t>
            </a:r>
          </a:p>
        </p:txBody>
      </p:sp>
      <p:sp>
        <p:nvSpPr>
          <p:cNvPr id="21" name="">
            <a:extLst xmlns:a="http://schemas.openxmlformats.org/drawingml/2006/main">
              <a:ext uri="{FF2B5EF4-FFF2-40B4-BE49-F238E27FC236}">
                <a16:creationId xmlns:a16="http://schemas.microsoft.com/office/drawing/2014/main" id="{53EA818B-4C8B-4621-81AE-A597459C8E81}"/>
              </a:ext>
            </a:extLst>
          </p:cNvPr>
          <p:cNvSpPr>
            <a:spLocks xmlns:a="http://schemas.openxmlformats.org/drawingml/2006/main" noGrp="1"/>
          </p:cNvSpPr>
          <p:nvPr/>
        </p:nvSpPr>
        <p:spPr>
          <a:xfrm xmlns:a="http://schemas.openxmlformats.org/drawingml/2006/main">
            <a:off x="10763250" y="3190875"/>
            <a:ext cx="0" cy="285750"/>
          </a:xfrm>
          <a:prstGeom xmlns:a="http://schemas.openxmlformats.org/drawingml/2006/main" prst="line">
            <a:avLst/>
          </a:prstGeom>
          <a:noFill xmlns:a="http://schemas.openxmlformats.org/drawingml/2006/main"/>
          <a:ln xmlns:a="http://schemas.openxmlformats.org/drawingml/2006/main" w="14288">
            <a:solidFill>
              <a:srgbClr val="241646"/>
            </a:solidFill>
            <a:prstDash val="solid"/>
          </a:ln>
        </p:spPr>
      </p:sp>
      <p:sp>
        <p:nvSpPr>
          <p:cNvPr id="22" name="">
            <a:extLst xmlns:a="http://schemas.openxmlformats.org/drawingml/2006/main">
              <a:ext uri="{FF2B5EF4-FFF2-40B4-BE49-F238E27FC236}">
                <a16:creationId xmlns:a16="http://schemas.microsoft.com/office/drawing/2014/main" id="{BFAEC26B-A6ED-4A04-BD2F-BC71ECC889E3}"/>
              </a:ext>
            </a:extLst>
          </p:cNvPr>
          <p:cNvSpPr>
            <a:spLocks xmlns:a="http://schemas.openxmlformats.org/drawingml/2006/main" noGrp="1"/>
          </p:cNvSpPr>
          <p:nvPr/>
        </p:nvSpPr>
        <p:spPr>
          <a:xfrm xmlns:a="http://schemas.openxmlformats.org/drawingml/2006/main">
            <a:off x="10553700" y="34956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22</a:t>
            </a:r>
          </a:p>
        </p:txBody>
      </p:sp>
      <p:sp>
        <p:nvSpPr>
          <p:cNvPr id="23" name="">
            <a:extLst xmlns:a="http://schemas.openxmlformats.org/drawingml/2006/main">
              <a:ext uri="{FF2B5EF4-FFF2-40B4-BE49-F238E27FC236}">
                <a16:creationId xmlns:a16="http://schemas.microsoft.com/office/drawing/2014/main" id="{8F466565-5962-4710-8D2C-4BB0A4210689}"/>
              </a:ext>
            </a:extLst>
          </p:cNvPr>
          <p:cNvSpPr>
            <a:spLocks xmlns:a="http://schemas.openxmlformats.org/drawingml/2006/main" noGrp="1"/>
          </p:cNvSpPr>
          <p:nvPr/>
        </p:nvSpPr>
        <p:spPr>
          <a:xfrm xmlns:a="http://schemas.openxmlformats.org/drawingml/2006/main">
            <a:off x="10858500" y="32194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666666"/>
                </a:solidFill>
                <a:latin typeface="Noto Sans JP"/>
                <a:ea typeface="Noto Sans JP"/>
                <a:cs typeface="Noto Sans JP"/>
              </a:defRPr>
            </a:pPr>
            <a:r>
              <a:rPr sz="1125" b="0" i="0">
                <a:solidFill>
                  <a:srgbClr val="666666"/>
                </a:solidFill>
                <a:latin typeface="Noto Sans JP"/>
                <a:ea typeface="Noto Sans JP"/>
                <a:cs typeface="Noto Sans JP"/>
              </a:rPr>
              <a:t>ε [eV]</a:t>
            </a:r>
          </a:p>
        </p:txBody>
      </p:sp>
      <p:sp>
        <p:nvSpPr>
          <p:cNvPr id="24" name="">
            <a:extLst xmlns:a="http://schemas.openxmlformats.org/drawingml/2006/main">
              <a:ext uri="{FF2B5EF4-FFF2-40B4-BE49-F238E27FC236}">
                <a16:creationId xmlns:a16="http://schemas.microsoft.com/office/drawing/2014/main" id="{EF303E8A-0B7D-4E35-8296-2267C40E436B}"/>
              </a:ext>
            </a:extLst>
          </p:cNvPr>
          <p:cNvSpPr>
            <a:spLocks xmlns:a="http://schemas.openxmlformats.org/drawingml/2006/main" noGrp="1"/>
          </p:cNvSpPr>
          <p:nvPr/>
        </p:nvSpPr>
        <p:spPr>
          <a:xfrm xmlns:a="http://schemas.openxmlformats.org/drawingml/2006/main">
            <a:off x="2381250" y="2781300"/>
            <a:ext cx="2381250" cy="171450"/>
          </a:xfrm>
          <a:prstGeom xmlns:a="http://schemas.openxmlformats.org/drawingml/2006/main" prst="rightArrow">
            <a:avLst/>
          </a:prstGeom>
          <a:solidFill xmlns:a="http://schemas.openxmlformats.org/drawingml/2006/main">
            <a:srgbClr val="00A6D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30AED7C-FAF5-45EA-84B4-D26F42D3F9BD}"/>
              </a:ext>
            </a:extLst>
          </p:cNvPr>
          <p:cNvSpPr>
            <a:spLocks xmlns:a="http://schemas.openxmlformats.org/drawingml/2006/main" noGrp="1"/>
          </p:cNvSpPr>
          <p:nvPr/>
        </p:nvSpPr>
        <p:spPr>
          <a:xfrm xmlns:a="http://schemas.openxmlformats.org/drawingml/2006/main">
            <a:off x="2428875" y="24765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電場加熱：高エネルギー側へ</a:t>
            </a:r>
          </a:p>
        </p:txBody>
      </p:sp>
      <p:sp>
        <p:nvSpPr>
          <p:cNvPr id="26" name="">
            <a:extLst xmlns:a="http://schemas.openxmlformats.org/drawingml/2006/main">
              <a:ext uri="{FF2B5EF4-FFF2-40B4-BE49-F238E27FC236}">
                <a16:creationId xmlns:a16="http://schemas.microsoft.com/office/drawing/2014/main" id="{FE6E6301-8B09-418B-B62D-895F0F57E6AE}"/>
              </a:ext>
            </a:extLst>
          </p:cNvPr>
          <p:cNvSpPr>
            <a:spLocks xmlns:a="http://schemas.openxmlformats.org/drawingml/2006/main" noGrp="1"/>
          </p:cNvSpPr>
          <p:nvPr/>
        </p:nvSpPr>
        <p:spPr>
          <a:xfrm xmlns:a="http://schemas.openxmlformats.org/drawingml/2006/main" flipH="1">
            <a:off x="6048375" y="4000500"/>
            <a:ext cx="2000250" cy="171450"/>
          </a:xfrm>
          <a:prstGeom xmlns:a="http://schemas.openxmlformats.org/drawingml/2006/main" prst="rightArrow">
            <a:avLst/>
          </a:prstGeom>
          <a:solidFill xmlns:a="http://schemas.openxmlformats.org/drawingml/2006/main">
            <a:srgbClr val="00AFA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46DC0AD-2CD4-4635-8396-113F16F8633B}"/>
              </a:ext>
            </a:extLst>
          </p:cNvPr>
          <p:cNvSpPr>
            <a:spLocks xmlns:a="http://schemas.openxmlformats.org/drawingml/2006/main" noGrp="1"/>
          </p:cNvSpPr>
          <p:nvPr/>
        </p:nvSpPr>
        <p:spPr>
          <a:xfrm xmlns:a="http://schemas.openxmlformats.org/drawingml/2006/main">
            <a:off x="5810250" y="423862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AFA5"/>
                </a:solidFill>
                <a:latin typeface="Noto Sans JP"/>
                <a:ea typeface="Noto Sans JP"/>
                <a:cs typeface="Noto Sans JP"/>
              </a:defRPr>
            </a:pPr>
            <a:r>
              <a:rPr sz="1200" b="1" i="0">
                <a:solidFill>
                  <a:srgbClr val="00AFA5"/>
                </a:solidFill>
                <a:latin typeface="Noto Sans JP"/>
                <a:ea typeface="Noto Sans JP"/>
                <a:cs typeface="Noto Sans JP"/>
              </a:rPr>
              <a:t>弾性衝突・熱運動：冷却</a:t>
            </a:r>
          </a:p>
        </p:txBody>
      </p:sp>
      <p:sp>
        <p:nvSpPr>
          <p:cNvPr id="28" name="">
            <a:extLst xmlns:a="http://schemas.openxmlformats.org/drawingml/2006/main">
              <a:ext uri="{FF2B5EF4-FFF2-40B4-BE49-F238E27FC236}">
                <a16:creationId xmlns:a16="http://schemas.microsoft.com/office/drawing/2014/main" id="{0F8EFA18-94EE-46DB-A8E8-8D074BE8C2E3}"/>
              </a:ext>
            </a:extLst>
          </p:cNvPr>
          <p:cNvSpPr>
            <a:spLocks xmlns:a="http://schemas.openxmlformats.org/drawingml/2006/main" noGrp="1"/>
          </p:cNvSpPr>
          <p:nvPr/>
        </p:nvSpPr>
        <p:spPr>
          <a:xfrm xmlns:a="http://schemas.openxmlformats.org/drawingml/2006/main">
            <a:off x="6080847" y="2809875"/>
            <a:ext cx="0" cy="1381125"/>
          </a:xfrm>
          <a:prstGeom xmlns:a="http://schemas.openxmlformats.org/drawingml/2006/main" prst="line">
            <a:avLst/>
          </a:prstGeom>
          <a:noFill xmlns:a="http://schemas.openxmlformats.org/drawingml/2006/main"/>
          <a:ln xmlns:a="http://schemas.openxmlformats.org/drawingml/2006/main" w="19050">
            <a:solidFill>
              <a:srgbClr val="7B2FA3"/>
            </a:solidFill>
            <a:prstDash val="dash"/>
          </a:ln>
        </p:spPr>
      </p:sp>
      <p:sp>
        <p:nvSpPr>
          <p:cNvPr id="29" name="">
            <a:extLst xmlns:a="http://schemas.openxmlformats.org/drawingml/2006/main">
              <a:ext uri="{FF2B5EF4-FFF2-40B4-BE49-F238E27FC236}">
                <a16:creationId xmlns:a16="http://schemas.microsoft.com/office/drawing/2014/main" id="{CE0F2B79-9EFB-4D28-BEF1-D84F39A23452}"/>
              </a:ext>
            </a:extLst>
          </p:cNvPr>
          <p:cNvSpPr>
            <a:spLocks xmlns:a="http://schemas.openxmlformats.org/drawingml/2006/main" noGrp="1"/>
          </p:cNvSpPr>
          <p:nvPr/>
        </p:nvSpPr>
        <p:spPr>
          <a:xfrm xmlns:a="http://schemas.openxmlformats.org/drawingml/2006/main">
            <a:off x="5623647" y="257175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7B2FA3"/>
                </a:solidFill>
                <a:latin typeface="Noto Sans JP"/>
                <a:ea typeface="Noto Sans JP"/>
                <a:cs typeface="Noto Sans JP"/>
              </a:defRPr>
            </a:pPr>
            <a:r>
              <a:rPr sz="1050" b="1" i="0">
                <a:solidFill>
                  <a:srgbClr val="7B2FA3"/>
                </a:solidFill>
                <a:latin typeface="Noto Sans JP"/>
                <a:ea typeface="Noto Sans JP"/>
                <a:cs typeface="Noto Sans JP"/>
              </a:rPr>
              <a:t>Ar励起</a:t>
            </a:r>
          </a:p>
        </p:txBody>
      </p:sp>
      <p:sp>
        <p:nvSpPr>
          <p:cNvPr id="30" name="">
            <a:extLst xmlns:a="http://schemas.openxmlformats.org/drawingml/2006/main">
              <a:ext uri="{FF2B5EF4-FFF2-40B4-BE49-F238E27FC236}">
                <a16:creationId xmlns:a16="http://schemas.microsoft.com/office/drawing/2014/main" id="{0B0FC2FF-ED28-4026-B257-AE0CCA72ACB7}"/>
              </a:ext>
            </a:extLst>
          </p:cNvPr>
          <p:cNvSpPr>
            <a:spLocks xmlns:a="http://schemas.openxmlformats.org/drawingml/2006/main" noGrp="1"/>
          </p:cNvSpPr>
          <p:nvPr/>
        </p:nvSpPr>
        <p:spPr>
          <a:xfrm xmlns:a="http://schemas.openxmlformats.org/drawingml/2006/main">
            <a:off x="7998402" y="2809875"/>
            <a:ext cx="0" cy="1381125"/>
          </a:xfrm>
          <a:prstGeom xmlns:a="http://schemas.openxmlformats.org/drawingml/2006/main" prst="line">
            <a:avLst/>
          </a:prstGeom>
          <a:noFill xmlns:a="http://schemas.openxmlformats.org/drawingml/2006/main"/>
          <a:ln xmlns:a="http://schemas.openxmlformats.org/drawingml/2006/main" w="19050">
            <a:solidFill>
              <a:srgbClr val="D64045"/>
            </a:solidFill>
            <a:prstDash val="dash"/>
          </a:ln>
        </p:spPr>
      </p:sp>
      <p:sp>
        <p:nvSpPr>
          <p:cNvPr id="31" name="">
            <a:extLst xmlns:a="http://schemas.openxmlformats.org/drawingml/2006/main">
              <a:ext uri="{FF2B5EF4-FFF2-40B4-BE49-F238E27FC236}">
                <a16:creationId xmlns:a16="http://schemas.microsoft.com/office/drawing/2014/main" id="{E35686BA-2EFB-448B-BC97-7B95CB608B17}"/>
              </a:ext>
            </a:extLst>
          </p:cNvPr>
          <p:cNvSpPr>
            <a:spLocks xmlns:a="http://schemas.openxmlformats.org/drawingml/2006/main" noGrp="1"/>
          </p:cNvSpPr>
          <p:nvPr/>
        </p:nvSpPr>
        <p:spPr>
          <a:xfrm xmlns:a="http://schemas.openxmlformats.org/drawingml/2006/main">
            <a:off x="7541202" y="257175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D64045"/>
                </a:solidFill>
                <a:latin typeface="Noto Sans JP"/>
                <a:ea typeface="Noto Sans JP"/>
                <a:cs typeface="Noto Sans JP"/>
              </a:defRPr>
            </a:pPr>
            <a:r>
              <a:rPr sz="1050" b="1" i="0">
                <a:solidFill>
                  <a:srgbClr val="D64045"/>
                </a:solidFill>
                <a:latin typeface="Noto Sans JP"/>
                <a:ea typeface="Noto Sans JP"/>
                <a:cs typeface="Noto Sans JP"/>
              </a:rPr>
              <a:t>Ar電離</a:t>
            </a:r>
          </a:p>
        </p:txBody>
      </p:sp>
      <p:sp>
        <p:nvSpPr>
          <p:cNvPr id="32" name="">
            <a:extLst xmlns:a="http://schemas.openxmlformats.org/drawingml/2006/main">
              <a:ext uri="{FF2B5EF4-FFF2-40B4-BE49-F238E27FC236}">
                <a16:creationId xmlns:a16="http://schemas.microsoft.com/office/drawing/2014/main" id="{A0C7A4C2-764A-44F3-99DB-4E5B55CA65D7}"/>
              </a:ext>
            </a:extLst>
          </p:cNvPr>
          <p:cNvSpPr>
            <a:spLocks xmlns:a="http://schemas.openxmlformats.org/drawingml/2006/main" noGrp="1"/>
          </p:cNvSpPr>
          <p:nvPr/>
        </p:nvSpPr>
        <p:spPr>
          <a:xfrm xmlns:a="http://schemas.openxmlformats.org/drawingml/2006/main">
            <a:off x="857250" y="4714875"/>
            <a:ext cx="104775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未知量</a:t>
            </a:r>
          </a:p>
        </p:txBody>
      </p:sp>
      <p:sp>
        <p:nvSpPr>
          <p:cNvPr id="33" name="">
            <a:extLst xmlns:a="http://schemas.openxmlformats.org/drawingml/2006/main">
              <a:ext uri="{FF2B5EF4-FFF2-40B4-BE49-F238E27FC236}">
                <a16:creationId xmlns:a16="http://schemas.microsoft.com/office/drawing/2014/main" id="{BD6FB270-A84D-4372-8ADD-152F1B132FF6}"/>
              </a:ext>
            </a:extLst>
          </p:cNvPr>
          <p:cNvSpPr>
            <a:spLocks xmlns:a="http://schemas.openxmlformats.org/drawingml/2006/main" noGrp="1"/>
          </p:cNvSpPr>
          <p:nvPr/>
        </p:nvSpPr>
        <p:spPr>
          <a:xfrm xmlns:a="http://schemas.openxmlformats.org/drawingml/2006/main">
            <a:off x="2000250" y="4667250"/>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各エネルギー区間の確率質量 pᵢ</a:t>
            </a:r>
          </a:p>
        </p:txBody>
      </p:sp>
      <p:sp>
        <p:nvSpPr>
          <p:cNvPr id="34" name="">
            <a:extLst xmlns:a="http://schemas.openxmlformats.org/drawingml/2006/main">
              <a:ext uri="{FF2B5EF4-FFF2-40B4-BE49-F238E27FC236}">
                <a16:creationId xmlns:a16="http://schemas.microsoft.com/office/drawing/2014/main" id="{251A01B9-C4DC-4B77-B8D7-FF2C2DA801E5}"/>
              </a:ext>
            </a:extLst>
          </p:cNvPr>
          <p:cNvSpPr>
            <a:spLocks xmlns:a="http://schemas.openxmlformats.org/drawingml/2006/main" noGrp="1"/>
          </p:cNvSpPr>
          <p:nvPr/>
        </p:nvSpPr>
        <p:spPr>
          <a:xfrm xmlns:a="http://schemas.openxmlformats.org/drawingml/2006/main">
            <a:off x="6286500" y="4714875"/>
            <a:ext cx="104775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数値方法</a:t>
            </a:r>
          </a:p>
        </p:txBody>
      </p:sp>
      <p:sp>
        <p:nvSpPr>
          <p:cNvPr id="35" name="">
            <a:extLst xmlns:a="http://schemas.openxmlformats.org/drawingml/2006/main">
              <a:ext uri="{FF2B5EF4-FFF2-40B4-BE49-F238E27FC236}">
                <a16:creationId xmlns:a16="http://schemas.microsoft.com/office/drawing/2014/main" id="{0C226762-7FA5-4F3E-B348-2716B99C159F}"/>
              </a:ext>
            </a:extLst>
          </p:cNvPr>
          <p:cNvSpPr>
            <a:spLocks xmlns:a="http://schemas.openxmlformats.org/drawingml/2006/main" noGrp="1"/>
          </p:cNvSpPr>
          <p:nvPr/>
        </p:nvSpPr>
        <p:spPr>
          <a:xfrm xmlns:a="http://schemas.openxmlformats.org/drawingml/2006/main">
            <a:off x="7429500" y="4667250"/>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有限体積法。境界流束を隣接区間で符号反転させ、粒子数を保存</a:t>
            </a:r>
          </a:p>
        </p:txBody>
      </p:sp>
      <p:sp>
        <p:nvSpPr>
          <p:cNvPr id="36" name="">
            <a:extLst xmlns:a="http://schemas.openxmlformats.org/drawingml/2006/main">
              <a:ext uri="{FF2B5EF4-FFF2-40B4-BE49-F238E27FC236}">
                <a16:creationId xmlns:a16="http://schemas.microsoft.com/office/drawing/2014/main" id="{AEB3AF83-83CC-44DC-8CAD-CB28942383B5}"/>
              </a:ext>
            </a:extLst>
          </p:cNvPr>
          <p:cNvSpPr>
            <a:spLocks xmlns:a="http://schemas.openxmlformats.org/drawingml/2006/main" noGrp="1"/>
          </p:cNvSpPr>
          <p:nvPr/>
        </p:nvSpPr>
        <p:spPr>
          <a:xfrm xmlns:a="http://schemas.openxmlformats.org/drawingml/2006/main">
            <a:off x="857250" y="5238750"/>
            <a:ext cx="104775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安定化</a:t>
            </a:r>
          </a:p>
        </p:txBody>
      </p:sp>
      <p:sp>
        <p:nvSpPr>
          <p:cNvPr id="37" name="">
            <a:extLst xmlns:a="http://schemas.openxmlformats.org/drawingml/2006/main">
              <a:ext uri="{FF2B5EF4-FFF2-40B4-BE49-F238E27FC236}">
                <a16:creationId xmlns:a16="http://schemas.microsoft.com/office/drawing/2014/main" id="{6E209033-ACCF-41E0-B41C-211572F40717}"/>
              </a:ext>
            </a:extLst>
          </p:cNvPr>
          <p:cNvSpPr>
            <a:spLocks xmlns:a="http://schemas.openxmlformats.org/drawingml/2006/main" noGrp="1"/>
          </p:cNvSpPr>
          <p:nvPr/>
        </p:nvSpPr>
        <p:spPr>
          <a:xfrm xmlns:a="http://schemas.openxmlformats.org/drawingml/2006/main">
            <a:off x="2000250" y="5191125"/>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ドリフト優勢でも正値性を保ちやすい指数適合流束</a:t>
            </a:r>
          </a:p>
        </p:txBody>
      </p:sp>
      <p:sp>
        <p:nvSpPr>
          <p:cNvPr id="38" name="">
            <a:extLst xmlns:a="http://schemas.openxmlformats.org/drawingml/2006/main">
              <a:ext uri="{FF2B5EF4-FFF2-40B4-BE49-F238E27FC236}">
                <a16:creationId xmlns:a16="http://schemas.microsoft.com/office/drawing/2014/main" id="{ADE08788-9399-417A-97B5-9ADB24936A5E}"/>
              </a:ext>
            </a:extLst>
          </p:cNvPr>
          <p:cNvSpPr>
            <a:spLocks xmlns:a="http://schemas.openxmlformats.org/drawingml/2006/main" noGrp="1"/>
          </p:cNvSpPr>
          <p:nvPr/>
        </p:nvSpPr>
        <p:spPr>
          <a:xfrm xmlns:a="http://schemas.openxmlformats.org/drawingml/2006/main">
            <a:off x="6286500" y="5238750"/>
            <a:ext cx="104775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出力</a:t>
            </a:r>
          </a:p>
        </p:txBody>
      </p:sp>
      <p:sp>
        <p:nvSpPr>
          <p:cNvPr id="39" name="">
            <a:extLst xmlns:a="http://schemas.openxmlformats.org/drawingml/2006/main">
              <a:ext uri="{FF2B5EF4-FFF2-40B4-BE49-F238E27FC236}">
                <a16:creationId xmlns:a16="http://schemas.microsoft.com/office/drawing/2014/main" id="{B3A21C71-0E35-4564-8B03-685F4FE26DC9}"/>
              </a:ext>
            </a:extLst>
          </p:cNvPr>
          <p:cNvSpPr>
            <a:spLocks xmlns:a="http://schemas.openxmlformats.org/drawingml/2006/main" noGrp="1"/>
          </p:cNvSpPr>
          <p:nvPr/>
        </p:nvSpPr>
        <p:spPr>
          <a:xfrm xmlns:a="http://schemas.openxmlformats.org/drawingml/2006/main">
            <a:off x="7429500" y="5191125"/>
            <a:ext cx="4143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EEDF、平均エネルギー、μN、DN、反応速度係数</a:t>
            </a:r>
          </a:p>
        </p:txBody>
      </p:sp>
      <p:sp>
        <p:nvSpPr>
          <p:cNvPr id="40" name="takeaway-bullet">
            <a:extLst xmlns:a="http://schemas.openxmlformats.org/drawingml/2006/main">
              <a:ext uri="{FF2B5EF4-FFF2-40B4-BE49-F238E27FC236}">
                <a16:creationId xmlns:a16="http://schemas.microsoft.com/office/drawing/2014/main" id="{0B2025E4-599E-463E-A86F-60BE9A59E0A4}"/>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41" name="takeaway">
            <a:extLst xmlns:a="http://schemas.openxmlformats.org/drawingml/2006/main">
              <a:ext uri="{FF2B5EF4-FFF2-40B4-BE49-F238E27FC236}">
                <a16:creationId xmlns:a16="http://schemas.microsoft.com/office/drawing/2014/main" id="{7945ED64-E53F-4C72-878C-82729EE7ECA8}"/>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決定論的で統計ノイズはない。格子・上限エネルギー・反復残差を変えて数値収束を確認する。</a:t>
            </a:r>
          </a:p>
        </p:txBody>
      </p:sp>
      <p:sp>
        <p:nvSpPr>
          <p:cNvPr id="42" name="section">
            <a:extLst xmlns:a="http://schemas.openxmlformats.org/drawingml/2006/main">
              <a:ext uri="{FF2B5EF4-FFF2-40B4-BE49-F238E27FC236}">
                <a16:creationId xmlns:a16="http://schemas.microsoft.com/office/drawing/2014/main" id="{EEEB5A4A-5C10-44CE-811E-F817DE58D642}"/>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
        <p:nvSpPr>
          <p:cNvPr id="43" name="footer">
            <a:extLst xmlns:a="http://schemas.openxmlformats.org/drawingml/2006/main">
              <a:ext uri="{FF2B5EF4-FFF2-40B4-BE49-F238E27FC236}">
                <a16:creationId xmlns:a16="http://schemas.microsoft.com/office/drawing/2014/main" id="{3CF7EC03-BCC6-4A3C-A49D-96CC50E2D66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44" name="page">
            <a:extLst xmlns:a="http://schemas.openxmlformats.org/drawingml/2006/main">
              <a:ext uri="{FF2B5EF4-FFF2-40B4-BE49-F238E27FC236}">
                <a16:creationId xmlns:a16="http://schemas.microsoft.com/office/drawing/2014/main" id="{D1CFB9D4-2A3E-4C86-8D52-F4919B068039}"/>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12</a:t>
            </a:r>
          </a:p>
        </p:txBody>
      </p:sp>
    </p:spTree>
    <p:extLst>
      <p:ext uri="{BB962C8B-B14F-4D97-AF65-F5344CB8AC3E}">
        <p14:creationId xmlns:p14="http://schemas.microsoft.com/office/powerpoint/2010/main" val="1200215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116685D-8269-42B8-A523-05F9428BF69C}"/>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Two-term法 3/3：高速な条件探索に向く</a:t>
            </a:r>
          </a:p>
        </p:txBody>
      </p:sp>
      <p:graphicFrame>
        <p:nvGraphicFramePr>
          <p:cNvPr id="14" name=""/>
          <p:cNvGraphicFramePr/>
          <p:nvPr/>
        </p:nvGraphicFramePr>
        <p:xfrm>
          <a:off xmlns:a="http://schemas.openxmlformats.org/drawingml/2006/main" x="428625" y="1381125"/>
          <a:ext xmlns:a="http://schemas.openxmlformats.org/drawingml/2006/main" cx="11334750" cy="3857625"/>
        </p:xfrm>
        <a:graphic xmlns:a="http://schemas.openxmlformats.org/drawingml/2006/main">
          <a:graphicData uri="http://schemas.openxmlformats.org/drawingml/2006/table">
            <a:tbl>
              <a:tblPr/>
              <a:tblGrid>
                <a:gridCol w="1574271"/>
                <a:gridCol w="3022600"/>
                <a:gridCol w="3652308"/>
                <a:gridCol w="3085571"/>
              </a:tblGrid>
              <a:tr h="642938">
                <a:tc>
                  <a:txBody>
                    <a:bodyPr lIns="57150" tIns="47625" rIns="57150" bIns="47625">
                      <a:normAutofit/>
                    </a:bodyPr>
                    <a:lstStyle/>
                    <a:p>
                      <a:pPr algn="l"/>
                      <a:r>
                        <a:rPr sz="1125" b="1">
                          <a:solidFill>
                            <a:srgbClr val="FFFFFF"/>
                          </a:solidFill>
                          <a:latin typeface="Noto Sans JP"/>
                          <a:ea typeface="Noto Sans JP"/>
                          <a:cs typeface="Noto Sans JP"/>
                        </a:rPr>
                        <a:t>観点</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強み</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限界・失敗の兆候</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推奨する使い方</a:t>
                      </a:r>
                    </a:p>
                  </a:txBody>
                  <a:tcPr marL="91440" marR="91440" marT="45720" marB="45720" anchor="ctr">
                    <a:solidFill>
                      <a:srgbClr val="00A6D6"/>
                    </a:solidFill>
                  </a:tcPr>
                </a:tc>
              </a:tr>
              <a:tr h="642938">
                <a:tc>
                  <a:txBody>
                    <a:bodyPr lIns="57150" tIns="47625" rIns="57150" bIns="47625">
                      <a:normAutofit/>
                    </a:bodyPr>
                    <a:lstStyle/>
                    <a:p>
                      <a:pPr algn="l"/>
                      <a:r>
                        <a:rPr sz="1050" b="1">
                          <a:solidFill>
                            <a:srgbClr val="333333"/>
                          </a:solidFill>
                          <a:latin typeface="Noto Sans JP"/>
                          <a:ea typeface="Noto Sans JP"/>
                          <a:cs typeface="Noto Sans JP"/>
                        </a:rPr>
                        <a:t>計算</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高速、決定論的、同じ入力なら再現可能</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格子収束しても角度切断誤差は残る</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E/N・混合比・断面積感度の広い掃引</a:t>
                      </a:r>
                    </a:p>
                  </a:txBody>
                  <a:tcPr marL="91440" marR="91440" marT="45720" marB="45720" anchor="ctr">
                    <a:solidFill>
                      <a:srgbClr val="FFFFFF"/>
                    </a:solidFill>
                  </a:tcPr>
                </a:tc>
              </a:tr>
              <a:tr h="642938">
                <a:tc>
                  <a:txBody>
                    <a:bodyPr lIns="57150" tIns="47625" rIns="57150" bIns="47625">
                      <a:normAutofit/>
                    </a:bodyPr>
                    <a:lstStyle/>
                    <a:p>
                      <a:pPr algn="l"/>
                      <a:r>
                        <a:rPr sz="1050" b="1">
                          <a:solidFill>
                            <a:srgbClr val="333333"/>
                          </a:solidFill>
                          <a:latin typeface="Noto Sans JP"/>
                          <a:ea typeface="Noto Sans JP"/>
                          <a:cs typeface="Noto Sans JP"/>
                        </a:rPr>
                        <a:t>EEDF</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正規化と平均エネルギーを安定に計算</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強い前後非対称でF₂以上が無視できない</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multi-termのLmax収束と比較</a:t>
                      </a:r>
                    </a:p>
                  </a:txBody>
                  <a:tcPr marL="91440" marR="91440" marT="45720" marB="45720" anchor="ctr">
                    <a:solidFill>
                      <a:srgbClr val="F2F3F4"/>
                    </a:solidFill>
                  </a:tcPr>
                </a:tc>
              </a:tr>
              <a:tr h="642938">
                <a:tc>
                  <a:txBody>
                    <a:bodyPr lIns="57150" tIns="47625" rIns="57150" bIns="47625">
                      <a:normAutofit/>
                    </a:bodyPr>
                    <a:lstStyle/>
                    <a:p>
                      <a:pPr algn="l"/>
                      <a:r>
                        <a:rPr sz="1050" b="1">
                          <a:solidFill>
                            <a:srgbClr val="333333"/>
                          </a:solidFill>
                          <a:latin typeface="Noto Sans JP"/>
                          <a:ea typeface="Noto Sans JP"/>
                          <a:cs typeface="Noto Sans JP"/>
                        </a:rPr>
                        <a:t>輸送</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移動度・拡散を一貫して算出</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重心／フラックス輸送量の定義や角度モデルに依存</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COMSOL入力定義を固定</a:t>
                      </a:r>
                    </a:p>
                  </a:txBody>
                  <a:tcPr marL="91440" marR="91440" marT="45720" marB="45720" anchor="ctr">
                    <a:solidFill>
                      <a:srgbClr val="FFFFFF"/>
                    </a:solidFill>
                  </a:tcPr>
                </a:tc>
              </a:tr>
              <a:tr h="642938">
                <a:tc>
                  <a:txBody>
                    <a:bodyPr lIns="57150" tIns="47625" rIns="57150" bIns="47625">
                      <a:normAutofit/>
                    </a:bodyPr>
                    <a:lstStyle/>
                    <a:p>
                      <a:pPr algn="l"/>
                      <a:r>
                        <a:rPr sz="1050" b="1">
                          <a:solidFill>
                            <a:srgbClr val="333333"/>
                          </a:solidFill>
                          <a:latin typeface="Noto Sans JP"/>
                          <a:ea typeface="Noto Sans JP"/>
                          <a:cs typeface="Noto Sans JP"/>
                        </a:rPr>
                        <a:t>反応速度</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多数反応を同じEEDFから積分</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尾部・閾値反応は小さなEEDF差を増幅</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励起・電離・解離・付着を個別確認</a:t>
                      </a:r>
                    </a:p>
                  </a:txBody>
                  <a:tcPr marL="91440" marR="91440" marT="45720" marB="45720" anchor="ctr">
                    <a:solidFill>
                      <a:srgbClr val="F2F3F4"/>
                    </a:solidFill>
                  </a:tcPr>
                </a:tc>
              </a:tr>
              <a:tr h="642938">
                <a:tc>
                  <a:txBody>
                    <a:bodyPr lIns="57150" tIns="47625" rIns="57150" bIns="47625">
                      <a:normAutofit/>
                    </a:bodyPr>
                    <a:lstStyle/>
                    <a:p>
                      <a:pPr algn="l"/>
                      <a:r>
                        <a:rPr sz="1050" b="1">
                          <a:solidFill>
                            <a:srgbClr val="333333"/>
                          </a:solidFill>
                          <a:latin typeface="Noto Sans JP"/>
                          <a:ea typeface="Noto Sans JP"/>
                          <a:cs typeface="Noto Sans JP"/>
                        </a:rPr>
                        <a:t>適用条件</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一様DC、弱〜中程度の異方性</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高E/N、前方散乱、磁化、RF周期内の非局所応答</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選択点だけPN・MC・P1で独立検算</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2CD14EF-BFF9-40E3-AA7C-443B7D555EDB}"/>
              </a:ext>
            </a:extLst>
          </p:cNvPr>
          <p:cNvSpPr>
            <a:spLocks xmlns:a="http://schemas.openxmlformats.org/drawingml/2006/main" noGrp="1"/>
          </p:cNvSpPr>
          <p:nvPr/>
        </p:nvSpPr>
        <p:spPr>
          <a:xfrm xmlns:a="http://schemas.openxmlformats.org/drawingml/2006/main">
            <a:off x="857250" y="54768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相対計算コスト</a:t>
            </a:r>
          </a:p>
        </p:txBody>
      </p:sp>
      <p:sp>
        <p:nvSpPr>
          <p:cNvPr id="5" name="">
            <a:extLst xmlns:a="http://schemas.openxmlformats.org/drawingml/2006/main">
              <a:ext uri="{FF2B5EF4-FFF2-40B4-BE49-F238E27FC236}">
                <a16:creationId xmlns:a16="http://schemas.microsoft.com/office/drawing/2014/main" id="{1C8B059D-14C4-4CB3-84C3-7DAABF8C42F4}"/>
              </a:ext>
            </a:extLst>
          </p:cNvPr>
          <p:cNvSpPr>
            <a:spLocks xmlns:a="http://schemas.openxmlformats.org/drawingml/2006/main" noGrp="1"/>
          </p:cNvSpPr>
          <p:nvPr/>
        </p:nvSpPr>
        <p:spPr>
          <a:xfrm xmlns:a="http://schemas.openxmlformats.org/drawingml/2006/main">
            <a:off x="2952750" y="5524500"/>
            <a:ext cx="1762125" cy="142875"/>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C2B553C-3FC8-4614-AB0D-4FD9EA5BA889}"/>
              </a:ext>
            </a:extLst>
          </p:cNvPr>
          <p:cNvSpPr>
            <a:spLocks xmlns:a="http://schemas.openxmlformats.org/drawingml/2006/main" noGrp="1"/>
          </p:cNvSpPr>
          <p:nvPr/>
        </p:nvSpPr>
        <p:spPr>
          <a:xfrm xmlns:a="http://schemas.openxmlformats.org/drawingml/2006/main">
            <a:off x="4857750" y="5400675"/>
            <a:ext cx="61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低</a:t>
            </a:r>
          </a:p>
        </p:txBody>
      </p:sp>
      <p:sp>
        <p:nvSpPr>
          <p:cNvPr id="7" name="">
            <a:extLst xmlns:a="http://schemas.openxmlformats.org/drawingml/2006/main">
              <a:ext uri="{FF2B5EF4-FFF2-40B4-BE49-F238E27FC236}">
                <a16:creationId xmlns:a16="http://schemas.microsoft.com/office/drawing/2014/main" id="{9900283D-1FE3-4E21-9F9D-4FF543DF630D}"/>
              </a:ext>
            </a:extLst>
          </p:cNvPr>
          <p:cNvSpPr>
            <a:spLocks xmlns:a="http://schemas.openxmlformats.org/drawingml/2006/main" noGrp="1"/>
          </p:cNvSpPr>
          <p:nvPr/>
        </p:nvSpPr>
        <p:spPr>
          <a:xfrm xmlns:a="http://schemas.openxmlformats.org/drawingml/2006/main">
            <a:off x="5905500" y="5343525"/>
            <a:ext cx="5286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広い掃引の基準解として使い、差が重要な点だけ高次手法へ進む</a:t>
            </a:r>
          </a:p>
        </p:txBody>
      </p:sp>
      <p:sp>
        <p:nvSpPr>
          <p:cNvPr id="8" name="takeaway-bullet">
            <a:extLst xmlns:a="http://schemas.openxmlformats.org/drawingml/2006/main">
              <a:ext uri="{FF2B5EF4-FFF2-40B4-BE49-F238E27FC236}">
                <a16:creationId xmlns:a16="http://schemas.microsoft.com/office/drawing/2014/main" id="{C6D40801-AF70-4C45-8CC8-A41F79625F7A}"/>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9" name="takeaway">
            <a:extLst xmlns:a="http://schemas.openxmlformats.org/drawingml/2006/main">
              <a:ext uri="{FF2B5EF4-FFF2-40B4-BE49-F238E27FC236}">
                <a16:creationId xmlns:a16="http://schemas.microsoft.com/office/drawing/2014/main" id="{1785A8A7-69D0-46F5-92F3-E66FE13929B2}"/>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速さは正確さの証明ではない。two-termとの差を、角度切断誤差の指標として使う。</a:t>
            </a:r>
          </a:p>
        </p:txBody>
      </p:sp>
      <p:sp>
        <p:nvSpPr>
          <p:cNvPr id="10" name="section">
            <a:extLst xmlns:a="http://schemas.openxmlformats.org/drawingml/2006/main">
              <a:ext uri="{FF2B5EF4-FFF2-40B4-BE49-F238E27FC236}">
                <a16:creationId xmlns:a16="http://schemas.microsoft.com/office/drawing/2014/main" id="{8D7B7428-6A19-4994-8D91-21DD4DCD2CC5}"/>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
        <p:nvSpPr>
          <p:cNvPr id="11" name="footer">
            <a:extLst xmlns:a="http://schemas.openxmlformats.org/drawingml/2006/main">
              <a:ext uri="{FF2B5EF4-FFF2-40B4-BE49-F238E27FC236}">
                <a16:creationId xmlns:a16="http://schemas.microsoft.com/office/drawing/2014/main" id="{A1BFE26E-CB90-4745-9D43-BB275D3C50A1}"/>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2" name="page">
            <a:extLst xmlns:a="http://schemas.openxmlformats.org/drawingml/2006/main">
              <a:ext uri="{FF2B5EF4-FFF2-40B4-BE49-F238E27FC236}">
                <a16:creationId xmlns:a16="http://schemas.microsoft.com/office/drawing/2014/main" id="{663DFEE4-5A84-48A2-B5D8-2804ECC7794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13</a:t>
            </a:r>
          </a:p>
        </p:txBody>
      </p:sp>
    </p:spTree>
    <p:extLst>
      <p:ext uri="{BB962C8B-B14F-4D97-AF65-F5344CB8AC3E}">
        <p14:creationId xmlns:p14="http://schemas.microsoft.com/office/powerpoint/2010/main" val="15927599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5010A10-C1EB-4F7E-9B2D-8B5FEE465F75}"/>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Multi-term PN法 1/3：F₀からF_Lまで角度情報を残す</a:t>
            </a:r>
          </a:p>
        </p:txBody>
      </p:sp>
      <p:sp>
        <p:nvSpPr>
          <p:cNvPr id="3" name="">
            <a:extLst xmlns:a="http://schemas.openxmlformats.org/drawingml/2006/main">
              <a:ext uri="{FF2B5EF4-FFF2-40B4-BE49-F238E27FC236}">
                <a16:creationId xmlns:a16="http://schemas.microsoft.com/office/drawing/2014/main" id="{B3DF9109-C864-48ED-8393-E60167D14417}"/>
              </a:ext>
            </a:extLst>
          </p:cNvPr>
          <p:cNvSpPr>
            <a:spLocks xmlns:a="http://schemas.openxmlformats.org/drawingml/2006/main" noGrp="1"/>
          </p:cNvSpPr>
          <p:nvPr/>
        </p:nvSpPr>
        <p:spPr>
          <a:xfrm xmlns:a="http://schemas.openxmlformats.org/drawingml/2006/main">
            <a:off x="1809750" y="1381125"/>
            <a:ext cx="1143000" cy="6667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展開</a:t>
            </a:r>
          </a:p>
        </p:txBody>
      </p:sp>
      <p:sp>
        <p:nvSpPr>
          <p:cNvPr id="4" name="">
            <a:extLst xmlns:a="http://schemas.openxmlformats.org/drawingml/2006/main">
              <a:ext uri="{FF2B5EF4-FFF2-40B4-BE49-F238E27FC236}">
                <a16:creationId xmlns:a16="http://schemas.microsoft.com/office/drawing/2014/main" id="{07A3FE54-4EC4-45EB-BF96-A8A9FF200C5B}"/>
              </a:ext>
            </a:extLst>
          </p:cNvPr>
          <p:cNvSpPr>
            <a:spLocks xmlns:a="http://schemas.openxmlformats.org/drawingml/2006/main" noGrp="1"/>
          </p:cNvSpPr>
          <p:nvPr/>
        </p:nvSpPr>
        <p:spPr>
          <a:xfrm xmlns:a="http://schemas.openxmlformats.org/drawingml/2006/main">
            <a:off x="2952750" y="1381125"/>
            <a:ext cx="7429500" cy="6667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f(v, μ) = Σℓ₌₀ᴸ Fℓ(v)Pℓ(μ)</a:t>
            </a:r>
          </a:p>
        </p:txBody>
      </p:sp>
      <p:sp>
        <p:nvSpPr>
          <p:cNvPr id="5" name="">
            <a:extLst xmlns:a="http://schemas.openxmlformats.org/drawingml/2006/main">
              <a:ext uri="{FF2B5EF4-FFF2-40B4-BE49-F238E27FC236}">
                <a16:creationId xmlns:a16="http://schemas.microsoft.com/office/drawing/2014/main" id="{09B2905B-71BC-4A87-9973-45785B2D16E2}"/>
              </a:ext>
            </a:extLst>
          </p:cNvPr>
          <p:cNvSpPr>
            <a:spLocks xmlns:a="http://schemas.openxmlformats.org/drawingml/2006/main" noGrp="1"/>
          </p:cNvSpPr>
          <p:nvPr/>
        </p:nvSpPr>
        <p:spPr>
          <a:xfrm xmlns:a="http://schemas.openxmlformats.org/drawingml/2006/main">
            <a:off x="3048000" y="2333625"/>
            <a:ext cx="609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500" b="1" i="0">
                <a:solidFill>
                  <a:srgbClr val="D64045"/>
                </a:solidFill>
                <a:latin typeface="Noto Sans JP"/>
                <a:ea typeface="Noto Sans JP"/>
                <a:cs typeface="Noto Sans JP"/>
              </a:defRPr>
            </a:pPr>
            <a:r>
              <a:rPr sz="1500" b="1" i="0">
                <a:solidFill>
                  <a:srgbClr val="D64045"/>
                </a:solidFill>
                <a:latin typeface="Noto Sans JP"/>
                <a:ea typeface="Noto Sans JP"/>
                <a:cs typeface="Noto Sans JP"/>
              </a:rPr>
              <a:t>電場演算子は隣接する角度次数を結合</a:t>
            </a:r>
          </a:p>
        </p:txBody>
      </p:sp>
      <p:sp>
        <p:nvSpPr>
          <p:cNvPr id="6" name="">
            <a:extLst xmlns:a="http://schemas.openxmlformats.org/drawingml/2006/main">
              <a:ext uri="{FF2B5EF4-FFF2-40B4-BE49-F238E27FC236}">
                <a16:creationId xmlns:a16="http://schemas.microsoft.com/office/drawing/2014/main" id="{F751CE46-D446-455B-AEE3-2389322CEEA5}"/>
              </a:ext>
            </a:extLst>
          </p:cNvPr>
          <p:cNvSpPr>
            <a:spLocks xmlns:a="http://schemas.openxmlformats.org/drawingml/2006/main" noGrp="1"/>
          </p:cNvSpPr>
          <p:nvPr/>
        </p:nvSpPr>
        <p:spPr>
          <a:xfrm xmlns:a="http://schemas.openxmlformats.org/drawingml/2006/main">
            <a:off x="571500" y="3048000"/>
            <a:ext cx="1666875"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00A6D6"/>
            </a:solidFill>
            <a:prstDash val="solid"/>
          </a:ln>
        </p:spPr>
      </p:sp>
      <p:sp>
        <p:nvSpPr>
          <p:cNvPr id="7" name="">
            <a:extLst xmlns:a="http://schemas.openxmlformats.org/drawingml/2006/main">
              <a:ext uri="{FF2B5EF4-FFF2-40B4-BE49-F238E27FC236}">
                <a16:creationId xmlns:a16="http://schemas.microsoft.com/office/drawing/2014/main" id="{A05DED33-C83A-40B4-A506-F719229CCA44}"/>
              </a:ext>
            </a:extLst>
          </p:cNvPr>
          <p:cNvSpPr>
            <a:spLocks xmlns:a="http://schemas.openxmlformats.org/drawingml/2006/main" noGrp="1"/>
          </p:cNvSpPr>
          <p:nvPr/>
        </p:nvSpPr>
        <p:spPr>
          <a:xfrm xmlns:a="http://schemas.openxmlformats.org/drawingml/2006/main">
            <a:off x="714375" y="3190875"/>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950" b="1" i="0">
                <a:solidFill>
                  <a:srgbClr val="00A6D6"/>
                </a:solidFill>
                <a:latin typeface="Noto Sans JP"/>
                <a:ea typeface="Noto Sans JP"/>
                <a:cs typeface="Noto Sans JP"/>
              </a:defRPr>
            </a:pPr>
            <a:r>
              <a:rPr sz="1950" b="1" i="0">
                <a:solidFill>
                  <a:srgbClr val="00A6D6"/>
                </a:solidFill>
                <a:latin typeface="Noto Sans JP"/>
                <a:ea typeface="Noto Sans JP"/>
                <a:cs typeface="Noto Sans JP"/>
              </a:rPr>
              <a:t>F₀</a:t>
            </a:r>
          </a:p>
        </p:txBody>
      </p:sp>
      <p:sp>
        <p:nvSpPr>
          <p:cNvPr id="8" name="">
            <a:extLst xmlns:a="http://schemas.openxmlformats.org/drawingml/2006/main">
              <a:ext uri="{FF2B5EF4-FFF2-40B4-BE49-F238E27FC236}">
                <a16:creationId xmlns:a16="http://schemas.microsoft.com/office/drawing/2014/main" id="{B2601C1A-6EED-4F01-AE5E-A653398B2899}"/>
              </a:ext>
            </a:extLst>
          </p:cNvPr>
          <p:cNvSpPr>
            <a:spLocks xmlns:a="http://schemas.openxmlformats.org/drawingml/2006/main" noGrp="1"/>
          </p:cNvSpPr>
          <p:nvPr/>
        </p:nvSpPr>
        <p:spPr>
          <a:xfrm xmlns:a="http://schemas.openxmlformats.org/drawingml/2006/main">
            <a:off x="714375" y="3667125"/>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EEDF・粒子数</a:t>
            </a:r>
          </a:p>
        </p:txBody>
      </p:sp>
      <p:sp>
        <p:nvSpPr>
          <p:cNvPr id="9" name="">
            <a:extLst xmlns:a="http://schemas.openxmlformats.org/drawingml/2006/main">
              <a:ext uri="{FF2B5EF4-FFF2-40B4-BE49-F238E27FC236}">
                <a16:creationId xmlns:a16="http://schemas.microsoft.com/office/drawing/2014/main" id="{1C4F7E74-25C3-425C-B372-0F71EC7E2E62}"/>
              </a:ext>
            </a:extLst>
          </p:cNvPr>
          <p:cNvSpPr>
            <a:spLocks xmlns:a="http://schemas.openxmlformats.org/drawingml/2006/main" noGrp="1"/>
          </p:cNvSpPr>
          <p:nvPr/>
        </p:nvSpPr>
        <p:spPr>
          <a:xfrm xmlns:a="http://schemas.openxmlformats.org/drawingml/2006/main">
            <a:off x="2876550" y="3048000"/>
            <a:ext cx="1666875"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00AFA5"/>
            </a:solidFill>
            <a:prstDash val="solid"/>
          </a:ln>
        </p:spPr>
      </p:sp>
      <p:sp>
        <p:nvSpPr>
          <p:cNvPr id="10" name="">
            <a:extLst xmlns:a="http://schemas.openxmlformats.org/drawingml/2006/main">
              <a:ext uri="{FF2B5EF4-FFF2-40B4-BE49-F238E27FC236}">
                <a16:creationId xmlns:a16="http://schemas.microsoft.com/office/drawing/2014/main" id="{1737EF2F-D2AC-40FF-96BC-05F19E1350DE}"/>
              </a:ext>
            </a:extLst>
          </p:cNvPr>
          <p:cNvSpPr>
            <a:spLocks xmlns:a="http://schemas.openxmlformats.org/drawingml/2006/main" noGrp="1"/>
          </p:cNvSpPr>
          <p:nvPr/>
        </p:nvSpPr>
        <p:spPr>
          <a:xfrm xmlns:a="http://schemas.openxmlformats.org/drawingml/2006/main">
            <a:off x="3019425" y="3190875"/>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950" b="1" i="0">
                <a:solidFill>
                  <a:srgbClr val="00AFA5"/>
                </a:solidFill>
                <a:latin typeface="Noto Sans JP"/>
                <a:ea typeface="Noto Sans JP"/>
                <a:cs typeface="Noto Sans JP"/>
              </a:defRPr>
            </a:pPr>
            <a:r>
              <a:rPr sz="1950" b="1" i="0">
                <a:solidFill>
                  <a:srgbClr val="00AFA5"/>
                </a:solidFill>
                <a:latin typeface="Noto Sans JP"/>
                <a:ea typeface="Noto Sans JP"/>
                <a:cs typeface="Noto Sans JP"/>
              </a:rPr>
              <a:t>F₁</a:t>
            </a:r>
          </a:p>
        </p:txBody>
      </p:sp>
      <p:sp>
        <p:nvSpPr>
          <p:cNvPr id="11" name="">
            <a:extLst xmlns:a="http://schemas.openxmlformats.org/drawingml/2006/main">
              <a:ext uri="{FF2B5EF4-FFF2-40B4-BE49-F238E27FC236}">
                <a16:creationId xmlns:a16="http://schemas.microsoft.com/office/drawing/2014/main" id="{1F3FBD0D-564F-4D63-A71F-12E0920C21CB}"/>
              </a:ext>
            </a:extLst>
          </p:cNvPr>
          <p:cNvSpPr>
            <a:spLocks xmlns:a="http://schemas.openxmlformats.org/drawingml/2006/main" noGrp="1"/>
          </p:cNvSpPr>
          <p:nvPr/>
        </p:nvSpPr>
        <p:spPr>
          <a:xfrm xmlns:a="http://schemas.openxmlformats.org/drawingml/2006/main">
            <a:off x="3019425" y="3667125"/>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ドリフト・流束</a:t>
            </a:r>
          </a:p>
        </p:txBody>
      </p:sp>
      <p:sp>
        <p:nvSpPr>
          <p:cNvPr id="12" name="">
            <a:extLst xmlns:a="http://schemas.openxmlformats.org/drawingml/2006/main">
              <a:ext uri="{FF2B5EF4-FFF2-40B4-BE49-F238E27FC236}">
                <a16:creationId xmlns:a16="http://schemas.microsoft.com/office/drawing/2014/main" id="{B8E05E79-CD0F-4AF4-8A92-BDB03F90C74D}"/>
              </a:ext>
            </a:extLst>
          </p:cNvPr>
          <p:cNvSpPr>
            <a:spLocks xmlns:a="http://schemas.openxmlformats.org/drawingml/2006/main" noGrp="1"/>
          </p:cNvSpPr>
          <p:nvPr/>
        </p:nvSpPr>
        <p:spPr>
          <a:xfrm xmlns:a="http://schemas.openxmlformats.org/drawingml/2006/main">
            <a:off x="5181600" y="3048000"/>
            <a:ext cx="1666875"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7B2FA3"/>
            </a:solidFill>
            <a:prstDash val="solid"/>
          </a:ln>
        </p:spPr>
      </p:sp>
      <p:sp>
        <p:nvSpPr>
          <p:cNvPr id="13" name="">
            <a:extLst xmlns:a="http://schemas.openxmlformats.org/drawingml/2006/main">
              <a:ext uri="{FF2B5EF4-FFF2-40B4-BE49-F238E27FC236}">
                <a16:creationId xmlns:a16="http://schemas.microsoft.com/office/drawing/2014/main" id="{BA5B6BC3-59B6-498F-819A-5E693B436776}"/>
              </a:ext>
            </a:extLst>
          </p:cNvPr>
          <p:cNvSpPr>
            <a:spLocks xmlns:a="http://schemas.openxmlformats.org/drawingml/2006/main" noGrp="1"/>
          </p:cNvSpPr>
          <p:nvPr/>
        </p:nvSpPr>
        <p:spPr>
          <a:xfrm xmlns:a="http://schemas.openxmlformats.org/drawingml/2006/main">
            <a:off x="5324475" y="3190875"/>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950" b="1" i="0">
                <a:solidFill>
                  <a:srgbClr val="7B2FA3"/>
                </a:solidFill>
                <a:latin typeface="Noto Sans JP"/>
                <a:ea typeface="Noto Sans JP"/>
                <a:cs typeface="Noto Sans JP"/>
              </a:defRPr>
            </a:pPr>
            <a:r>
              <a:rPr sz="1950" b="1" i="0">
                <a:solidFill>
                  <a:srgbClr val="7B2FA3"/>
                </a:solidFill>
                <a:latin typeface="Noto Sans JP"/>
                <a:ea typeface="Noto Sans JP"/>
                <a:cs typeface="Noto Sans JP"/>
              </a:rPr>
              <a:t>F₂</a:t>
            </a:r>
          </a:p>
        </p:txBody>
      </p:sp>
      <p:sp>
        <p:nvSpPr>
          <p:cNvPr id="14" name="">
            <a:extLst xmlns:a="http://schemas.openxmlformats.org/drawingml/2006/main">
              <a:ext uri="{FF2B5EF4-FFF2-40B4-BE49-F238E27FC236}">
                <a16:creationId xmlns:a16="http://schemas.microsoft.com/office/drawing/2014/main" id="{69904F58-BAA3-48C9-B9B0-1C11BD0BFBF4}"/>
              </a:ext>
            </a:extLst>
          </p:cNvPr>
          <p:cNvSpPr>
            <a:spLocks xmlns:a="http://schemas.openxmlformats.org/drawingml/2006/main" noGrp="1"/>
          </p:cNvSpPr>
          <p:nvPr/>
        </p:nvSpPr>
        <p:spPr>
          <a:xfrm xmlns:a="http://schemas.openxmlformats.org/drawingml/2006/main">
            <a:off x="5324475" y="3667125"/>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分布の曲率</a:t>
            </a:r>
          </a:p>
        </p:txBody>
      </p:sp>
      <p:sp>
        <p:nvSpPr>
          <p:cNvPr id="15" name="">
            <a:extLst xmlns:a="http://schemas.openxmlformats.org/drawingml/2006/main">
              <a:ext uri="{FF2B5EF4-FFF2-40B4-BE49-F238E27FC236}">
                <a16:creationId xmlns:a16="http://schemas.microsoft.com/office/drawing/2014/main" id="{023E568D-1B0D-4C8A-900A-5D650B79499F}"/>
              </a:ext>
            </a:extLst>
          </p:cNvPr>
          <p:cNvSpPr>
            <a:spLocks xmlns:a="http://schemas.openxmlformats.org/drawingml/2006/main" noGrp="1"/>
          </p:cNvSpPr>
          <p:nvPr/>
        </p:nvSpPr>
        <p:spPr>
          <a:xfrm xmlns:a="http://schemas.openxmlformats.org/drawingml/2006/main">
            <a:off x="7486650" y="3048000"/>
            <a:ext cx="1666875"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C88700"/>
            </a:solidFill>
            <a:prstDash val="solid"/>
          </a:ln>
        </p:spPr>
      </p:sp>
      <p:sp>
        <p:nvSpPr>
          <p:cNvPr id="16" name="">
            <a:extLst xmlns:a="http://schemas.openxmlformats.org/drawingml/2006/main">
              <a:ext uri="{FF2B5EF4-FFF2-40B4-BE49-F238E27FC236}">
                <a16:creationId xmlns:a16="http://schemas.microsoft.com/office/drawing/2014/main" id="{C9445107-8922-4B34-8593-690FF1C6701B}"/>
              </a:ext>
            </a:extLst>
          </p:cNvPr>
          <p:cNvSpPr>
            <a:spLocks xmlns:a="http://schemas.openxmlformats.org/drawingml/2006/main" noGrp="1"/>
          </p:cNvSpPr>
          <p:nvPr/>
        </p:nvSpPr>
        <p:spPr>
          <a:xfrm xmlns:a="http://schemas.openxmlformats.org/drawingml/2006/main">
            <a:off x="7629525" y="3190875"/>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950" b="1" i="0">
                <a:solidFill>
                  <a:srgbClr val="C88700"/>
                </a:solidFill>
                <a:latin typeface="Noto Sans JP"/>
                <a:ea typeface="Noto Sans JP"/>
                <a:cs typeface="Noto Sans JP"/>
              </a:defRPr>
            </a:pPr>
            <a:r>
              <a:rPr sz="1950" b="1" i="0">
                <a:solidFill>
                  <a:srgbClr val="C88700"/>
                </a:solidFill>
                <a:latin typeface="Noto Sans JP"/>
                <a:ea typeface="Noto Sans JP"/>
                <a:cs typeface="Noto Sans JP"/>
              </a:rPr>
              <a:t>F₃</a:t>
            </a:r>
          </a:p>
        </p:txBody>
      </p:sp>
      <p:sp>
        <p:nvSpPr>
          <p:cNvPr id="17" name="">
            <a:extLst xmlns:a="http://schemas.openxmlformats.org/drawingml/2006/main">
              <a:ext uri="{FF2B5EF4-FFF2-40B4-BE49-F238E27FC236}">
                <a16:creationId xmlns:a16="http://schemas.microsoft.com/office/drawing/2014/main" id="{E223B1C8-4C68-450E-B5F8-4FBC724AFF68}"/>
              </a:ext>
            </a:extLst>
          </p:cNvPr>
          <p:cNvSpPr>
            <a:spLocks xmlns:a="http://schemas.openxmlformats.org/drawingml/2006/main" noGrp="1"/>
          </p:cNvSpPr>
          <p:nvPr/>
        </p:nvSpPr>
        <p:spPr>
          <a:xfrm xmlns:a="http://schemas.openxmlformats.org/drawingml/2006/main">
            <a:off x="7629525" y="3667125"/>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高次の奇成分</a:t>
            </a:r>
          </a:p>
        </p:txBody>
      </p:sp>
      <p:sp>
        <p:nvSpPr>
          <p:cNvPr id="18" name="">
            <a:extLst xmlns:a="http://schemas.openxmlformats.org/drawingml/2006/main">
              <a:ext uri="{FF2B5EF4-FFF2-40B4-BE49-F238E27FC236}">
                <a16:creationId xmlns:a16="http://schemas.microsoft.com/office/drawing/2014/main" id="{85F16934-7028-4C45-8080-2C692CC4597B}"/>
              </a:ext>
            </a:extLst>
          </p:cNvPr>
          <p:cNvSpPr>
            <a:spLocks xmlns:a="http://schemas.openxmlformats.org/drawingml/2006/main" noGrp="1"/>
          </p:cNvSpPr>
          <p:nvPr/>
        </p:nvSpPr>
        <p:spPr>
          <a:xfrm xmlns:a="http://schemas.openxmlformats.org/drawingml/2006/main">
            <a:off x="9791700" y="3048000"/>
            <a:ext cx="1666875" cy="1238250"/>
          </a:xfrm>
          <a:prstGeom xmlns:a="http://schemas.openxmlformats.org/drawingml/2006/main" prst="rect">
            <a:avLst/>
          </a:prstGeom>
          <a:solidFill xmlns:a="http://schemas.openxmlformats.org/drawingml/2006/main">
            <a:srgbClr val="FFFFFF"/>
          </a:solidFill>
          <a:ln xmlns:a="http://schemas.openxmlformats.org/drawingml/2006/main" w="17145">
            <a:solidFill>
              <a:srgbClr val="6DBB20"/>
            </a:solidFill>
            <a:prstDash val="solid"/>
          </a:ln>
        </p:spPr>
      </p:sp>
      <p:sp>
        <p:nvSpPr>
          <p:cNvPr id="19" name="">
            <a:extLst xmlns:a="http://schemas.openxmlformats.org/drawingml/2006/main">
              <a:ext uri="{FF2B5EF4-FFF2-40B4-BE49-F238E27FC236}">
                <a16:creationId xmlns:a16="http://schemas.microsoft.com/office/drawing/2014/main" id="{1EC0EA62-F000-40DB-87BC-68F4654D3847}"/>
              </a:ext>
            </a:extLst>
          </p:cNvPr>
          <p:cNvSpPr>
            <a:spLocks xmlns:a="http://schemas.openxmlformats.org/drawingml/2006/main" noGrp="1"/>
          </p:cNvSpPr>
          <p:nvPr/>
        </p:nvSpPr>
        <p:spPr>
          <a:xfrm xmlns:a="http://schemas.openxmlformats.org/drawingml/2006/main">
            <a:off x="9934575" y="3190875"/>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950" b="1" i="0">
                <a:solidFill>
                  <a:srgbClr val="6DBB20"/>
                </a:solidFill>
                <a:latin typeface="Noto Sans JP"/>
                <a:ea typeface="Noto Sans JP"/>
                <a:cs typeface="Noto Sans JP"/>
              </a:defRPr>
            </a:pPr>
            <a:r>
              <a:rPr sz="1950" b="1" i="0">
                <a:solidFill>
                  <a:srgbClr val="6DBB20"/>
                </a:solidFill>
                <a:latin typeface="Noto Sans JP"/>
                <a:ea typeface="Noto Sans JP"/>
                <a:cs typeface="Noto Sans JP"/>
              </a:rPr>
              <a:t>… F_L</a:t>
            </a:r>
          </a:p>
        </p:txBody>
      </p:sp>
      <p:sp>
        <p:nvSpPr>
          <p:cNvPr id="20" name="">
            <a:extLst xmlns:a="http://schemas.openxmlformats.org/drawingml/2006/main">
              <a:ext uri="{FF2B5EF4-FFF2-40B4-BE49-F238E27FC236}">
                <a16:creationId xmlns:a16="http://schemas.microsoft.com/office/drawing/2014/main" id="{0B7A7135-E948-4102-8B02-FA87737FB679}"/>
              </a:ext>
            </a:extLst>
          </p:cNvPr>
          <p:cNvSpPr>
            <a:spLocks xmlns:a="http://schemas.openxmlformats.org/drawingml/2006/main" noGrp="1"/>
          </p:cNvSpPr>
          <p:nvPr/>
        </p:nvSpPr>
        <p:spPr>
          <a:xfrm xmlns:a="http://schemas.openxmlformats.org/drawingml/2006/main">
            <a:off x="9934575" y="3667125"/>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細かな角度構造</a:t>
            </a:r>
          </a:p>
        </p:txBody>
      </p:sp>
      <p:cxnSp>
        <p:nvCxnSpPr>
          <p:cNvPr id="55" name=""/>
          <p:cNvCxnSpPr>
            <a:stCxn xmlns:a="http://schemas.openxmlformats.org/drawingml/2006/main" id="6" idx="3"/>
            <a:endCxn xmlns:a="http://schemas.openxmlformats.org/drawingml/2006/main" id="9" idx="1"/>
          </p:cNvCxnSpPr>
          <p:nvPr/>
        </p:nvCxnSpPr>
        <p:spPr>
          <a:xfrm xmlns:a="http://schemas.openxmlformats.org/drawingml/2006/main">
            <a:off x="2238375" y="3667125"/>
            <a:ext cx="638175" cy="0"/>
          </a:xfrm>
          <a:prstGeom xmlns:a="http://schemas.openxmlformats.org/drawingml/2006/main" prst="straightConnector1">
            <a:avLst/>
          </a:prstGeom>
          <a:ln xmlns:a="http://schemas.openxmlformats.org/drawingml/2006/main" w="13335">
            <a:solidFill>
              <a:srgbClr val="7B858A"/>
            </a:solidFill>
            <a:prstDash val="solid"/>
            <a:headEnd type="arrow" w="sm" len="sm"/>
            <a:tailEnd type="arrow" w="sm" len="sm"/>
          </a:ln>
        </p:spPr>
      </p:cxnSp>
      <p:cxnSp>
        <p:nvCxnSpPr>
          <p:cNvPr id="56" name=""/>
          <p:cNvCxnSpPr>
            <a:stCxn xmlns:a="http://schemas.openxmlformats.org/drawingml/2006/main" id="9" idx="3"/>
            <a:endCxn xmlns:a="http://schemas.openxmlformats.org/drawingml/2006/main" id="12" idx="1"/>
          </p:cNvCxnSpPr>
          <p:nvPr/>
        </p:nvCxnSpPr>
        <p:spPr>
          <a:xfrm xmlns:a="http://schemas.openxmlformats.org/drawingml/2006/main">
            <a:off x="4543425" y="3667125"/>
            <a:ext cx="638175" cy="0"/>
          </a:xfrm>
          <a:prstGeom xmlns:a="http://schemas.openxmlformats.org/drawingml/2006/main" prst="straightConnector1">
            <a:avLst/>
          </a:prstGeom>
          <a:ln xmlns:a="http://schemas.openxmlformats.org/drawingml/2006/main" w="13335">
            <a:solidFill>
              <a:srgbClr val="7B858A"/>
            </a:solidFill>
            <a:prstDash val="solid"/>
            <a:headEnd type="arrow" w="sm" len="sm"/>
            <a:tailEnd type="arrow" w="sm" len="sm"/>
          </a:ln>
        </p:spPr>
      </p:cxnSp>
      <p:cxnSp>
        <p:nvCxnSpPr>
          <p:cNvPr id="57" name=""/>
          <p:cNvCxnSpPr>
            <a:stCxn xmlns:a="http://schemas.openxmlformats.org/drawingml/2006/main" id="12" idx="3"/>
            <a:endCxn xmlns:a="http://schemas.openxmlformats.org/drawingml/2006/main" id="15" idx="1"/>
          </p:cNvCxnSpPr>
          <p:nvPr/>
        </p:nvCxnSpPr>
        <p:spPr>
          <a:xfrm xmlns:a="http://schemas.openxmlformats.org/drawingml/2006/main">
            <a:off x="6848475" y="3667125"/>
            <a:ext cx="638175" cy="0"/>
          </a:xfrm>
          <a:prstGeom xmlns:a="http://schemas.openxmlformats.org/drawingml/2006/main" prst="straightConnector1">
            <a:avLst/>
          </a:prstGeom>
          <a:ln xmlns:a="http://schemas.openxmlformats.org/drawingml/2006/main" w="13335">
            <a:solidFill>
              <a:srgbClr val="7B858A"/>
            </a:solidFill>
            <a:prstDash val="solid"/>
            <a:headEnd type="arrow" w="sm" len="sm"/>
            <a:tailEnd type="arrow" w="sm" len="sm"/>
          </a:ln>
        </p:spPr>
      </p:cxnSp>
      <p:cxnSp>
        <p:nvCxnSpPr>
          <p:cNvPr id="58" name=""/>
          <p:cNvCxnSpPr>
            <a:stCxn xmlns:a="http://schemas.openxmlformats.org/drawingml/2006/main" id="15" idx="3"/>
            <a:endCxn xmlns:a="http://schemas.openxmlformats.org/drawingml/2006/main" id="18" idx="1"/>
          </p:cNvCxnSpPr>
          <p:nvPr/>
        </p:nvCxnSpPr>
        <p:spPr>
          <a:xfrm xmlns:a="http://schemas.openxmlformats.org/drawingml/2006/main">
            <a:off x="9153525" y="3667125"/>
            <a:ext cx="638175" cy="0"/>
          </a:xfrm>
          <a:prstGeom xmlns:a="http://schemas.openxmlformats.org/drawingml/2006/main" prst="straightConnector1">
            <a:avLst/>
          </a:prstGeom>
          <a:ln xmlns:a="http://schemas.openxmlformats.org/drawingml/2006/main" w="13335">
            <a:solidFill>
              <a:srgbClr val="7B858A"/>
            </a:solidFill>
            <a:prstDash val="solid"/>
            <a:headEnd type="arrow" w="sm" len="sm"/>
            <a:tailEnd type="arrow" w="sm" len="sm"/>
          </a:ln>
        </p:spPr>
      </p:cxnSp>
      <p:sp>
        <p:nvSpPr>
          <p:cNvPr id="25" name="">
            <a:extLst xmlns:a="http://schemas.openxmlformats.org/drawingml/2006/main">
              <a:ext uri="{FF2B5EF4-FFF2-40B4-BE49-F238E27FC236}">
                <a16:creationId xmlns:a16="http://schemas.microsoft.com/office/drawing/2014/main" id="{46150FFB-85EA-4123-9FA9-7ED7D3FF9E8A}"/>
              </a:ext>
            </a:extLst>
          </p:cNvPr>
          <p:cNvSpPr>
            <a:spLocks xmlns:a="http://schemas.openxmlformats.org/drawingml/2006/main" noGrp="1"/>
          </p:cNvSpPr>
          <p:nvPr/>
        </p:nvSpPr>
        <p:spPr>
          <a:xfrm xmlns:a="http://schemas.openxmlformats.org/drawingml/2006/main">
            <a:off x="2571750" y="45720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7B2FA3"/>
                </a:solidFill>
                <a:latin typeface="Noto Sans JP"/>
                <a:ea typeface="Noto Sans JP"/>
                <a:cs typeface="Noto Sans JP"/>
              </a:defRPr>
            </a:pPr>
            <a:r>
              <a:rPr sz="1350" b="1" i="0">
                <a:solidFill>
                  <a:srgbClr val="7B2FA3"/>
                </a:solidFill>
                <a:latin typeface="Noto Sans JP"/>
                <a:ea typeface="Noto Sans JP"/>
                <a:cs typeface="Noto Sans JP"/>
              </a:rPr>
              <a:t>偶数ℓ</a:t>
            </a:r>
          </a:p>
        </p:txBody>
      </p:sp>
      <p:sp>
        <p:nvSpPr>
          <p:cNvPr id="26" name="">
            <a:extLst xmlns:a="http://schemas.openxmlformats.org/drawingml/2006/main">
              <a:ext uri="{FF2B5EF4-FFF2-40B4-BE49-F238E27FC236}">
                <a16:creationId xmlns:a16="http://schemas.microsoft.com/office/drawing/2014/main" id="{79A80C70-3F68-41DC-A31F-F10B5CFC8622}"/>
              </a:ext>
            </a:extLst>
          </p:cNvPr>
          <p:cNvSpPr>
            <a:spLocks xmlns:a="http://schemas.openxmlformats.org/drawingml/2006/main" noGrp="1"/>
          </p:cNvSpPr>
          <p:nvPr/>
        </p:nvSpPr>
        <p:spPr>
          <a:xfrm xmlns:a="http://schemas.openxmlformats.org/drawingml/2006/main">
            <a:off x="2571750" y="49053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分布形状</a:t>
            </a:r>
          </a:p>
        </p:txBody>
      </p:sp>
      <p:sp>
        <p:nvSpPr>
          <p:cNvPr id="27" name="">
            <a:extLst xmlns:a="http://schemas.openxmlformats.org/drawingml/2006/main">
              <a:ext uri="{FF2B5EF4-FFF2-40B4-BE49-F238E27FC236}">
                <a16:creationId xmlns:a16="http://schemas.microsoft.com/office/drawing/2014/main" id="{A9EFAE1F-B194-4C8B-A82B-4B780F8A46FE}"/>
              </a:ext>
            </a:extLst>
          </p:cNvPr>
          <p:cNvSpPr>
            <a:spLocks xmlns:a="http://schemas.openxmlformats.org/drawingml/2006/main" noGrp="1"/>
          </p:cNvSpPr>
          <p:nvPr/>
        </p:nvSpPr>
        <p:spPr>
          <a:xfrm xmlns:a="http://schemas.openxmlformats.org/drawingml/2006/main">
            <a:off x="6905625" y="45720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00AFA5"/>
                </a:solidFill>
                <a:latin typeface="Noto Sans JP"/>
                <a:ea typeface="Noto Sans JP"/>
                <a:cs typeface="Noto Sans JP"/>
              </a:defRPr>
            </a:pPr>
            <a:r>
              <a:rPr sz="1350" b="1" i="0">
                <a:solidFill>
                  <a:srgbClr val="00AFA5"/>
                </a:solidFill>
                <a:latin typeface="Noto Sans JP"/>
                <a:ea typeface="Noto Sans JP"/>
                <a:cs typeface="Noto Sans JP"/>
              </a:rPr>
              <a:t>奇数ℓ</a:t>
            </a:r>
          </a:p>
        </p:txBody>
      </p:sp>
      <p:sp>
        <p:nvSpPr>
          <p:cNvPr id="28" name="">
            <a:extLst xmlns:a="http://schemas.openxmlformats.org/drawingml/2006/main">
              <a:ext uri="{FF2B5EF4-FFF2-40B4-BE49-F238E27FC236}">
                <a16:creationId xmlns:a16="http://schemas.microsoft.com/office/drawing/2014/main" id="{A9043C18-72D9-4145-B47D-C3CFA5DB5AE5}"/>
              </a:ext>
            </a:extLst>
          </p:cNvPr>
          <p:cNvSpPr>
            <a:spLocks xmlns:a="http://schemas.openxmlformats.org/drawingml/2006/main" noGrp="1"/>
          </p:cNvSpPr>
          <p:nvPr/>
        </p:nvSpPr>
        <p:spPr>
          <a:xfrm xmlns:a="http://schemas.openxmlformats.org/drawingml/2006/main">
            <a:off x="6667500" y="4905375"/>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流束・非対称性</a:t>
            </a:r>
          </a:p>
        </p:txBody>
      </p:sp>
      <p:sp>
        <p:nvSpPr>
          <p:cNvPr id="29" name="">
            <a:extLst xmlns:a="http://schemas.openxmlformats.org/drawingml/2006/main">
              <a:ext uri="{FF2B5EF4-FFF2-40B4-BE49-F238E27FC236}">
                <a16:creationId xmlns:a16="http://schemas.microsoft.com/office/drawing/2014/main" id="{64DBF28B-9500-4111-A22E-215BD78D0A9B}"/>
              </a:ext>
            </a:extLst>
          </p:cNvPr>
          <p:cNvSpPr>
            <a:spLocks xmlns:a="http://schemas.openxmlformats.org/drawingml/2006/main" noGrp="1"/>
          </p:cNvSpPr>
          <p:nvPr/>
        </p:nvSpPr>
        <p:spPr>
          <a:xfrm xmlns:a="http://schemas.openxmlformats.org/drawingml/2006/main">
            <a:off x="8810625" y="466725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Lを増やして観測量が収束するか確認</a:t>
            </a:r>
          </a:p>
        </p:txBody>
      </p:sp>
      <p:sp>
        <p:nvSpPr>
          <p:cNvPr id="30" name="takeaway-bullet">
            <a:extLst xmlns:a="http://schemas.openxmlformats.org/drawingml/2006/main">
              <a:ext uri="{FF2B5EF4-FFF2-40B4-BE49-F238E27FC236}">
                <a16:creationId xmlns:a16="http://schemas.microsoft.com/office/drawing/2014/main" id="{0A0F287F-19B6-4C0B-B35B-920EA53F253B}"/>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1" name="takeaway">
            <a:extLst xmlns:a="http://schemas.openxmlformats.org/drawingml/2006/main">
              <a:ext uri="{FF2B5EF4-FFF2-40B4-BE49-F238E27FC236}">
                <a16:creationId xmlns:a16="http://schemas.microsoft.com/office/drawing/2014/main" id="{F7509F8B-FE83-4D17-B506-6B0CC77F28B6}"/>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Multi-termの価値は高次角度成分を解くこと。Lを増やした収束が、two-term切断誤差の証拠になる。</a:t>
            </a:r>
          </a:p>
        </p:txBody>
      </p:sp>
      <p:sp>
        <p:nvSpPr>
          <p:cNvPr id="32" name="source">
            <a:extLst xmlns:a="http://schemas.openxmlformats.org/drawingml/2006/main">
              <a:ext uri="{FF2B5EF4-FFF2-40B4-BE49-F238E27FC236}">
                <a16:creationId xmlns:a16="http://schemas.microsoft.com/office/drawing/2014/main" id="{9D9C1B74-0530-451F-95EA-06C773839561}"/>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PN / spherical-harmonic hierarchy: [R3], [R4]</a:t>
            </a:r>
          </a:p>
        </p:txBody>
      </p:sp>
      <p:sp>
        <p:nvSpPr>
          <p:cNvPr id="33" name="section">
            <a:extLst xmlns:a="http://schemas.openxmlformats.org/drawingml/2006/main">
              <a:ext uri="{FF2B5EF4-FFF2-40B4-BE49-F238E27FC236}">
                <a16:creationId xmlns:a16="http://schemas.microsoft.com/office/drawing/2014/main" id="{4095850E-6672-4A8F-9C59-1B0FB083F17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
        <p:nvSpPr>
          <p:cNvPr id="34" name="footer">
            <a:extLst xmlns:a="http://schemas.openxmlformats.org/drawingml/2006/main">
              <a:ext uri="{FF2B5EF4-FFF2-40B4-BE49-F238E27FC236}">
                <a16:creationId xmlns:a16="http://schemas.microsoft.com/office/drawing/2014/main" id="{2A84103E-4A7F-49E1-9D6B-7FF124C37B2E}"/>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35" name="page">
            <a:extLst xmlns:a="http://schemas.openxmlformats.org/drawingml/2006/main">
              <a:ext uri="{FF2B5EF4-FFF2-40B4-BE49-F238E27FC236}">
                <a16:creationId xmlns:a16="http://schemas.microsoft.com/office/drawing/2014/main" id="{030660E6-6ADE-47B2-AACB-AAD25C5FA47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14</a:t>
            </a:r>
          </a:p>
        </p:txBody>
      </p:sp>
    </p:spTree>
    <p:extLst>
      <p:ext uri="{BB962C8B-B14F-4D97-AF65-F5344CB8AC3E}">
        <p14:creationId xmlns:p14="http://schemas.microsoft.com/office/powerpoint/2010/main" val="90517448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3D68C13-CD8C-4114-93B2-04628B6A4A8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Multi-term PN法 2/3：角度散乱データが必要</a:t>
            </a:r>
          </a:p>
        </p:txBody>
      </p:sp>
      <p:sp>
        <p:nvSpPr>
          <p:cNvPr id="3" name="">
            <a:extLst xmlns:a="http://schemas.openxmlformats.org/drawingml/2006/main">
              <a:ext uri="{FF2B5EF4-FFF2-40B4-BE49-F238E27FC236}">
                <a16:creationId xmlns:a16="http://schemas.microsoft.com/office/drawing/2014/main" id="{A4F57F67-CE08-4046-86C0-D756D7464F22}"/>
              </a:ext>
            </a:extLst>
          </p:cNvPr>
          <p:cNvSpPr>
            <a:spLocks xmlns:a="http://schemas.openxmlformats.org/drawingml/2006/main" noGrp="1"/>
          </p:cNvSpPr>
          <p:nvPr/>
        </p:nvSpPr>
        <p:spPr>
          <a:xfrm xmlns:a="http://schemas.openxmlformats.org/drawingml/2006/main">
            <a:off x="666750" y="106680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0" i="0">
                <a:solidFill>
                  <a:srgbClr val="666666"/>
                </a:solidFill>
                <a:latin typeface="Noto Sans JP"/>
                <a:ea typeface="Noto Sans JP"/>
                <a:cs typeface="Noto Sans JP"/>
              </a:defRPr>
            </a:pPr>
            <a:r>
              <a:rPr sz="1050" b="0" i="0">
                <a:solidFill>
                  <a:srgbClr val="666666"/>
                </a:solidFill>
                <a:latin typeface="Noto Sans JP"/>
                <a:ea typeface="Noto Sans JP"/>
                <a:cs typeface="Noto Sans JP"/>
              </a:rPr>
              <a:t>DCS＝微分断面積、σℓ＝Legendre角度モーメント</a:t>
            </a:r>
          </a:p>
        </p:txBody>
      </p:sp>
      <p:sp>
        <p:nvSpPr>
          <p:cNvPr id="4" name="">
            <a:extLst xmlns:a="http://schemas.openxmlformats.org/drawingml/2006/main">
              <a:ext uri="{FF2B5EF4-FFF2-40B4-BE49-F238E27FC236}">
                <a16:creationId xmlns:a16="http://schemas.microsoft.com/office/drawing/2014/main" id="{EB577965-7BD0-48E4-A94B-FB83602C59D9}"/>
              </a:ext>
            </a:extLst>
          </p:cNvPr>
          <p:cNvSpPr>
            <a:spLocks xmlns:a="http://schemas.openxmlformats.org/drawingml/2006/main" noGrp="1"/>
          </p:cNvSpPr>
          <p:nvPr/>
        </p:nvSpPr>
        <p:spPr>
          <a:xfrm xmlns:a="http://schemas.openxmlformats.org/drawingml/2006/main">
            <a:off x="1333500" y="1381125"/>
            <a:ext cx="1143000" cy="68580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角度モーメント</a:t>
            </a:r>
          </a:p>
        </p:txBody>
      </p:sp>
      <p:sp>
        <p:nvSpPr>
          <p:cNvPr id="5" name="">
            <a:extLst xmlns:a="http://schemas.openxmlformats.org/drawingml/2006/main">
              <a:ext uri="{FF2B5EF4-FFF2-40B4-BE49-F238E27FC236}">
                <a16:creationId xmlns:a16="http://schemas.microsoft.com/office/drawing/2014/main" id="{E2287FAD-D65E-4EC1-A135-234624DAD300}"/>
              </a:ext>
            </a:extLst>
          </p:cNvPr>
          <p:cNvSpPr>
            <a:spLocks xmlns:a="http://schemas.openxmlformats.org/drawingml/2006/main" noGrp="1"/>
          </p:cNvSpPr>
          <p:nvPr/>
        </p:nvSpPr>
        <p:spPr>
          <a:xfrm xmlns:a="http://schemas.openxmlformats.org/drawingml/2006/main">
            <a:off x="2476500" y="1381125"/>
            <a:ext cx="8382000" cy="68580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σℓ(ε) = 2π ∫₋₁¹ σ(ε,χ) Pℓ(cosχ) d(cosχ)</a:t>
            </a:r>
          </a:p>
        </p:txBody>
      </p:sp>
      <p:graphicFrame>
        <p:nvGraphicFramePr>
          <p:cNvPr id="18" name=""/>
          <p:cNvGraphicFramePr/>
          <p:nvPr/>
        </p:nvGraphicFramePr>
        <p:xfrm>
          <a:off xmlns:a="http://schemas.openxmlformats.org/drawingml/2006/main" x="523875" y="2428875"/>
          <a:ext xmlns:a="http://schemas.openxmlformats.org/drawingml/2006/main" cx="11144250" cy="2571750"/>
        </p:xfrm>
        <a:graphic xmlns:a="http://schemas.openxmlformats.org/drawingml/2006/main">
          <a:graphicData uri="http://schemas.openxmlformats.org/drawingml/2006/table">
            <a:tbl>
              <a:tblPr/>
              <a:tblGrid>
                <a:gridCol w="2516444"/>
                <a:gridCol w="3235427"/>
                <a:gridCol w="2875935"/>
                <a:gridCol w="2516444"/>
              </a:tblGrid>
              <a:tr h="642938">
                <a:tc>
                  <a:txBody>
                    <a:bodyPr lIns="57150" tIns="47625" rIns="57150" bIns="47625">
                      <a:normAutofit/>
                    </a:bodyPr>
                    <a:lstStyle/>
                    <a:p>
                      <a:pPr algn="l"/>
                      <a:r>
                        <a:rPr sz="1125" b="1">
                          <a:solidFill>
                            <a:srgbClr val="FFFFFF"/>
                          </a:solidFill>
                          <a:latin typeface="Noto Sans JP"/>
                          <a:ea typeface="Noto Sans JP"/>
                          <a:cs typeface="Noto Sans JP"/>
                        </a:rPr>
                        <a:t>利用できる入力</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決められる角度情報</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計算での扱い</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結果の表現</a:t>
                      </a:r>
                    </a:p>
                  </a:txBody>
                  <a:tcPr marL="91440" marR="91440" marT="45720" marB="45720" anchor="ctr">
                    <a:solidFill>
                      <a:srgbClr val="00A6D6"/>
                    </a:solidFill>
                  </a:tcPr>
                </a:tc>
              </a:tr>
              <a:tr h="642938">
                <a:tc>
                  <a:txBody>
                    <a:bodyPr lIns="57150" tIns="47625" rIns="57150" bIns="47625">
                      <a:normAutofit/>
                    </a:bodyPr>
                    <a:lstStyle/>
                    <a:p>
                      <a:pPr algn="l"/>
                      <a:r>
                        <a:rPr sz="1050" b="1">
                          <a:solidFill>
                            <a:srgbClr val="333333"/>
                          </a:solidFill>
                          <a:latin typeface="Noto Sans JP"/>
                          <a:ea typeface="Noto Sans JP"/>
                          <a:cs typeface="Noto Sans JP"/>
                        </a:rPr>
                        <a:t>DCSまたは検証済みσℓ表</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各ℓの衝突減衰を直接決定</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入力モーメントを使用</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DCSモーメントを用いるPN法</a:t>
                      </a:r>
                    </a:p>
                  </a:txBody>
                  <a:tcPr marL="91440" marR="91440" marT="45720" marB="45720" anchor="ctr">
                    <a:solidFill>
                      <a:srgbClr val="FFFFFF"/>
                    </a:solidFill>
                  </a:tcPr>
                </a:tc>
              </a:tr>
              <a:tr h="642938">
                <a:tc>
                  <a:txBody>
                    <a:bodyPr lIns="57150" tIns="47625" rIns="57150" bIns="47625">
                      <a:normAutofit/>
                    </a:bodyPr>
                    <a:lstStyle/>
                    <a:p>
                      <a:pPr algn="l"/>
                      <a:r>
                        <a:rPr sz="1050" b="1">
                          <a:solidFill>
                            <a:srgbClr val="333333"/>
                          </a:solidFill>
                          <a:latin typeface="Noto Sans JP"/>
                          <a:ea typeface="Noto Sans JP"/>
                          <a:cs typeface="Noto Sans JP"/>
                        </a:rPr>
                        <a:t>全断面積＋運動量移行断面積</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σ₀と一部の低次情報のみ</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明示した角度閉包を仮定</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角度分布を仮定したPN法</a:t>
                      </a:r>
                    </a:p>
                  </a:txBody>
                  <a:tcPr marL="91440" marR="91440" marT="45720" marB="45720" anchor="ctr">
                    <a:solidFill>
                      <a:srgbClr val="F2F3F4"/>
                    </a:solidFill>
                  </a:tcPr>
                </a:tc>
              </a:tr>
              <a:tr h="642938">
                <a:tc>
                  <a:txBody>
                    <a:bodyPr lIns="57150" tIns="47625" rIns="57150" bIns="47625">
                      <a:normAutofit/>
                    </a:bodyPr>
                    <a:lstStyle/>
                    <a:p>
                      <a:pPr algn="l"/>
                      <a:r>
                        <a:rPr sz="1050" b="1">
                          <a:solidFill>
                            <a:srgbClr val="333333"/>
                          </a:solidFill>
                          <a:latin typeface="Noto Sans JP"/>
                          <a:ea typeface="Noto Sans JP"/>
                          <a:cs typeface="Noto Sans JP"/>
                        </a:rPr>
                        <a:t>全断面積のみ</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散乱角分布は一意に決まらない</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等方散乱などの仮定が必要</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等方散乱などを仮定したPN法</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26ECD59-8E63-4436-8CB8-20BB47EE3AF9}"/>
              </a:ext>
            </a:extLst>
          </p:cNvPr>
          <p:cNvSpPr>
            <a:spLocks xmlns:a="http://schemas.openxmlformats.org/drawingml/2006/main" noGrp="1"/>
          </p:cNvSpPr>
          <p:nvPr/>
        </p:nvSpPr>
        <p:spPr>
          <a:xfrm xmlns:a="http://schemas.openxmlformats.org/drawingml/2006/main">
            <a:off x="857250" y="52863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425" b="1" i="0">
                <a:solidFill>
                  <a:srgbClr val="D64045"/>
                </a:solidFill>
                <a:latin typeface="Noto Sans JP"/>
                <a:ea typeface="Noto Sans JP"/>
                <a:cs typeface="Noto Sans JP"/>
              </a:defRPr>
            </a:pPr>
            <a:r>
              <a:rPr sz="1425" b="1" i="0">
                <a:solidFill>
                  <a:srgbClr val="D64045"/>
                </a:solidFill>
                <a:latin typeface="Noto Sans JP"/>
                <a:ea typeface="Noto Sans JP"/>
                <a:cs typeface="Noto Sans JP"/>
              </a:rPr>
              <a:t>重要な物理的注意</a:t>
            </a:r>
          </a:p>
        </p:txBody>
      </p:sp>
      <p:sp>
        <p:nvSpPr>
          <p:cNvPr id="8" name="">
            <a:extLst xmlns:a="http://schemas.openxmlformats.org/drawingml/2006/main">
              <a:ext uri="{FF2B5EF4-FFF2-40B4-BE49-F238E27FC236}">
                <a16:creationId xmlns:a16="http://schemas.microsoft.com/office/drawing/2014/main" id="{0DB2CA33-9803-4DE6-9E2D-859BA6EB1C90}"/>
              </a:ext>
            </a:extLst>
          </p:cNvPr>
          <p:cNvSpPr>
            <a:spLocks xmlns:a="http://schemas.openxmlformats.org/drawingml/2006/main" noGrp="1"/>
          </p:cNvSpPr>
          <p:nvPr/>
        </p:nvSpPr>
        <p:spPr>
          <a:xfrm xmlns:a="http://schemas.openxmlformats.org/drawingml/2006/main">
            <a:off x="3286125" y="5191125"/>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通常の積分断面積だけから、全ての微分断面積や高次角度モーメントを一意に再構成できない。</a:t>
            </a:r>
          </a:p>
        </p:txBody>
      </p:sp>
      <p:sp>
        <p:nvSpPr>
          <p:cNvPr id="9" name="takeaway-bullet">
            <a:extLst xmlns:a="http://schemas.openxmlformats.org/drawingml/2006/main">
              <a:ext uri="{FF2B5EF4-FFF2-40B4-BE49-F238E27FC236}">
                <a16:creationId xmlns:a16="http://schemas.microsoft.com/office/drawing/2014/main" id="{9791C789-39B0-4663-87AF-E794628473D5}"/>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0" name="takeaway">
            <a:extLst xmlns:a="http://schemas.openxmlformats.org/drawingml/2006/main">
              <a:ext uri="{FF2B5EF4-FFF2-40B4-BE49-F238E27FC236}">
                <a16:creationId xmlns:a16="http://schemas.microsoft.com/office/drawing/2014/main" id="{8BD1733B-A388-4D58-ADA1-1FD0BC2BBAE7}"/>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DCSを与えていないmulti-term結果を「厳密なDCSベース解」と呼ばず、角度閉包仮定を結果に残す。</a:t>
            </a:r>
          </a:p>
        </p:txBody>
      </p:sp>
      <p:sp>
        <p:nvSpPr>
          <p:cNvPr id="11" name="section">
            <a:extLst xmlns:a="http://schemas.openxmlformats.org/drawingml/2006/main">
              <a:ext uri="{FF2B5EF4-FFF2-40B4-BE49-F238E27FC236}">
                <a16:creationId xmlns:a16="http://schemas.microsoft.com/office/drawing/2014/main" id="{68B53E30-D21A-4873-80F7-815C8F62A1D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
        <p:nvSpPr>
          <p:cNvPr id="12" name="footer">
            <a:extLst xmlns:a="http://schemas.openxmlformats.org/drawingml/2006/main">
              <a:ext uri="{FF2B5EF4-FFF2-40B4-BE49-F238E27FC236}">
                <a16:creationId xmlns:a16="http://schemas.microsoft.com/office/drawing/2014/main" id="{56E89E5C-179E-43BA-A05A-3C2260881CF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3" name="page">
            <a:extLst xmlns:a="http://schemas.openxmlformats.org/drawingml/2006/main">
              <a:ext uri="{FF2B5EF4-FFF2-40B4-BE49-F238E27FC236}">
                <a16:creationId xmlns:a16="http://schemas.microsoft.com/office/drawing/2014/main" id="{64916A2F-5739-4FB6-A220-5BA630F92EC5}"/>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15</a:t>
            </a:r>
          </a:p>
        </p:txBody>
      </p:sp>
    </p:spTree>
    <p:extLst>
      <p:ext uri="{BB962C8B-B14F-4D97-AF65-F5344CB8AC3E}">
        <p14:creationId xmlns:p14="http://schemas.microsoft.com/office/powerpoint/2010/main" val="109521902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D814380-E4D1-41C8-9523-39E29406AC8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Multi-term PN法 3/3：Lmax収束と高エネルギー尾部反応を確認する</a:t>
            </a:r>
          </a:p>
        </p:txBody>
      </p:sp>
      <p:sp>
        <p:nvSpPr>
          <p:cNvPr id="3" name="">
            <a:extLst xmlns:a="http://schemas.openxmlformats.org/drawingml/2006/main">
              <a:ext uri="{FF2B5EF4-FFF2-40B4-BE49-F238E27FC236}">
                <a16:creationId xmlns:a16="http://schemas.microsoft.com/office/drawing/2014/main" id="{1C469D90-944D-464C-B6B6-194E088580C9}"/>
              </a:ext>
            </a:extLst>
          </p:cNvPr>
          <p:cNvSpPr>
            <a:spLocks xmlns:a="http://schemas.openxmlformats.org/drawingml/2006/main" noGrp="1"/>
          </p:cNvSpPr>
          <p:nvPr/>
        </p:nvSpPr>
        <p:spPr>
          <a:xfrm xmlns:a="http://schemas.openxmlformats.org/drawingml/2006/main">
            <a:off x="666750" y="13335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650" b="1" i="0">
                <a:solidFill>
                  <a:srgbClr val="241646"/>
                </a:solidFill>
                <a:latin typeface="Noto Sans JP"/>
                <a:ea typeface="Noto Sans JP"/>
                <a:cs typeface="Noto Sans JP"/>
              </a:defRPr>
            </a:pPr>
            <a:r>
              <a:rPr sz="1650" b="1" i="0">
                <a:solidFill>
                  <a:srgbClr val="241646"/>
                </a:solidFill>
                <a:latin typeface="Noto Sans JP"/>
                <a:ea typeface="Noto Sans JP"/>
                <a:cs typeface="Noto Sans JP"/>
              </a:rPr>
              <a:t>Ar, 50 Tdの実計算例</a:t>
            </a:r>
          </a:p>
        </p:txBody>
      </p:sp>
      <p:graphicFrame>
        <p:nvGraphicFramePr>
          <p:cNvPr id="23" name=""/>
          <p:cNvGraphicFramePr/>
          <p:nvPr/>
        </p:nvGraphicFramePr>
        <p:xfrm>
          <a:off xmlns:a="http://schemas.openxmlformats.org/drawingml/2006/main" x="619125" y="1809750"/>
          <a:ext xmlns:a="http://schemas.openxmlformats.org/drawingml/2006/main" cx="6667500" cy="2619375"/>
        </p:xfrm>
        <a:graphic xmlns:a="http://schemas.openxmlformats.org/drawingml/2006/main">
          <a:graphicData uri="http://schemas.openxmlformats.org/drawingml/2006/table">
            <a:tbl>
              <a:tblPr/>
              <a:tblGrid>
                <a:gridCol w="2255184"/>
                <a:gridCol w="1470772"/>
                <a:gridCol w="1666875"/>
                <a:gridCol w="1274669"/>
              </a:tblGrid>
              <a:tr h="654844">
                <a:tc>
                  <a:txBody>
                    <a:bodyPr lIns="57150" tIns="47625" rIns="57150" bIns="47625">
                      <a:normAutofit/>
                    </a:bodyPr>
                    <a:lstStyle/>
                    <a:p>
                      <a:pPr algn="l"/>
                      <a:r>
                        <a:rPr sz="1125" b="1">
                          <a:solidFill>
                            <a:srgbClr val="FFFFFF"/>
                          </a:solidFill>
                          <a:latin typeface="Noto Sans JP"/>
                          <a:ea typeface="Noto Sans JP"/>
                          <a:cs typeface="Noto Sans JP"/>
                        </a:rPr>
                        <a:t>観測量</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two-term</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multi-term PN</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相対差</a:t>
                      </a:r>
                    </a:p>
                  </a:txBody>
                  <a:tcPr marL="91440" marR="91440" marT="45720" marB="45720" anchor="ctr">
                    <a:solidFill>
                      <a:srgbClr val="00A6D6"/>
                    </a:solidFill>
                  </a:tcPr>
                </a:tc>
              </a:tr>
              <a:tr h="654844">
                <a:tc>
                  <a:txBody>
                    <a:bodyPr lIns="57150" tIns="47625" rIns="57150" bIns="47625">
                      <a:normAutofit/>
                    </a:bodyPr>
                    <a:lstStyle/>
                    <a:p>
                      <a:pPr algn="l"/>
                      <a:r>
                        <a:rPr sz="1125" b="1">
                          <a:solidFill>
                            <a:srgbClr val="333333"/>
                          </a:solidFill>
                          <a:latin typeface="Noto Sans JP"/>
                          <a:ea typeface="Noto Sans JP"/>
                          <a:cs typeface="Noto Sans JP"/>
                        </a:rPr>
                        <a:t>平均エネルギー [eV]</a:t>
                      </a:r>
                    </a:p>
                  </a:txBody>
                  <a:tcPr marL="91440" marR="91440" marT="45720" marB="45720" anchor="ctr">
                    <a:solidFill>
                      <a:srgbClr val="FFFFFF"/>
                    </a:solidFill>
                  </a:tcPr>
                </a:tc>
                <a:tc>
                  <a:txBody>
                    <a:bodyPr lIns="57150" tIns="47625" rIns="57150" bIns="47625">
                      <a:normAutofit/>
                    </a:bodyPr>
                    <a:lstStyle/>
                    <a:p>
                      <a:pPr algn="ctr"/>
                      <a:r>
                        <a:rPr sz="1125" b="0">
                          <a:solidFill>
                            <a:srgbClr val="333333"/>
                          </a:solidFill>
                          <a:latin typeface="Noto Sans JP"/>
                          <a:ea typeface="Noto Sans JP"/>
                          <a:cs typeface="Noto Sans JP"/>
                        </a:rPr>
                        <a:t>5.60606</a:t>
                      </a:r>
                    </a:p>
                  </a:txBody>
                  <a:tcPr marL="91440" marR="91440" marT="45720" marB="45720" anchor="ctr">
                    <a:solidFill>
                      <a:srgbClr val="FFFFFF"/>
                    </a:solidFill>
                  </a:tcPr>
                </a:tc>
                <a:tc>
                  <a:txBody>
                    <a:bodyPr lIns="57150" tIns="47625" rIns="57150" bIns="47625">
                      <a:normAutofit/>
                    </a:bodyPr>
                    <a:lstStyle/>
                    <a:p>
                      <a:pPr algn="ctr"/>
                      <a:r>
                        <a:rPr sz="1125" b="0">
                          <a:solidFill>
                            <a:srgbClr val="333333"/>
                          </a:solidFill>
                          <a:latin typeface="Noto Sans JP"/>
                          <a:ea typeface="Noto Sans JP"/>
                          <a:cs typeface="Noto Sans JP"/>
                        </a:rPr>
                        <a:t>5.58966</a:t>
                      </a:r>
                    </a:p>
                  </a:txBody>
                  <a:tcPr marL="91440" marR="91440" marT="45720" marB="45720" anchor="ctr">
                    <a:solidFill>
                      <a:srgbClr val="FFFFFF"/>
                    </a:solidFill>
                  </a:tcPr>
                </a:tc>
                <a:tc>
                  <a:txBody>
                    <a:bodyPr lIns="57150" tIns="47625" rIns="57150" bIns="47625">
                      <a:normAutofit/>
                    </a:bodyPr>
                    <a:lstStyle/>
                    <a:p>
                      <a:pPr algn="ctr"/>
                      <a:r>
                        <a:rPr sz="1125" b="0">
                          <a:solidFill>
                            <a:srgbClr val="333333"/>
                          </a:solidFill>
                          <a:latin typeface="Noto Sans JP"/>
                          <a:ea typeface="Noto Sans JP"/>
                          <a:cs typeface="Noto Sans JP"/>
                        </a:rPr>
                        <a:t>−0.293%</a:t>
                      </a:r>
                    </a:p>
                  </a:txBody>
                  <a:tcPr marL="91440" marR="91440" marT="45720" marB="45720" anchor="ctr">
                    <a:solidFill>
                      <a:srgbClr val="FFFFFF"/>
                    </a:solidFill>
                  </a:tcPr>
                </a:tc>
              </a:tr>
              <a:tr h="654844">
                <a:tc>
                  <a:txBody>
                    <a:bodyPr lIns="57150" tIns="47625" rIns="57150" bIns="47625">
                      <a:normAutofit/>
                    </a:bodyPr>
                    <a:lstStyle/>
                    <a:p>
                      <a:pPr algn="l"/>
                      <a:r>
                        <a:rPr sz="1125" b="1">
                          <a:solidFill>
                            <a:srgbClr val="333333"/>
                          </a:solidFill>
                          <a:latin typeface="Noto Sans JP"/>
                          <a:ea typeface="Noto Sans JP"/>
                          <a:cs typeface="Noto Sans JP"/>
                        </a:rPr>
                        <a:t>ドリフト速度 [m s⁻¹]</a:t>
                      </a:r>
                    </a:p>
                  </a:txBody>
                  <a:tcPr marL="91440" marR="91440" marT="45720" marB="45720" anchor="ctr">
                    <a:solidFill>
                      <a:srgbClr val="F2F3F4"/>
                    </a:solidFill>
                  </a:tcPr>
                </a:tc>
                <a:tc>
                  <a:txBody>
                    <a:bodyPr lIns="57150" tIns="47625" rIns="57150" bIns="47625">
                      <a:normAutofit/>
                    </a:bodyPr>
                    <a:lstStyle/>
                    <a:p>
                      <a:pPr algn="ctr"/>
                      <a:r>
                        <a:rPr sz="1125" b="0">
                          <a:solidFill>
                            <a:srgbClr val="333333"/>
                          </a:solidFill>
                          <a:latin typeface="Noto Sans JP"/>
                          <a:ea typeface="Noto Sans JP"/>
                          <a:cs typeface="Noto Sans JP"/>
                        </a:rPr>
                        <a:t>122056.9</a:t>
                      </a:r>
                    </a:p>
                  </a:txBody>
                  <a:tcPr marL="91440" marR="91440" marT="45720" marB="45720" anchor="ctr">
                    <a:solidFill>
                      <a:srgbClr val="F2F3F4"/>
                    </a:solidFill>
                  </a:tcPr>
                </a:tc>
                <a:tc>
                  <a:txBody>
                    <a:bodyPr lIns="57150" tIns="47625" rIns="57150" bIns="47625">
                      <a:normAutofit/>
                    </a:bodyPr>
                    <a:lstStyle/>
                    <a:p>
                      <a:pPr algn="ctr"/>
                      <a:r>
                        <a:rPr sz="1125" b="0">
                          <a:solidFill>
                            <a:srgbClr val="333333"/>
                          </a:solidFill>
                          <a:latin typeface="Noto Sans JP"/>
                          <a:ea typeface="Noto Sans JP"/>
                          <a:cs typeface="Noto Sans JP"/>
                        </a:rPr>
                        <a:t>121552.7</a:t>
                      </a:r>
                    </a:p>
                  </a:txBody>
                  <a:tcPr marL="91440" marR="91440" marT="45720" marB="45720" anchor="ctr">
                    <a:solidFill>
                      <a:srgbClr val="F2F3F4"/>
                    </a:solidFill>
                  </a:tcPr>
                </a:tc>
                <a:tc>
                  <a:txBody>
                    <a:bodyPr lIns="57150" tIns="47625" rIns="57150" bIns="47625">
                      <a:normAutofit/>
                    </a:bodyPr>
                    <a:lstStyle/>
                    <a:p>
                      <a:pPr algn="ctr"/>
                      <a:r>
                        <a:rPr sz="1125" b="0">
                          <a:solidFill>
                            <a:srgbClr val="333333"/>
                          </a:solidFill>
                          <a:latin typeface="Noto Sans JP"/>
                          <a:ea typeface="Noto Sans JP"/>
                          <a:cs typeface="Noto Sans JP"/>
                        </a:rPr>
                        <a:t>−0.413%</a:t>
                      </a:r>
                    </a:p>
                  </a:txBody>
                  <a:tcPr marL="91440" marR="91440" marT="45720" marB="45720" anchor="ctr">
                    <a:solidFill>
                      <a:srgbClr val="F2F3F4"/>
                    </a:solidFill>
                  </a:tcPr>
                </a:tc>
              </a:tr>
              <a:tr h="654844">
                <a:tc>
                  <a:txBody>
                    <a:bodyPr lIns="57150" tIns="47625" rIns="57150" bIns="47625">
                      <a:normAutofit/>
                    </a:bodyPr>
                    <a:lstStyle/>
                    <a:p>
                      <a:pPr algn="l"/>
                      <a:r>
                        <a:rPr sz="1125" b="1">
                          <a:solidFill>
                            <a:srgbClr val="333333"/>
                          </a:solidFill>
                          <a:latin typeface="Noto Sans JP"/>
                          <a:ea typeface="Noto Sans JP"/>
                          <a:cs typeface="Noto Sans JP"/>
                        </a:rPr>
                        <a:t>正味電離周波数 [s⁻¹]</a:t>
                      </a:r>
                    </a:p>
                  </a:txBody>
                  <a:tcPr marL="91440" marR="91440" marT="45720" marB="45720" anchor="ctr">
                    <a:solidFill>
                      <a:srgbClr val="FFFFFF"/>
                    </a:solidFill>
                  </a:tcPr>
                </a:tc>
                <a:tc>
                  <a:txBody>
                    <a:bodyPr lIns="57150" tIns="47625" rIns="57150" bIns="47625">
                      <a:normAutofit/>
                    </a:bodyPr>
                    <a:lstStyle/>
                    <a:p>
                      <a:pPr algn="ctr"/>
                      <a:r>
                        <a:rPr sz="1125" b="0">
                          <a:solidFill>
                            <a:srgbClr val="333333"/>
                          </a:solidFill>
                          <a:latin typeface="Noto Sans JP"/>
                          <a:ea typeface="Noto Sans JP"/>
                          <a:cs typeface="Noto Sans JP"/>
                        </a:rPr>
                        <a:t>244949</a:t>
                      </a:r>
                    </a:p>
                  </a:txBody>
                  <a:tcPr marL="91440" marR="91440" marT="45720" marB="45720" anchor="ctr">
                    <a:solidFill>
                      <a:srgbClr val="FFFFFF"/>
                    </a:solidFill>
                  </a:tcPr>
                </a:tc>
                <a:tc>
                  <a:txBody>
                    <a:bodyPr lIns="57150" tIns="47625" rIns="57150" bIns="47625">
                      <a:normAutofit/>
                    </a:bodyPr>
                    <a:lstStyle/>
                    <a:p>
                      <a:pPr algn="ctr"/>
                      <a:r>
                        <a:rPr sz="1125" b="0">
                          <a:solidFill>
                            <a:srgbClr val="333333"/>
                          </a:solidFill>
                          <a:latin typeface="Noto Sans JP"/>
                          <a:ea typeface="Noto Sans JP"/>
                          <a:cs typeface="Noto Sans JP"/>
                        </a:rPr>
                        <a:t>283771</a:t>
                      </a:r>
                    </a:p>
                  </a:txBody>
                  <a:tcPr marL="91440" marR="91440" marT="45720" marB="45720" anchor="ctr">
                    <a:solidFill>
                      <a:srgbClr val="FFFFFF"/>
                    </a:solidFill>
                  </a:tcPr>
                </a:tc>
                <a:tc>
                  <a:txBody>
                    <a:bodyPr lIns="57150" tIns="47625" rIns="57150" bIns="47625">
                      <a:normAutofit/>
                    </a:bodyPr>
                    <a:lstStyle/>
                    <a:p>
                      <a:pPr algn="ctr"/>
                      <a:r>
                        <a:rPr sz="1125" b="0">
                          <a:solidFill>
                            <a:srgbClr val="333333"/>
                          </a:solidFill>
                          <a:latin typeface="Noto Sans JP"/>
                          <a:ea typeface="Noto Sans JP"/>
                          <a:cs typeface="Noto Sans JP"/>
                        </a:rPr>
                        <a:t>+15.85%</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30809AE-6FE0-4C4B-B394-8B5310776DBB}"/>
              </a:ext>
            </a:extLst>
          </p:cNvPr>
          <p:cNvSpPr>
            <a:spLocks xmlns:a="http://schemas.openxmlformats.org/drawingml/2006/main" noGrp="1"/>
          </p:cNvSpPr>
          <p:nvPr/>
        </p:nvSpPr>
        <p:spPr>
          <a:xfrm xmlns:a="http://schemas.openxmlformats.org/drawingml/2006/main">
            <a:off x="7953375" y="16192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7B2FA3"/>
                </a:solidFill>
                <a:latin typeface="Noto Sans JP"/>
                <a:ea typeface="Noto Sans JP"/>
                <a:cs typeface="Noto Sans JP"/>
              </a:defRPr>
            </a:pPr>
            <a:r>
              <a:rPr sz="1650" b="1" i="0">
                <a:solidFill>
                  <a:srgbClr val="7B2FA3"/>
                </a:solidFill>
                <a:latin typeface="Noto Sans JP"/>
                <a:ea typeface="Noto Sans JP"/>
                <a:cs typeface="Noto Sans JP"/>
              </a:rPr>
              <a:t>読み方</a:t>
            </a:r>
          </a:p>
        </p:txBody>
      </p:sp>
      <p:sp>
        <p:nvSpPr>
          <p:cNvPr id="6" name="">
            <a:extLst xmlns:a="http://schemas.openxmlformats.org/drawingml/2006/main">
              <a:ext uri="{FF2B5EF4-FFF2-40B4-BE49-F238E27FC236}">
                <a16:creationId xmlns:a16="http://schemas.microsoft.com/office/drawing/2014/main" id="{10B1A751-F073-4200-9AA5-281C5D3FAAAC}"/>
              </a:ext>
            </a:extLst>
          </p:cNvPr>
          <p:cNvSpPr>
            <a:spLocks xmlns:a="http://schemas.openxmlformats.org/drawingml/2006/main" noGrp="1"/>
          </p:cNvSpPr>
          <p:nvPr/>
        </p:nvSpPr>
        <p:spPr>
          <a:xfrm xmlns:a="http://schemas.openxmlformats.org/drawingml/2006/main">
            <a:off x="7715250" y="2381250"/>
            <a:ext cx="76200" cy="76200"/>
          </a:xfrm>
          <a:prstGeom xmlns:a="http://schemas.openxmlformats.org/drawingml/2006/main" prst="rect">
            <a:avLst/>
          </a:prstGeom>
          <a:solidFill xmlns:a="http://schemas.openxmlformats.org/drawingml/2006/main">
            <a:srgbClr val="D6404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7DA5767-8345-4497-A689-15D86C54F12A}"/>
              </a:ext>
            </a:extLst>
          </p:cNvPr>
          <p:cNvSpPr>
            <a:spLocks xmlns:a="http://schemas.openxmlformats.org/drawingml/2006/main" noGrp="1"/>
          </p:cNvSpPr>
          <p:nvPr/>
        </p:nvSpPr>
        <p:spPr>
          <a:xfrm xmlns:a="http://schemas.openxmlformats.org/drawingml/2006/main">
            <a:off x="7953375" y="22193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平均量が0.5%以内でも、電離は約16%変わる</a:t>
            </a:r>
          </a:p>
        </p:txBody>
      </p:sp>
      <p:sp>
        <p:nvSpPr>
          <p:cNvPr id="8" name="">
            <a:extLst xmlns:a="http://schemas.openxmlformats.org/drawingml/2006/main">
              <a:ext uri="{FF2B5EF4-FFF2-40B4-BE49-F238E27FC236}">
                <a16:creationId xmlns:a16="http://schemas.microsoft.com/office/drawing/2014/main" id="{93D93654-E889-4B2C-B45B-98EF5D61D205}"/>
              </a:ext>
            </a:extLst>
          </p:cNvPr>
          <p:cNvSpPr>
            <a:spLocks xmlns:a="http://schemas.openxmlformats.org/drawingml/2006/main" noGrp="1"/>
          </p:cNvSpPr>
          <p:nvPr/>
        </p:nvSpPr>
        <p:spPr>
          <a:xfrm xmlns:a="http://schemas.openxmlformats.org/drawingml/2006/main">
            <a:off x="7715250" y="30289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FB08B50-2681-42AF-BF62-983B9B41905E}"/>
              </a:ext>
            </a:extLst>
          </p:cNvPr>
          <p:cNvSpPr>
            <a:spLocks xmlns:a="http://schemas.openxmlformats.org/drawingml/2006/main" noGrp="1"/>
          </p:cNvSpPr>
          <p:nvPr/>
        </p:nvSpPr>
        <p:spPr>
          <a:xfrm xmlns:a="http://schemas.openxmlformats.org/drawingml/2006/main">
            <a:off x="7953375" y="28670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高エネルギー尾部は小さな角度分布差を増幅</a:t>
            </a:r>
          </a:p>
        </p:txBody>
      </p:sp>
      <p:sp>
        <p:nvSpPr>
          <p:cNvPr id="10" name="">
            <a:extLst xmlns:a="http://schemas.openxmlformats.org/drawingml/2006/main">
              <a:ext uri="{FF2B5EF4-FFF2-40B4-BE49-F238E27FC236}">
                <a16:creationId xmlns:a16="http://schemas.microsoft.com/office/drawing/2014/main" id="{424BA622-0DA9-4B62-A926-B283B43D5E09}"/>
              </a:ext>
            </a:extLst>
          </p:cNvPr>
          <p:cNvSpPr>
            <a:spLocks xmlns:a="http://schemas.openxmlformats.org/drawingml/2006/main" noGrp="1"/>
          </p:cNvSpPr>
          <p:nvPr/>
        </p:nvSpPr>
        <p:spPr>
          <a:xfrm xmlns:a="http://schemas.openxmlformats.org/drawingml/2006/main">
            <a:off x="7715250" y="36766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848C69F-5436-45DE-B29F-F5E5273DC8FA}"/>
              </a:ext>
            </a:extLst>
          </p:cNvPr>
          <p:cNvSpPr>
            <a:spLocks xmlns:a="http://schemas.openxmlformats.org/drawingml/2006/main" noGrp="1"/>
          </p:cNvSpPr>
          <p:nvPr/>
        </p:nvSpPr>
        <p:spPr>
          <a:xfrm xmlns:a="http://schemas.openxmlformats.org/drawingml/2006/main">
            <a:off x="7953375" y="35147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Lを増やし、EEDF・輸送・反応速度を別々に収束確認</a:t>
            </a:r>
          </a:p>
        </p:txBody>
      </p:sp>
      <p:sp>
        <p:nvSpPr>
          <p:cNvPr id="12" name="">
            <a:extLst xmlns:a="http://schemas.openxmlformats.org/drawingml/2006/main">
              <a:ext uri="{FF2B5EF4-FFF2-40B4-BE49-F238E27FC236}">
                <a16:creationId xmlns:a16="http://schemas.microsoft.com/office/drawing/2014/main" id="{D53F0E8D-A4E2-4774-B594-CB9C665503A8}"/>
              </a:ext>
            </a:extLst>
          </p:cNvPr>
          <p:cNvSpPr>
            <a:spLocks xmlns:a="http://schemas.openxmlformats.org/drawingml/2006/main" noGrp="1"/>
          </p:cNvSpPr>
          <p:nvPr/>
        </p:nvSpPr>
        <p:spPr>
          <a:xfrm xmlns:a="http://schemas.openxmlformats.org/drawingml/2006/main">
            <a:off x="7715250" y="43243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8B3D840-1D4C-47EA-9F64-3214C6C59A30}"/>
              </a:ext>
            </a:extLst>
          </p:cNvPr>
          <p:cNvSpPr>
            <a:spLocks xmlns:a="http://schemas.openxmlformats.org/drawingml/2006/main" noGrp="1"/>
          </p:cNvSpPr>
          <p:nvPr/>
        </p:nvSpPr>
        <p:spPr>
          <a:xfrm xmlns:a="http://schemas.openxmlformats.org/drawingml/2006/main">
            <a:off x="7953375" y="41624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DCS情報の不足はLmax収束では解消しない</a:t>
            </a:r>
          </a:p>
        </p:txBody>
      </p:sp>
      <p:sp>
        <p:nvSpPr>
          <p:cNvPr id="14" name="">
            <a:extLst xmlns:a="http://schemas.openxmlformats.org/drawingml/2006/main">
              <a:ext uri="{FF2B5EF4-FFF2-40B4-BE49-F238E27FC236}">
                <a16:creationId xmlns:a16="http://schemas.microsoft.com/office/drawing/2014/main" id="{7B07C604-6A91-4B1A-93C0-90CD61AD25E5}"/>
              </a:ext>
            </a:extLst>
          </p:cNvPr>
          <p:cNvSpPr>
            <a:spLocks xmlns:a="http://schemas.openxmlformats.org/drawingml/2006/main" noGrp="1"/>
          </p:cNvSpPr>
          <p:nvPr/>
        </p:nvSpPr>
        <p:spPr>
          <a:xfrm xmlns:a="http://schemas.openxmlformats.org/drawingml/2006/main">
            <a:off x="857250" y="48577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008DB6"/>
                </a:solidFill>
                <a:latin typeface="Noto Sans JP"/>
                <a:ea typeface="Noto Sans JP"/>
                <a:cs typeface="Noto Sans JP"/>
              </a:defRPr>
            </a:pPr>
            <a:r>
              <a:rPr sz="1350" b="1" i="0">
                <a:solidFill>
                  <a:srgbClr val="008DB6"/>
                </a:solidFill>
                <a:latin typeface="Noto Sans JP"/>
                <a:ea typeface="Noto Sans JP"/>
                <a:cs typeface="Noto Sans JP"/>
              </a:rPr>
              <a:t>使う場面</a:t>
            </a:r>
          </a:p>
        </p:txBody>
      </p:sp>
      <p:sp>
        <p:nvSpPr>
          <p:cNvPr id="15" name="">
            <a:extLst xmlns:a="http://schemas.openxmlformats.org/drawingml/2006/main">
              <a:ext uri="{FF2B5EF4-FFF2-40B4-BE49-F238E27FC236}">
                <a16:creationId xmlns:a16="http://schemas.microsoft.com/office/drawing/2014/main" id="{EFF7297B-845E-4410-8727-993ABC08D052}"/>
              </a:ext>
            </a:extLst>
          </p:cNvPr>
          <p:cNvSpPr>
            <a:spLocks xmlns:a="http://schemas.openxmlformats.org/drawingml/2006/main" noGrp="1"/>
          </p:cNvSpPr>
          <p:nvPr/>
        </p:nvSpPr>
        <p:spPr>
          <a:xfrm xmlns:a="http://schemas.openxmlformats.org/drawingml/2006/main">
            <a:off x="2333625" y="476250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9855"/>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two-termの角度切断誤差が装置KPIへ効くかを、選択したE/Nで確認する。</a:t>
            </a:r>
          </a:p>
        </p:txBody>
      </p:sp>
      <p:sp>
        <p:nvSpPr>
          <p:cNvPr id="16" name="takeaway-bullet">
            <a:extLst xmlns:a="http://schemas.openxmlformats.org/drawingml/2006/main">
              <a:ext uri="{FF2B5EF4-FFF2-40B4-BE49-F238E27FC236}">
                <a16:creationId xmlns:a16="http://schemas.microsoft.com/office/drawing/2014/main" id="{91B03218-F8DD-46B0-9F2B-3C86EB44BDC1}"/>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7" name="takeaway">
            <a:extLst xmlns:a="http://schemas.openxmlformats.org/drawingml/2006/main">
              <a:ext uri="{FF2B5EF4-FFF2-40B4-BE49-F238E27FC236}">
                <a16:creationId xmlns:a16="http://schemas.microsoft.com/office/drawing/2014/main" id="{0C45EB81-C703-45FC-B721-98F4D75C4990}"/>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平均エネルギーの一致だけで妥当性を判断せず、閾値反応とLmax収束を同時に見る。</a:t>
            </a:r>
          </a:p>
        </p:txBody>
      </p:sp>
      <p:sp>
        <p:nvSpPr>
          <p:cNvPr id="18" name="section">
            <a:extLst xmlns:a="http://schemas.openxmlformats.org/drawingml/2006/main">
              <a:ext uri="{FF2B5EF4-FFF2-40B4-BE49-F238E27FC236}">
                <a16:creationId xmlns:a16="http://schemas.microsoft.com/office/drawing/2014/main" id="{1EB390BB-207D-4F17-AC03-3E945BB1877A}"/>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
        <p:nvSpPr>
          <p:cNvPr id="19" name="footer">
            <a:extLst xmlns:a="http://schemas.openxmlformats.org/drawingml/2006/main">
              <a:ext uri="{FF2B5EF4-FFF2-40B4-BE49-F238E27FC236}">
                <a16:creationId xmlns:a16="http://schemas.microsoft.com/office/drawing/2014/main" id="{9B93C09D-7082-4272-A35B-DB183ED48CA2}"/>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20" name="page">
            <a:extLst xmlns:a="http://schemas.openxmlformats.org/drawingml/2006/main">
              <a:ext uri="{FF2B5EF4-FFF2-40B4-BE49-F238E27FC236}">
                <a16:creationId xmlns:a16="http://schemas.microsoft.com/office/drawing/2014/main" id="{97699C23-02AB-48DE-86C1-9431173C7E6B}"/>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16</a:t>
            </a:r>
          </a:p>
        </p:txBody>
      </p:sp>
    </p:spTree>
    <p:extLst>
      <p:ext uri="{BB962C8B-B14F-4D97-AF65-F5344CB8AC3E}">
        <p14:creationId xmlns:p14="http://schemas.microsoft.com/office/powerpoint/2010/main" val="2052726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D0CEAC9-9B14-4647-8E6E-95A72806607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Monte Carlo法 1/3：電子軌道と衝突</a:t>
            </a:r>
          </a:p>
        </p:txBody>
      </p:sp>
      <p:sp>
        <p:nvSpPr>
          <p:cNvPr id="3" name="">
            <a:extLst xmlns:a="http://schemas.openxmlformats.org/drawingml/2006/main">
              <a:ext uri="{FF2B5EF4-FFF2-40B4-BE49-F238E27FC236}">
                <a16:creationId xmlns:a16="http://schemas.microsoft.com/office/drawing/2014/main" id="{B591790D-5501-4419-99BD-D7A93A916760}"/>
              </a:ext>
            </a:extLst>
          </p:cNvPr>
          <p:cNvSpPr>
            <a:spLocks xmlns:a="http://schemas.openxmlformats.org/drawingml/2006/main" noGrp="1"/>
          </p:cNvSpPr>
          <p:nvPr/>
        </p:nvSpPr>
        <p:spPr>
          <a:xfrm xmlns:a="http://schemas.openxmlformats.org/drawingml/2006/main">
            <a:off x="1238250" y="1333500"/>
            <a:ext cx="1143000" cy="6667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軌道</a:t>
            </a:r>
          </a:p>
        </p:txBody>
      </p:sp>
      <p:sp>
        <p:nvSpPr>
          <p:cNvPr id="4" name="">
            <a:extLst xmlns:a="http://schemas.openxmlformats.org/drawingml/2006/main">
              <a:ext uri="{FF2B5EF4-FFF2-40B4-BE49-F238E27FC236}">
                <a16:creationId xmlns:a16="http://schemas.microsoft.com/office/drawing/2014/main" id="{87C6A8B6-D9F4-4FE0-8022-BE5FD8D12139}"/>
              </a:ext>
            </a:extLst>
          </p:cNvPr>
          <p:cNvSpPr>
            <a:spLocks xmlns:a="http://schemas.openxmlformats.org/drawingml/2006/main" noGrp="1"/>
          </p:cNvSpPr>
          <p:nvPr/>
        </p:nvSpPr>
        <p:spPr>
          <a:xfrm xmlns:a="http://schemas.openxmlformats.org/drawingml/2006/main">
            <a:off x="2381250" y="1333500"/>
            <a:ext cx="8572500" cy="6667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mₑ dv/dt = −e(E + v×B),    dr/dt = v</a:t>
            </a:r>
          </a:p>
        </p:txBody>
      </p:sp>
      <p:sp>
        <p:nvSpPr>
          <p:cNvPr id="5" name="">
            <a:extLst xmlns:a="http://schemas.openxmlformats.org/drawingml/2006/main">
              <a:ext uri="{FF2B5EF4-FFF2-40B4-BE49-F238E27FC236}">
                <a16:creationId xmlns:a16="http://schemas.microsoft.com/office/drawing/2014/main" id="{30DD2540-C7F5-4ACC-AED3-2552818C8C2C}"/>
              </a:ext>
            </a:extLst>
          </p:cNvPr>
          <p:cNvSpPr>
            <a:spLocks xmlns:a="http://schemas.openxmlformats.org/drawingml/2006/main" noGrp="1"/>
          </p:cNvSpPr>
          <p:nvPr/>
        </p:nvSpPr>
        <p:spPr>
          <a:xfrm xmlns:a="http://schemas.openxmlformats.org/drawingml/2006/main">
            <a:off x="523875" y="2333625"/>
            <a:ext cx="6381750" cy="2857500"/>
          </a:xfrm>
          <a:prstGeom xmlns:a="http://schemas.openxmlformats.org/drawingml/2006/main" prst="rect">
            <a:avLst/>
          </a:prstGeom>
          <a:solidFill xmlns:a="http://schemas.openxmlformats.org/drawingml/2006/main">
            <a:srgbClr val="FAFBFB"/>
          </a:solidFill>
          <a:ln xmlns:a="http://schemas.openxmlformats.org/drawingml/2006/main" w="9525">
            <a:solidFill>
              <a:srgbClr val="CBD2D6"/>
            </a:solidFill>
            <a:prstDash val="solid"/>
          </a:ln>
        </p:spPr>
      </p:sp>
      <p:sp>
        <p:nvSpPr>
          <p:cNvPr id="6" name="">
            <a:extLst xmlns:a="http://schemas.openxmlformats.org/drawingml/2006/main">
              <a:ext uri="{FF2B5EF4-FFF2-40B4-BE49-F238E27FC236}">
                <a16:creationId xmlns:a16="http://schemas.microsoft.com/office/drawing/2014/main" id="{0CAF742D-55CC-403E-9B77-6780018E4AAB}"/>
              </a:ext>
            </a:extLst>
          </p:cNvPr>
          <p:cNvSpPr>
            <a:spLocks xmlns:a="http://schemas.openxmlformats.org/drawingml/2006/main" noGrp="1"/>
          </p:cNvSpPr>
          <p:nvPr/>
        </p:nvSpPr>
        <p:spPr>
          <a:xfrm xmlns:a="http://schemas.openxmlformats.org/drawingml/2006/main">
            <a:off x="904875" y="4619625"/>
            <a:ext cx="5524500" cy="0"/>
          </a:xfrm>
          <a:prstGeom xmlns:a="http://schemas.openxmlformats.org/drawingml/2006/main" prst="line">
            <a:avLst/>
          </a:prstGeom>
          <a:noFill xmlns:a="http://schemas.openxmlformats.org/drawingml/2006/main"/>
          <a:ln xmlns:a="http://schemas.openxmlformats.org/drawingml/2006/main" w="11430">
            <a:solidFill>
              <a:srgbClr val="6E777B"/>
            </a:solidFill>
            <a:prstDash val="solid"/>
          </a:ln>
        </p:spPr>
      </p:sp>
      <p:sp>
        <p:nvSpPr>
          <p:cNvPr id="7" name="">
            <a:extLst xmlns:a="http://schemas.openxmlformats.org/drawingml/2006/main">
              <a:ext uri="{FF2B5EF4-FFF2-40B4-BE49-F238E27FC236}">
                <a16:creationId xmlns:a16="http://schemas.microsoft.com/office/drawing/2014/main" id="{93C34059-4CC3-4B94-899E-04EFB5739C7F}"/>
              </a:ext>
            </a:extLst>
          </p:cNvPr>
          <p:cNvSpPr>
            <a:spLocks xmlns:a="http://schemas.openxmlformats.org/drawingml/2006/main" noGrp="1"/>
          </p:cNvSpPr>
          <p:nvPr/>
        </p:nvSpPr>
        <p:spPr>
          <a:xfrm xmlns:a="http://schemas.openxmlformats.org/drawingml/2006/main">
            <a:off x="904875" y="2667000"/>
            <a:ext cx="0" cy="1952625"/>
          </a:xfrm>
          <a:prstGeom xmlns:a="http://schemas.openxmlformats.org/drawingml/2006/main" prst="line">
            <a:avLst/>
          </a:prstGeom>
          <a:noFill xmlns:a="http://schemas.openxmlformats.org/drawingml/2006/main"/>
          <a:ln xmlns:a="http://schemas.openxmlformats.org/drawingml/2006/main" w="11430">
            <a:solidFill>
              <a:srgbClr val="6E777B"/>
            </a:solidFill>
            <a:prstDash val="solid"/>
          </a:ln>
        </p:spPr>
      </p:sp>
      <p:sp>
        <p:nvSpPr>
          <p:cNvPr id="8" name="">
            <a:extLst xmlns:a="http://schemas.openxmlformats.org/drawingml/2006/main">
              <a:ext uri="{FF2B5EF4-FFF2-40B4-BE49-F238E27FC236}">
                <a16:creationId xmlns:a16="http://schemas.microsoft.com/office/drawing/2014/main" id="{AF2303CF-1AA9-4FF1-A26D-7B83D73C5A70}"/>
              </a:ext>
            </a:extLst>
          </p:cNvPr>
          <p:cNvSpPr>
            <a:spLocks xmlns:a="http://schemas.openxmlformats.org/drawingml/2006/main" noGrp="1"/>
          </p:cNvSpPr>
          <p:nvPr/>
        </p:nvSpPr>
        <p:spPr>
          <a:xfrm xmlns:a="http://schemas.openxmlformats.org/drawingml/2006/main">
            <a:off x="1143000" y="3000375"/>
            <a:ext cx="952500" cy="333375"/>
          </a:xfrm>
          <a:prstGeom xmlns:a="http://schemas.openxmlformats.org/drawingml/2006/main" prst="line">
            <a:avLst/>
          </a:prstGeom>
          <a:noFill xmlns:a="http://schemas.openxmlformats.org/drawingml/2006/main"/>
          <a:ln xmlns:a="http://schemas.openxmlformats.org/drawingml/2006/main" w="24765">
            <a:solidFill>
              <a:srgbClr val="008DB6"/>
            </a:solidFill>
            <a:prstDash val="solid"/>
          </a:ln>
        </p:spPr>
      </p:sp>
      <p:sp>
        <p:nvSpPr>
          <p:cNvPr id="9" name="">
            <a:extLst xmlns:a="http://schemas.openxmlformats.org/drawingml/2006/main">
              <a:ext uri="{FF2B5EF4-FFF2-40B4-BE49-F238E27FC236}">
                <a16:creationId xmlns:a16="http://schemas.microsoft.com/office/drawing/2014/main" id="{7D6571E0-33DF-404C-B10E-BB94B3EBACD2}"/>
              </a:ext>
            </a:extLst>
          </p:cNvPr>
          <p:cNvSpPr>
            <a:spLocks xmlns:a="http://schemas.openxmlformats.org/drawingml/2006/main" noGrp="1"/>
          </p:cNvSpPr>
          <p:nvPr/>
        </p:nvSpPr>
        <p:spPr>
          <a:xfrm xmlns:a="http://schemas.openxmlformats.org/drawingml/2006/main">
            <a:off x="2095500" y="3095625"/>
            <a:ext cx="1095375" cy="238125"/>
          </a:xfrm>
          <a:prstGeom xmlns:a="http://schemas.openxmlformats.org/drawingml/2006/main" prst="line">
            <a:avLst/>
          </a:prstGeom>
          <a:noFill xmlns:a="http://schemas.openxmlformats.org/drawingml/2006/main"/>
          <a:ln xmlns:a="http://schemas.openxmlformats.org/drawingml/2006/main" w="24765">
            <a:solidFill>
              <a:srgbClr val="008DB6"/>
            </a:solidFill>
            <a:prstDash val="solid"/>
          </a:ln>
        </p:spPr>
      </p:sp>
      <p:sp>
        <p:nvSpPr>
          <p:cNvPr id="10" name="">
            <a:extLst xmlns:a="http://schemas.openxmlformats.org/drawingml/2006/main">
              <a:ext uri="{FF2B5EF4-FFF2-40B4-BE49-F238E27FC236}">
                <a16:creationId xmlns:a16="http://schemas.microsoft.com/office/drawing/2014/main" id="{AD788BEC-064F-4E23-96D1-9F9F37AEB064}"/>
              </a:ext>
            </a:extLst>
          </p:cNvPr>
          <p:cNvSpPr>
            <a:spLocks xmlns:a="http://schemas.openxmlformats.org/drawingml/2006/main" noGrp="1"/>
          </p:cNvSpPr>
          <p:nvPr/>
        </p:nvSpPr>
        <p:spPr>
          <a:xfrm xmlns:a="http://schemas.openxmlformats.org/drawingml/2006/main">
            <a:off x="3190875" y="3095625"/>
            <a:ext cx="1047750" cy="619125"/>
          </a:xfrm>
          <a:prstGeom xmlns:a="http://schemas.openxmlformats.org/drawingml/2006/main" prst="line">
            <a:avLst/>
          </a:prstGeom>
          <a:noFill xmlns:a="http://schemas.openxmlformats.org/drawingml/2006/main"/>
          <a:ln xmlns:a="http://schemas.openxmlformats.org/drawingml/2006/main" w="24765">
            <a:solidFill>
              <a:srgbClr val="C88700"/>
            </a:solidFill>
            <a:prstDash val="solid"/>
          </a:ln>
        </p:spPr>
      </p:sp>
      <p:sp>
        <p:nvSpPr>
          <p:cNvPr id="11" name="">
            <a:extLst xmlns:a="http://schemas.openxmlformats.org/drawingml/2006/main">
              <a:ext uri="{FF2B5EF4-FFF2-40B4-BE49-F238E27FC236}">
                <a16:creationId xmlns:a16="http://schemas.microsoft.com/office/drawing/2014/main" id="{E8F4998D-E351-4B3F-B839-A864D0C949E4}"/>
              </a:ext>
            </a:extLst>
          </p:cNvPr>
          <p:cNvSpPr>
            <a:spLocks xmlns:a="http://schemas.openxmlformats.org/drawingml/2006/main" noGrp="1"/>
          </p:cNvSpPr>
          <p:nvPr/>
        </p:nvSpPr>
        <p:spPr>
          <a:xfrm xmlns:a="http://schemas.openxmlformats.org/drawingml/2006/main">
            <a:off x="4238625" y="3476625"/>
            <a:ext cx="1047750" cy="238125"/>
          </a:xfrm>
          <a:prstGeom xmlns:a="http://schemas.openxmlformats.org/drawingml/2006/main" prst="line">
            <a:avLst/>
          </a:prstGeom>
          <a:noFill xmlns:a="http://schemas.openxmlformats.org/drawingml/2006/main"/>
          <a:ln xmlns:a="http://schemas.openxmlformats.org/drawingml/2006/main" w="24765">
            <a:solidFill>
              <a:srgbClr val="008DB6"/>
            </a:solidFill>
            <a:prstDash val="solid"/>
          </a:ln>
        </p:spPr>
      </p:sp>
      <p:sp>
        <p:nvSpPr>
          <p:cNvPr id="12" name="">
            <a:extLst xmlns:a="http://schemas.openxmlformats.org/drawingml/2006/main">
              <a:ext uri="{FF2B5EF4-FFF2-40B4-BE49-F238E27FC236}">
                <a16:creationId xmlns:a16="http://schemas.microsoft.com/office/drawing/2014/main" id="{83D46DF3-A48D-49BC-B480-DD993DCD94C5}"/>
              </a:ext>
            </a:extLst>
          </p:cNvPr>
          <p:cNvSpPr>
            <a:spLocks xmlns:a="http://schemas.openxmlformats.org/drawingml/2006/main" noGrp="1"/>
          </p:cNvSpPr>
          <p:nvPr/>
        </p:nvSpPr>
        <p:spPr>
          <a:xfrm xmlns:a="http://schemas.openxmlformats.org/drawingml/2006/main">
            <a:off x="5286375" y="3476625"/>
            <a:ext cx="1047750" cy="714375"/>
          </a:xfrm>
          <a:prstGeom xmlns:a="http://schemas.openxmlformats.org/drawingml/2006/main" prst="line">
            <a:avLst/>
          </a:prstGeom>
          <a:noFill xmlns:a="http://schemas.openxmlformats.org/drawingml/2006/main"/>
          <a:ln xmlns:a="http://schemas.openxmlformats.org/drawingml/2006/main" w="24765">
            <a:solidFill>
              <a:srgbClr val="008DB6"/>
            </a:solidFill>
            <a:prstDash val="solid"/>
          </a:ln>
        </p:spPr>
      </p:sp>
      <p:sp>
        <p:nvSpPr>
          <p:cNvPr id="13" name="">
            <a:extLst xmlns:a="http://schemas.openxmlformats.org/drawingml/2006/main">
              <a:ext uri="{FF2B5EF4-FFF2-40B4-BE49-F238E27FC236}">
                <a16:creationId xmlns:a16="http://schemas.microsoft.com/office/drawing/2014/main" id="{2411471F-5EC7-4BCA-8409-086DFE2E3905}"/>
              </a:ext>
            </a:extLst>
          </p:cNvPr>
          <p:cNvSpPr>
            <a:spLocks xmlns:a="http://schemas.openxmlformats.org/drawingml/2006/main" noGrp="1"/>
          </p:cNvSpPr>
          <p:nvPr/>
        </p:nvSpPr>
        <p:spPr>
          <a:xfrm xmlns:a="http://schemas.openxmlformats.org/drawingml/2006/main">
            <a:off x="1066800" y="2924175"/>
            <a:ext cx="152400" cy="152400"/>
          </a:xfrm>
          <a:prstGeom xmlns:a="http://schemas.openxmlformats.org/drawingml/2006/main" prst="ellipse">
            <a:avLst/>
          </a:prstGeom>
          <a:solidFill xmlns:a="http://schemas.openxmlformats.org/drawingml/2006/main">
            <a:srgbClr val="FFFFFF"/>
          </a:solidFill>
          <a:ln xmlns:a="http://schemas.openxmlformats.org/drawingml/2006/main" w="14288">
            <a:solidFill>
              <a:srgbClr val="D64045"/>
            </a:solidFill>
            <a:prstDash val="solid"/>
          </a:ln>
        </p:spPr>
      </p:sp>
      <p:sp>
        <p:nvSpPr>
          <p:cNvPr id="14" name="">
            <a:extLst xmlns:a="http://schemas.openxmlformats.org/drawingml/2006/main">
              <a:ext uri="{FF2B5EF4-FFF2-40B4-BE49-F238E27FC236}">
                <a16:creationId xmlns:a16="http://schemas.microsoft.com/office/drawing/2014/main" id="{1D37991D-36E1-4F7D-AE5B-0D08A38465EA}"/>
              </a:ext>
            </a:extLst>
          </p:cNvPr>
          <p:cNvSpPr>
            <a:spLocks xmlns:a="http://schemas.openxmlformats.org/drawingml/2006/main" noGrp="1"/>
          </p:cNvSpPr>
          <p:nvPr/>
        </p:nvSpPr>
        <p:spPr>
          <a:xfrm xmlns:a="http://schemas.openxmlformats.org/drawingml/2006/main">
            <a:off x="2019300" y="3257550"/>
            <a:ext cx="152400" cy="152400"/>
          </a:xfrm>
          <a:prstGeom xmlns:a="http://schemas.openxmlformats.org/drawingml/2006/main" prst="ellipse">
            <a:avLst/>
          </a:prstGeom>
          <a:solidFill xmlns:a="http://schemas.openxmlformats.org/drawingml/2006/main">
            <a:srgbClr val="D64045"/>
          </a:solidFill>
          <a:ln xmlns:a="http://schemas.openxmlformats.org/drawingml/2006/main" w="14288">
            <a:solidFill>
              <a:srgbClr val="D64045"/>
            </a:solidFill>
            <a:prstDash val="solid"/>
          </a:ln>
        </p:spPr>
      </p:sp>
      <p:sp>
        <p:nvSpPr>
          <p:cNvPr id="15" name="">
            <a:extLst xmlns:a="http://schemas.openxmlformats.org/drawingml/2006/main">
              <a:ext uri="{FF2B5EF4-FFF2-40B4-BE49-F238E27FC236}">
                <a16:creationId xmlns:a16="http://schemas.microsoft.com/office/drawing/2014/main" id="{CBA2C644-FEBB-4E17-8963-9A9870DE08E8}"/>
              </a:ext>
            </a:extLst>
          </p:cNvPr>
          <p:cNvSpPr>
            <a:spLocks xmlns:a="http://schemas.openxmlformats.org/drawingml/2006/main" noGrp="1"/>
          </p:cNvSpPr>
          <p:nvPr/>
        </p:nvSpPr>
        <p:spPr>
          <a:xfrm xmlns:a="http://schemas.openxmlformats.org/drawingml/2006/main">
            <a:off x="3114675" y="3019425"/>
            <a:ext cx="152400" cy="152400"/>
          </a:xfrm>
          <a:prstGeom xmlns:a="http://schemas.openxmlformats.org/drawingml/2006/main" prst="ellipse">
            <a:avLst/>
          </a:prstGeom>
          <a:solidFill xmlns:a="http://schemas.openxmlformats.org/drawingml/2006/main">
            <a:srgbClr val="FFFFFF"/>
          </a:solidFill>
          <a:ln xmlns:a="http://schemas.openxmlformats.org/drawingml/2006/main" w="14288">
            <a:solidFill>
              <a:srgbClr val="D64045"/>
            </a:solidFill>
            <a:prstDash val="solid"/>
          </a:ln>
        </p:spPr>
      </p:sp>
      <p:sp>
        <p:nvSpPr>
          <p:cNvPr id="16" name="">
            <a:extLst xmlns:a="http://schemas.openxmlformats.org/drawingml/2006/main">
              <a:ext uri="{FF2B5EF4-FFF2-40B4-BE49-F238E27FC236}">
                <a16:creationId xmlns:a16="http://schemas.microsoft.com/office/drawing/2014/main" id="{180C8C09-BDFF-4C76-9489-8EBF886EA462}"/>
              </a:ext>
            </a:extLst>
          </p:cNvPr>
          <p:cNvSpPr>
            <a:spLocks xmlns:a="http://schemas.openxmlformats.org/drawingml/2006/main" noGrp="1"/>
          </p:cNvSpPr>
          <p:nvPr/>
        </p:nvSpPr>
        <p:spPr>
          <a:xfrm xmlns:a="http://schemas.openxmlformats.org/drawingml/2006/main">
            <a:off x="4162425" y="3638550"/>
            <a:ext cx="152400" cy="152400"/>
          </a:xfrm>
          <a:prstGeom xmlns:a="http://schemas.openxmlformats.org/drawingml/2006/main" prst="ellipse">
            <a:avLst/>
          </a:prstGeom>
          <a:solidFill xmlns:a="http://schemas.openxmlformats.org/drawingml/2006/main">
            <a:srgbClr val="D64045"/>
          </a:solidFill>
          <a:ln xmlns:a="http://schemas.openxmlformats.org/drawingml/2006/main" w="14288">
            <a:solidFill>
              <a:srgbClr val="D64045"/>
            </a:solidFill>
            <a:prstDash val="solid"/>
          </a:ln>
        </p:spPr>
      </p:sp>
      <p:sp>
        <p:nvSpPr>
          <p:cNvPr id="17" name="">
            <a:extLst xmlns:a="http://schemas.openxmlformats.org/drawingml/2006/main">
              <a:ext uri="{FF2B5EF4-FFF2-40B4-BE49-F238E27FC236}">
                <a16:creationId xmlns:a16="http://schemas.microsoft.com/office/drawing/2014/main" id="{69015CA0-3182-44C6-A744-641F6CDF8FB9}"/>
              </a:ext>
            </a:extLst>
          </p:cNvPr>
          <p:cNvSpPr>
            <a:spLocks xmlns:a="http://schemas.openxmlformats.org/drawingml/2006/main" noGrp="1"/>
          </p:cNvSpPr>
          <p:nvPr/>
        </p:nvSpPr>
        <p:spPr>
          <a:xfrm xmlns:a="http://schemas.openxmlformats.org/drawingml/2006/main">
            <a:off x="5210175" y="3400425"/>
            <a:ext cx="152400" cy="152400"/>
          </a:xfrm>
          <a:prstGeom xmlns:a="http://schemas.openxmlformats.org/drawingml/2006/main" prst="ellipse">
            <a:avLst/>
          </a:prstGeom>
          <a:solidFill xmlns:a="http://schemas.openxmlformats.org/drawingml/2006/main">
            <a:srgbClr val="FFFFFF"/>
          </a:solidFill>
          <a:ln xmlns:a="http://schemas.openxmlformats.org/drawingml/2006/main" w="14288">
            <a:solidFill>
              <a:srgbClr val="D64045"/>
            </a:solidFill>
            <a:prstDash val="solid"/>
          </a:ln>
        </p:spPr>
      </p:sp>
      <p:sp>
        <p:nvSpPr>
          <p:cNvPr id="18" name="">
            <a:extLst xmlns:a="http://schemas.openxmlformats.org/drawingml/2006/main">
              <a:ext uri="{FF2B5EF4-FFF2-40B4-BE49-F238E27FC236}">
                <a16:creationId xmlns:a16="http://schemas.microsoft.com/office/drawing/2014/main" id="{66E4B9CB-41F5-485C-815D-C4FA4FDC3E72}"/>
              </a:ext>
            </a:extLst>
          </p:cNvPr>
          <p:cNvSpPr>
            <a:spLocks xmlns:a="http://schemas.openxmlformats.org/drawingml/2006/main" noGrp="1"/>
          </p:cNvSpPr>
          <p:nvPr/>
        </p:nvSpPr>
        <p:spPr>
          <a:xfrm xmlns:a="http://schemas.openxmlformats.org/drawingml/2006/main">
            <a:off x="6257925" y="4114800"/>
            <a:ext cx="152400" cy="152400"/>
          </a:xfrm>
          <a:prstGeom xmlns:a="http://schemas.openxmlformats.org/drawingml/2006/main" prst="ellipse">
            <a:avLst/>
          </a:prstGeom>
          <a:solidFill xmlns:a="http://schemas.openxmlformats.org/drawingml/2006/main">
            <a:srgbClr val="D64045"/>
          </a:solidFill>
          <a:ln xmlns:a="http://schemas.openxmlformats.org/drawingml/2006/main" w="14288">
            <a:solidFill>
              <a:srgbClr val="D64045"/>
            </a:solidFill>
            <a:prstDash val="solid"/>
          </a:ln>
        </p:spPr>
      </p:sp>
      <p:sp>
        <p:nvSpPr>
          <p:cNvPr id="19" name="">
            <a:extLst xmlns:a="http://schemas.openxmlformats.org/drawingml/2006/main">
              <a:ext uri="{FF2B5EF4-FFF2-40B4-BE49-F238E27FC236}">
                <a16:creationId xmlns:a16="http://schemas.microsoft.com/office/drawing/2014/main" id="{77D0A192-3476-4A5F-AF24-F94B46ABA1F7}"/>
              </a:ext>
            </a:extLst>
          </p:cNvPr>
          <p:cNvSpPr>
            <a:spLocks xmlns:a="http://schemas.openxmlformats.org/drawingml/2006/main" noGrp="1"/>
          </p:cNvSpPr>
          <p:nvPr/>
        </p:nvSpPr>
        <p:spPr>
          <a:xfrm xmlns:a="http://schemas.openxmlformats.org/drawingml/2006/main">
            <a:off x="1190625" y="2714625"/>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008DB6"/>
                </a:solidFill>
                <a:latin typeface="Noto Sans JP"/>
                <a:ea typeface="Noto Sans JP"/>
                <a:cs typeface="Noto Sans JP"/>
              </a:defRPr>
            </a:pPr>
            <a:r>
              <a:rPr sz="1125" b="0" i="0">
                <a:solidFill>
                  <a:srgbClr val="008DB6"/>
                </a:solidFill>
                <a:latin typeface="Noto Sans JP"/>
                <a:ea typeface="Noto Sans JP"/>
                <a:cs typeface="Noto Sans JP"/>
              </a:rPr>
              <a:t>自由飛行</a:t>
            </a:r>
          </a:p>
        </p:txBody>
      </p:sp>
      <p:sp>
        <p:nvSpPr>
          <p:cNvPr id="20" name="">
            <a:extLst xmlns:a="http://schemas.openxmlformats.org/drawingml/2006/main">
              <a:ext uri="{FF2B5EF4-FFF2-40B4-BE49-F238E27FC236}">
                <a16:creationId xmlns:a16="http://schemas.microsoft.com/office/drawing/2014/main" id="{EA683775-306F-406F-88FC-F7A94141E01C}"/>
              </a:ext>
            </a:extLst>
          </p:cNvPr>
          <p:cNvSpPr>
            <a:spLocks xmlns:a="http://schemas.openxmlformats.org/drawingml/2006/main" noGrp="1"/>
          </p:cNvSpPr>
          <p:nvPr/>
        </p:nvSpPr>
        <p:spPr>
          <a:xfrm xmlns:a="http://schemas.openxmlformats.org/drawingml/2006/main">
            <a:off x="3143250" y="27622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0" i="0">
                <a:solidFill>
                  <a:srgbClr val="D64045"/>
                </a:solidFill>
                <a:latin typeface="Noto Sans JP"/>
                <a:ea typeface="Noto Sans JP"/>
                <a:cs typeface="Noto Sans JP"/>
              </a:defRPr>
            </a:pPr>
            <a:r>
              <a:rPr sz="1125" b="0" i="0">
                <a:solidFill>
                  <a:srgbClr val="D64045"/>
                </a:solidFill>
                <a:latin typeface="Noto Sans JP"/>
                <a:ea typeface="Noto Sans JP"/>
                <a:cs typeface="Noto Sans JP"/>
              </a:rPr>
              <a:t>ヌル衝突</a:t>
            </a:r>
          </a:p>
        </p:txBody>
      </p:sp>
      <p:sp>
        <p:nvSpPr>
          <p:cNvPr id="21" name="">
            <a:extLst xmlns:a="http://schemas.openxmlformats.org/drawingml/2006/main">
              <a:ext uri="{FF2B5EF4-FFF2-40B4-BE49-F238E27FC236}">
                <a16:creationId xmlns:a16="http://schemas.microsoft.com/office/drawing/2014/main" id="{649C0A86-7B4D-47B5-9B08-466976EF6444}"/>
              </a:ext>
            </a:extLst>
          </p:cNvPr>
          <p:cNvSpPr>
            <a:spLocks xmlns:a="http://schemas.openxmlformats.org/drawingml/2006/main" noGrp="1"/>
          </p:cNvSpPr>
          <p:nvPr/>
        </p:nvSpPr>
        <p:spPr>
          <a:xfrm xmlns:a="http://schemas.openxmlformats.org/drawingml/2006/main">
            <a:off x="4048125" y="3762375"/>
            <a:ext cx="904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125" b="1" i="0">
                <a:solidFill>
                  <a:srgbClr val="D64045"/>
                </a:solidFill>
                <a:latin typeface="Noto Sans JP"/>
                <a:ea typeface="Noto Sans JP"/>
                <a:cs typeface="Noto Sans JP"/>
              </a:defRPr>
            </a:pPr>
            <a:r>
              <a:rPr sz="1125" b="1" i="0">
                <a:solidFill>
                  <a:srgbClr val="D64045"/>
                </a:solidFill>
                <a:latin typeface="Noto Sans JP"/>
                <a:ea typeface="Noto Sans JP"/>
                <a:cs typeface="Noto Sans JP"/>
              </a:rPr>
              <a:t>実衝突</a:t>
            </a:r>
          </a:p>
        </p:txBody>
      </p:sp>
      <p:sp>
        <p:nvSpPr>
          <p:cNvPr id="22" name="">
            <a:extLst xmlns:a="http://schemas.openxmlformats.org/drawingml/2006/main">
              <a:ext uri="{FF2B5EF4-FFF2-40B4-BE49-F238E27FC236}">
                <a16:creationId xmlns:a16="http://schemas.microsoft.com/office/drawing/2014/main" id="{FA1120ED-6FB1-4C68-8557-916A38A91AF0}"/>
              </a:ext>
            </a:extLst>
          </p:cNvPr>
          <p:cNvSpPr>
            <a:spLocks xmlns:a="http://schemas.openxmlformats.org/drawingml/2006/main" noGrp="1"/>
          </p:cNvSpPr>
          <p:nvPr/>
        </p:nvSpPr>
        <p:spPr>
          <a:xfrm xmlns:a="http://schemas.openxmlformats.org/drawingml/2006/main">
            <a:off x="2667000" y="48101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0" i="0">
                <a:solidFill>
                  <a:srgbClr val="666666"/>
                </a:solidFill>
                <a:latin typeface="Noto Sans JP"/>
                <a:ea typeface="Noto Sans JP"/>
                <a:cs typeface="Noto Sans JP"/>
              </a:defRPr>
            </a:pPr>
            <a:r>
              <a:rPr sz="1050" b="0" i="0">
                <a:solidFill>
                  <a:srgbClr val="666666"/>
                </a:solidFill>
                <a:latin typeface="Noto Sans JP"/>
                <a:ea typeface="Noto Sans JP"/>
                <a:cs typeface="Noto Sans JP"/>
              </a:rPr>
              <a:t>電子軌道の概念図</a:t>
            </a:r>
          </a:p>
        </p:txBody>
      </p:sp>
      <p:sp>
        <p:nvSpPr>
          <p:cNvPr id="23" name="">
            <a:extLst xmlns:a="http://schemas.openxmlformats.org/drawingml/2006/main">
              <a:ext uri="{FF2B5EF4-FFF2-40B4-BE49-F238E27FC236}">
                <a16:creationId xmlns:a16="http://schemas.microsoft.com/office/drawing/2014/main" id="{D5DFE496-78FC-4FC5-96BE-04B769F71107}"/>
              </a:ext>
            </a:extLst>
          </p:cNvPr>
          <p:cNvSpPr>
            <a:spLocks xmlns:a="http://schemas.openxmlformats.org/drawingml/2006/main" noGrp="1"/>
          </p:cNvSpPr>
          <p:nvPr/>
        </p:nvSpPr>
        <p:spPr>
          <a:xfrm xmlns:a="http://schemas.openxmlformats.org/drawingml/2006/main">
            <a:off x="7429500" y="2333625"/>
            <a:ext cx="419100" cy="4191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1</a:t>
            </a:r>
          </a:p>
        </p:txBody>
      </p:sp>
      <p:sp>
        <p:nvSpPr>
          <p:cNvPr id="24" name="">
            <a:extLst xmlns:a="http://schemas.openxmlformats.org/drawingml/2006/main">
              <a:ext uri="{FF2B5EF4-FFF2-40B4-BE49-F238E27FC236}">
                <a16:creationId xmlns:a16="http://schemas.microsoft.com/office/drawing/2014/main" id="{1E1EB3AF-542A-4456-952F-D437DF55782E}"/>
              </a:ext>
            </a:extLst>
          </p:cNvPr>
          <p:cNvSpPr>
            <a:spLocks xmlns:a="http://schemas.openxmlformats.org/drawingml/2006/main" noGrp="1"/>
          </p:cNvSpPr>
          <p:nvPr/>
        </p:nvSpPr>
        <p:spPr>
          <a:xfrm xmlns:a="http://schemas.openxmlformats.org/drawingml/2006/main">
            <a:off x="8048625" y="2276475"/>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次の候補衝突時刻を乱数で選ぶ</a:t>
            </a:r>
          </a:p>
        </p:txBody>
      </p:sp>
      <p:sp>
        <p:nvSpPr>
          <p:cNvPr id="25" name="">
            <a:extLst xmlns:a="http://schemas.openxmlformats.org/drawingml/2006/main">
              <a:ext uri="{FF2B5EF4-FFF2-40B4-BE49-F238E27FC236}">
                <a16:creationId xmlns:a16="http://schemas.microsoft.com/office/drawing/2014/main" id="{596EC7D9-BB18-4964-9BD5-846E3A5F93EC}"/>
              </a:ext>
            </a:extLst>
          </p:cNvPr>
          <p:cNvSpPr>
            <a:spLocks xmlns:a="http://schemas.openxmlformats.org/drawingml/2006/main" noGrp="1"/>
          </p:cNvSpPr>
          <p:nvPr/>
        </p:nvSpPr>
        <p:spPr>
          <a:xfrm xmlns:a="http://schemas.openxmlformats.org/drawingml/2006/main">
            <a:off x="7429500" y="3038475"/>
            <a:ext cx="419100" cy="4191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2</a:t>
            </a:r>
          </a:p>
        </p:txBody>
      </p:sp>
      <p:sp>
        <p:nvSpPr>
          <p:cNvPr id="26" name="">
            <a:extLst xmlns:a="http://schemas.openxmlformats.org/drawingml/2006/main">
              <a:ext uri="{FF2B5EF4-FFF2-40B4-BE49-F238E27FC236}">
                <a16:creationId xmlns:a16="http://schemas.microsoft.com/office/drawing/2014/main" id="{34582E9E-99CF-489D-B415-2F4E5FD7A370}"/>
              </a:ext>
            </a:extLst>
          </p:cNvPr>
          <p:cNvSpPr>
            <a:spLocks xmlns:a="http://schemas.openxmlformats.org/drawingml/2006/main" noGrp="1"/>
          </p:cNvSpPr>
          <p:nvPr/>
        </p:nvSpPr>
        <p:spPr>
          <a:xfrm xmlns:a="http://schemas.openxmlformats.org/drawingml/2006/main">
            <a:off x="8048625" y="2981325"/>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E・B場中で軌道を時間発展</a:t>
            </a:r>
          </a:p>
        </p:txBody>
      </p:sp>
      <p:sp>
        <p:nvSpPr>
          <p:cNvPr id="27" name="">
            <a:extLst xmlns:a="http://schemas.openxmlformats.org/drawingml/2006/main">
              <a:ext uri="{FF2B5EF4-FFF2-40B4-BE49-F238E27FC236}">
                <a16:creationId xmlns:a16="http://schemas.microsoft.com/office/drawing/2014/main" id="{94D5A816-EA0F-45E0-84AE-C3AF83EDD331}"/>
              </a:ext>
            </a:extLst>
          </p:cNvPr>
          <p:cNvSpPr>
            <a:spLocks xmlns:a="http://schemas.openxmlformats.org/drawingml/2006/main" noGrp="1"/>
          </p:cNvSpPr>
          <p:nvPr/>
        </p:nvSpPr>
        <p:spPr>
          <a:xfrm xmlns:a="http://schemas.openxmlformats.org/drawingml/2006/main">
            <a:off x="7429500" y="3743325"/>
            <a:ext cx="419100" cy="4191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3</a:t>
            </a:r>
          </a:p>
        </p:txBody>
      </p:sp>
      <p:sp>
        <p:nvSpPr>
          <p:cNvPr id="28" name="">
            <a:extLst xmlns:a="http://schemas.openxmlformats.org/drawingml/2006/main">
              <a:ext uri="{FF2B5EF4-FFF2-40B4-BE49-F238E27FC236}">
                <a16:creationId xmlns:a16="http://schemas.microsoft.com/office/drawing/2014/main" id="{479DCCD4-34B4-4993-89FD-4939F1AC3403}"/>
              </a:ext>
            </a:extLst>
          </p:cNvPr>
          <p:cNvSpPr>
            <a:spLocks xmlns:a="http://schemas.openxmlformats.org/drawingml/2006/main" noGrp="1"/>
          </p:cNvSpPr>
          <p:nvPr/>
        </p:nvSpPr>
        <p:spPr>
          <a:xfrm xmlns:a="http://schemas.openxmlformats.org/drawingml/2006/main">
            <a:off x="8048625" y="3686175"/>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実衝突かヌル衝突かを判定</a:t>
            </a:r>
          </a:p>
        </p:txBody>
      </p:sp>
      <p:sp>
        <p:nvSpPr>
          <p:cNvPr id="29" name="">
            <a:extLst xmlns:a="http://schemas.openxmlformats.org/drawingml/2006/main">
              <a:ext uri="{FF2B5EF4-FFF2-40B4-BE49-F238E27FC236}">
                <a16:creationId xmlns:a16="http://schemas.microsoft.com/office/drawing/2014/main" id="{79973933-B16F-4E30-B5DF-AFC4645674D8}"/>
              </a:ext>
            </a:extLst>
          </p:cNvPr>
          <p:cNvSpPr>
            <a:spLocks xmlns:a="http://schemas.openxmlformats.org/drawingml/2006/main" noGrp="1"/>
          </p:cNvSpPr>
          <p:nvPr/>
        </p:nvSpPr>
        <p:spPr>
          <a:xfrm xmlns:a="http://schemas.openxmlformats.org/drawingml/2006/main">
            <a:off x="7429500" y="4448175"/>
            <a:ext cx="419100" cy="4191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4</a:t>
            </a:r>
          </a:p>
        </p:txBody>
      </p:sp>
      <p:sp>
        <p:nvSpPr>
          <p:cNvPr id="30" name="">
            <a:extLst xmlns:a="http://schemas.openxmlformats.org/drawingml/2006/main">
              <a:ext uri="{FF2B5EF4-FFF2-40B4-BE49-F238E27FC236}">
                <a16:creationId xmlns:a16="http://schemas.microsoft.com/office/drawing/2014/main" id="{5E7A0781-82E1-4DE0-9978-E437F7DCECC4}"/>
              </a:ext>
            </a:extLst>
          </p:cNvPr>
          <p:cNvSpPr>
            <a:spLocks xmlns:a="http://schemas.openxmlformats.org/drawingml/2006/main" noGrp="1"/>
          </p:cNvSpPr>
          <p:nvPr/>
        </p:nvSpPr>
        <p:spPr>
          <a:xfrm xmlns:a="http://schemas.openxmlformats.org/drawingml/2006/main">
            <a:off x="8048625" y="4391025"/>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反応チャネルと衝突後速度を標本化</a:t>
            </a:r>
          </a:p>
        </p:txBody>
      </p:sp>
      <p:sp>
        <p:nvSpPr>
          <p:cNvPr id="31" name="takeaway-bullet">
            <a:extLst xmlns:a="http://schemas.openxmlformats.org/drawingml/2006/main">
              <a:ext uri="{FF2B5EF4-FFF2-40B4-BE49-F238E27FC236}">
                <a16:creationId xmlns:a16="http://schemas.microsoft.com/office/drawing/2014/main" id="{7C3DD906-F93F-49D4-96E4-522164ED20ED}"/>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2" name="takeaway">
            <a:extLst xmlns:a="http://schemas.openxmlformats.org/drawingml/2006/main">
              <a:ext uri="{FF2B5EF4-FFF2-40B4-BE49-F238E27FC236}">
                <a16:creationId xmlns:a16="http://schemas.microsoft.com/office/drawing/2014/main" id="{490321FC-29EA-49B2-B123-26FB878AF549}"/>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軌道形式は複雑な衝突やB場を自然に扱えるが、実際に有効化した物理は結果メタデータで確認する。</a:t>
            </a:r>
          </a:p>
        </p:txBody>
      </p:sp>
      <p:sp>
        <p:nvSpPr>
          <p:cNvPr id="33" name="source">
            <a:extLst xmlns:a="http://schemas.openxmlformats.org/drawingml/2006/main">
              <a:ext uri="{FF2B5EF4-FFF2-40B4-BE49-F238E27FC236}">
                <a16:creationId xmlns:a16="http://schemas.microsoft.com/office/drawing/2014/main" id="{1ADA9635-2DBA-4BE9-80C1-3D20E1F3C347}"/>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Null-collision Monte Carlo and particle-trajectory methods: [R5], [R6]</a:t>
            </a:r>
          </a:p>
        </p:txBody>
      </p:sp>
      <p:sp>
        <p:nvSpPr>
          <p:cNvPr id="34" name="section">
            <a:extLst xmlns:a="http://schemas.openxmlformats.org/drawingml/2006/main">
              <a:ext uri="{FF2B5EF4-FFF2-40B4-BE49-F238E27FC236}">
                <a16:creationId xmlns:a16="http://schemas.microsoft.com/office/drawing/2014/main" id="{DB6841E4-F6E2-44B8-BF79-01389DEF0709}"/>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
        <p:nvSpPr>
          <p:cNvPr id="35" name="footer">
            <a:extLst xmlns:a="http://schemas.openxmlformats.org/drawingml/2006/main">
              <a:ext uri="{FF2B5EF4-FFF2-40B4-BE49-F238E27FC236}">
                <a16:creationId xmlns:a16="http://schemas.microsoft.com/office/drawing/2014/main" id="{E76E5470-B2F1-4CBA-AB27-DF738C43948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36" name="page">
            <a:extLst xmlns:a="http://schemas.openxmlformats.org/drawingml/2006/main">
              <a:ext uri="{FF2B5EF4-FFF2-40B4-BE49-F238E27FC236}">
                <a16:creationId xmlns:a16="http://schemas.microsoft.com/office/drawing/2014/main" id="{EA66A371-3B7F-43FA-A7DE-4E90FBB23C8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17</a:t>
            </a:r>
          </a:p>
        </p:txBody>
      </p:sp>
    </p:spTree>
    <p:extLst>
      <p:ext uri="{BB962C8B-B14F-4D97-AF65-F5344CB8AC3E}">
        <p14:creationId xmlns:p14="http://schemas.microsoft.com/office/powerpoint/2010/main" val="78003803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777F9B6-4D18-43C4-9C3E-3A6744353512}"/>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Monte Carlo法 2/3：滞在時間と衝突イベントから物性を推定する</a:t>
            </a:r>
          </a:p>
        </p:txBody>
      </p:sp>
      <p:sp>
        <p:nvSpPr>
          <p:cNvPr id="3" name="">
            <a:extLst xmlns:a="http://schemas.openxmlformats.org/drawingml/2006/main">
              <a:ext uri="{FF2B5EF4-FFF2-40B4-BE49-F238E27FC236}">
                <a16:creationId xmlns:a16="http://schemas.microsoft.com/office/drawing/2014/main" id="{48D218C5-9EB6-4EBC-940C-1F9E67F36D20}"/>
              </a:ext>
            </a:extLst>
          </p:cNvPr>
          <p:cNvSpPr>
            <a:spLocks xmlns:a="http://schemas.openxmlformats.org/drawingml/2006/main" noGrp="1"/>
          </p:cNvSpPr>
          <p:nvPr/>
        </p:nvSpPr>
        <p:spPr>
          <a:xfrm xmlns:a="http://schemas.openxmlformats.org/drawingml/2006/main">
            <a:off x="666750" y="1381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008DB6"/>
                </a:solidFill>
                <a:latin typeface="Noto Sans JP"/>
                <a:ea typeface="Noto Sans JP"/>
                <a:cs typeface="Noto Sans JP"/>
              </a:defRPr>
            </a:pPr>
            <a:r>
              <a:rPr sz="1650" b="1" i="0">
                <a:solidFill>
                  <a:srgbClr val="008DB6"/>
                </a:solidFill>
                <a:latin typeface="Noto Sans JP"/>
                <a:ea typeface="Noto Sans JP"/>
                <a:cs typeface="Noto Sans JP"/>
              </a:rPr>
              <a:t>EEDF推定</a:t>
            </a:r>
          </a:p>
        </p:txBody>
      </p:sp>
      <p:sp>
        <p:nvSpPr>
          <p:cNvPr id="4" name="">
            <a:extLst xmlns:a="http://schemas.openxmlformats.org/drawingml/2006/main">
              <a:ext uri="{FF2B5EF4-FFF2-40B4-BE49-F238E27FC236}">
                <a16:creationId xmlns:a16="http://schemas.microsoft.com/office/drawing/2014/main" id="{EEFA52BF-9FAA-43AF-A3EA-73F456E2887F}"/>
              </a:ext>
            </a:extLst>
          </p:cNvPr>
          <p:cNvSpPr>
            <a:spLocks xmlns:a="http://schemas.openxmlformats.org/drawingml/2006/main" noGrp="1"/>
          </p:cNvSpPr>
          <p:nvPr/>
        </p:nvSpPr>
        <p:spPr>
          <a:xfrm xmlns:a="http://schemas.openxmlformats.org/drawingml/2006/main">
            <a:off x="666750" y="1857375"/>
            <a:ext cx="4953000" cy="666750"/>
          </a:xfrm>
          <a:prstGeom xmlns:a="http://schemas.openxmlformats.org/drawingml/2006/main" prst="rect">
            <a:avLst/>
          </a:prstGeom>
          <a:solidFill xmlns:a="http://schemas.openxmlformats.org/drawingml/2006/main">
            <a:srgbClr val="F2F3F4"/>
          </a:solidFill>
          <a:ln xmlns:a="http://schemas.openxmlformats.org/drawingml/2006/main" w="7620">
            <a:solidFill>
              <a:srgbClr val="CCD3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725" b="0" i="0">
                <a:solidFill>
                  <a:srgbClr val="333333"/>
                </a:solidFill>
                <a:latin typeface="Cambria Math"/>
                <a:ea typeface="Cambria Math"/>
                <a:cs typeface="Cambria Math"/>
              </a:defRPr>
            </a:pPr>
            <a:r>
              <a:rPr sz="1725" b="0" i="0">
                <a:solidFill>
                  <a:srgbClr val="333333"/>
                </a:solidFill>
                <a:latin typeface="Cambria Math"/>
                <a:ea typeface="Cambria Math"/>
                <a:cs typeface="Cambria Math"/>
              </a:rPr>
              <a:t>pᵢ = Σ(i番目区間) wΔt / [Δεᵢ Σ(全区間) wΔt]</a:t>
            </a:r>
          </a:p>
        </p:txBody>
      </p:sp>
      <p:sp>
        <p:nvSpPr>
          <p:cNvPr id="5" name="">
            <a:extLst xmlns:a="http://schemas.openxmlformats.org/drawingml/2006/main">
              <a:ext uri="{FF2B5EF4-FFF2-40B4-BE49-F238E27FC236}">
                <a16:creationId xmlns:a16="http://schemas.microsoft.com/office/drawing/2014/main" id="{EDABE8B3-BCCA-4BC3-923C-1D6CA4F15BED}"/>
              </a:ext>
            </a:extLst>
          </p:cNvPr>
          <p:cNvSpPr>
            <a:spLocks xmlns:a="http://schemas.openxmlformats.org/drawingml/2006/main" noGrp="1"/>
          </p:cNvSpPr>
          <p:nvPr/>
        </p:nvSpPr>
        <p:spPr>
          <a:xfrm xmlns:a="http://schemas.openxmlformats.org/drawingml/2006/main">
            <a:off x="6572250" y="1381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7B2FA3"/>
                </a:solidFill>
                <a:latin typeface="Noto Sans JP"/>
                <a:ea typeface="Noto Sans JP"/>
                <a:cs typeface="Noto Sans JP"/>
              </a:defRPr>
            </a:pPr>
            <a:r>
              <a:rPr sz="1650" b="1" i="0">
                <a:solidFill>
                  <a:srgbClr val="7B2FA3"/>
                </a:solidFill>
                <a:latin typeface="Noto Sans JP"/>
                <a:ea typeface="Noto Sans JP"/>
                <a:cs typeface="Noto Sans JP"/>
              </a:rPr>
              <a:t>反応速度推定</a:t>
            </a:r>
          </a:p>
        </p:txBody>
      </p:sp>
      <p:sp>
        <p:nvSpPr>
          <p:cNvPr id="6" name="">
            <a:extLst xmlns:a="http://schemas.openxmlformats.org/drawingml/2006/main">
              <a:ext uri="{FF2B5EF4-FFF2-40B4-BE49-F238E27FC236}">
                <a16:creationId xmlns:a16="http://schemas.microsoft.com/office/drawing/2014/main" id="{19B23514-1132-4E8C-B479-EDEA026FA5FB}"/>
              </a:ext>
            </a:extLst>
          </p:cNvPr>
          <p:cNvSpPr>
            <a:spLocks xmlns:a="http://schemas.openxmlformats.org/drawingml/2006/main" noGrp="1"/>
          </p:cNvSpPr>
          <p:nvPr/>
        </p:nvSpPr>
        <p:spPr>
          <a:xfrm xmlns:a="http://schemas.openxmlformats.org/drawingml/2006/main">
            <a:off x="6572250" y="1857375"/>
            <a:ext cx="4953000" cy="666750"/>
          </a:xfrm>
          <a:prstGeom xmlns:a="http://schemas.openxmlformats.org/drawingml/2006/main" prst="rect">
            <a:avLst/>
          </a:prstGeom>
          <a:solidFill xmlns:a="http://schemas.openxmlformats.org/drawingml/2006/main">
            <a:srgbClr val="F2F3F4"/>
          </a:solidFill>
          <a:ln xmlns:a="http://schemas.openxmlformats.org/drawingml/2006/main" w="7620">
            <a:solidFill>
              <a:srgbClr val="CCD3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725" b="0" i="0">
                <a:solidFill>
                  <a:srgbClr val="333333"/>
                </a:solidFill>
                <a:latin typeface="Cambria Math"/>
                <a:ea typeface="Cambria Math"/>
                <a:cs typeface="Cambria Math"/>
              </a:defRPr>
            </a:pPr>
            <a:r>
              <a:rPr sz="1725" b="0" i="0">
                <a:solidFill>
                  <a:srgbClr val="333333"/>
                </a:solidFill>
                <a:latin typeface="Cambria Math"/>
                <a:ea typeface="Cambria Math"/>
                <a:cs typeface="Cambria Math"/>
              </a:rPr>
              <a:t>k̂ⱼ = Σ w ∫自由飛行 Nσⱼ[ε(t)]v(t)dt / Σ wΔt</a:t>
            </a:r>
          </a:p>
        </p:txBody>
      </p:sp>
      <p:sp>
        <p:nvSpPr>
          <p:cNvPr id="7" name="">
            <a:extLst xmlns:a="http://schemas.openxmlformats.org/drawingml/2006/main">
              <a:ext uri="{FF2B5EF4-FFF2-40B4-BE49-F238E27FC236}">
                <a16:creationId xmlns:a16="http://schemas.microsoft.com/office/drawing/2014/main" id="{36B2D3FA-7D38-4A6A-A4F4-EF9AF17AD43B}"/>
              </a:ext>
            </a:extLst>
          </p:cNvPr>
          <p:cNvSpPr>
            <a:spLocks xmlns:a="http://schemas.openxmlformats.org/drawingml/2006/main" noGrp="1"/>
          </p:cNvSpPr>
          <p:nvPr/>
        </p:nvSpPr>
        <p:spPr>
          <a:xfrm xmlns:a="http://schemas.openxmlformats.org/drawingml/2006/main">
            <a:off x="6096000" y="1333500"/>
            <a:ext cx="0" cy="4000500"/>
          </a:xfrm>
          <a:prstGeom xmlns:a="http://schemas.openxmlformats.org/drawingml/2006/main" prst="line">
            <a:avLst/>
          </a:prstGeom>
          <a:noFill xmlns:a="http://schemas.openxmlformats.org/drawingml/2006/main"/>
          <a:ln xmlns:a="http://schemas.openxmlformats.org/drawingml/2006/main" w="9525">
            <a:solidFill>
              <a:srgbClr val="C8D0D4"/>
            </a:solidFill>
            <a:prstDash val="solid"/>
          </a:ln>
        </p:spPr>
      </p:sp>
      <p:sp>
        <p:nvSpPr>
          <p:cNvPr id="8" name="">
            <a:extLst xmlns:a="http://schemas.openxmlformats.org/drawingml/2006/main">
              <a:ext uri="{FF2B5EF4-FFF2-40B4-BE49-F238E27FC236}">
                <a16:creationId xmlns:a16="http://schemas.microsoft.com/office/drawing/2014/main" id="{AE9E6742-5792-40C2-9CDE-C576C0717328}"/>
              </a:ext>
            </a:extLst>
          </p:cNvPr>
          <p:cNvSpPr>
            <a:spLocks xmlns:a="http://schemas.openxmlformats.org/drawingml/2006/main" noGrp="1"/>
          </p:cNvSpPr>
          <p:nvPr/>
        </p:nvSpPr>
        <p:spPr>
          <a:xfrm xmlns:a="http://schemas.openxmlformats.org/drawingml/2006/main">
            <a:off x="762000" y="2952750"/>
            <a:ext cx="114300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滞在時間</a:t>
            </a:r>
          </a:p>
        </p:txBody>
      </p:sp>
      <p:sp>
        <p:nvSpPr>
          <p:cNvPr id="9" name="">
            <a:extLst xmlns:a="http://schemas.openxmlformats.org/drawingml/2006/main">
              <a:ext uri="{FF2B5EF4-FFF2-40B4-BE49-F238E27FC236}">
                <a16:creationId xmlns:a16="http://schemas.microsoft.com/office/drawing/2014/main" id="{24116F4F-6480-4DD3-B9E5-B7790F45DADE}"/>
              </a:ext>
            </a:extLst>
          </p:cNvPr>
          <p:cNvSpPr>
            <a:spLocks xmlns:a="http://schemas.openxmlformats.org/drawingml/2006/main" noGrp="1"/>
          </p:cNvSpPr>
          <p:nvPr/>
        </p:nvSpPr>
        <p:spPr>
          <a:xfrm xmlns:a="http://schemas.openxmlformats.org/drawingml/2006/main">
            <a:off x="2047875" y="289560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各エネルギー区間にいた時間を加算</a:t>
            </a:r>
          </a:p>
        </p:txBody>
      </p:sp>
      <p:sp>
        <p:nvSpPr>
          <p:cNvPr id="10" name="">
            <a:extLst xmlns:a="http://schemas.openxmlformats.org/drawingml/2006/main">
              <a:ext uri="{FF2B5EF4-FFF2-40B4-BE49-F238E27FC236}">
                <a16:creationId xmlns:a16="http://schemas.microsoft.com/office/drawing/2014/main" id="{45AF18A3-4993-4C96-9F52-A8E49E69A5AC}"/>
              </a:ext>
            </a:extLst>
          </p:cNvPr>
          <p:cNvSpPr>
            <a:spLocks xmlns:a="http://schemas.openxmlformats.org/drawingml/2006/main" noGrp="1"/>
          </p:cNvSpPr>
          <p:nvPr/>
        </p:nvSpPr>
        <p:spPr>
          <a:xfrm xmlns:a="http://schemas.openxmlformats.org/drawingml/2006/main">
            <a:off x="762000" y="3543300"/>
            <a:ext cx="114300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重み w</a:t>
            </a:r>
          </a:p>
        </p:txBody>
      </p:sp>
      <p:sp>
        <p:nvSpPr>
          <p:cNvPr id="11" name="">
            <a:extLst xmlns:a="http://schemas.openxmlformats.org/drawingml/2006/main">
              <a:ext uri="{FF2B5EF4-FFF2-40B4-BE49-F238E27FC236}">
                <a16:creationId xmlns:a16="http://schemas.microsoft.com/office/drawing/2014/main" id="{D2E17848-54D2-44B5-89B2-C6F969845BF3}"/>
              </a:ext>
            </a:extLst>
          </p:cNvPr>
          <p:cNvSpPr>
            <a:spLocks xmlns:a="http://schemas.openxmlformats.org/drawingml/2006/main" noGrp="1"/>
          </p:cNvSpPr>
          <p:nvPr/>
        </p:nvSpPr>
        <p:spPr>
          <a:xfrm xmlns:a="http://schemas.openxmlformats.org/drawingml/2006/main">
            <a:off x="2047875" y="348615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電離による分岐や粒子制御を補正</a:t>
            </a:r>
          </a:p>
        </p:txBody>
      </p:sp>
      <p:sp>
        <p:nvSpPr>
          <p:cNvPr id="12" name="">
            <a:extLst xmlns:a="http://schemas.openxmlformats.org/drawingml/2006/main">
              <a:ext uri="{FF2B5EF4-FFF2-40B4-BE49-F238E27FC236}">
                <a16:creationId xmlns:a16="http://schemas.microsoft.com/office/drawing/2014/main" id="{285F06F9-A6B2-4FFE-AE98-13587818603B}"/>
              </a:ext>
            </a:extLst>
          </p:cNvPr>
          <p:cNvSpPr>
            <a:spLocks xmlns:a="http://schemas.openxmlformats.org/drawingml/2006/main" noGrp="1"/>
          </p:cNvSpPr>
          <p:nvPr/>
        </p:nvSpPr>
        <p:spPr>
          <a:xfrm xmlns:a="http://schemas.openxmlformats.org/drawingml/2006/main">
            <a:off x="762000" y="4133850"/>
            <a:ext cx="114300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正規化</a:t>
            </a:r>
          </a:p>
        </p:txBody>
      </p:sp>
      <p:sp>
        <p:nvSpPr>
          <p:cNvPr id="13" name="">
            <a:extLst xmlns:a="http://schemas.openxmlformats.org/drawingml/2006/main">
              <a:ext uri="{FF2B5EF4-FFF2-40B4-BE49-F238E27FC236}">
                <a16:creationId xmlns:a16="http://schemas.microsoft.com/office/drawing/2014/main" id="{EE0ED2AD-FD72-4835-BF5F-E0CD6E45ACB1}"/>
              </a:ext>
            </a:extLst>
          </p:cNvPr>
          <p:cNvSpPr>
            <a:spLocks xmlns:a="http://schemas.openxmlformats.org/drawingml/2006/main" noGrp="1"/>
          </p:cNvSpPr>
          <p:nvPr/>
        </p:nvSpPr>
        <p:spPr>
          <a:xfrm xmlns:a="http://schemas.openxmlformats.org/drawingml/2006/main">
            <a:off x="2047875" y="407670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Σ pᵢΔεᵢ = 1 を確認</a:t>
            </a:r>
          </a:p>
        </p:txBody>
      </p:sp>
      <p:sp>
        <p:nvSpPr>
          <p:cNvPr id="14" name="">
            <a:extLst xmlns:a="http://schemas.openxmlformats.org/drawingml/2006/main">
              <a:ext uri="{FF2B5EF4-FFF2-40B4-BE49-F238E27FC236}">
                <a16:creationId xmlns:a16="http://schemas.microsoft.com/office/drawing/2014/main" id="{13AFA27F-00DB-4B7D-BD0F-567B126FDDB7}"/>
              </a:ext>
            </a:extLst>
          </p:cNvPr>
          <p:cNvSpPr>
            <a:spLocks xmlns:a="http://schemas.openxmlformats.org/drawingml/2006/main" noGrp="1"/>
          </p:cNvSpPr>
          <p:nvPr/>
        </p:nvSpPr>
        <p:spPr>
          <a:xfrm xmlns:a="http://schemas.openxmlformats.org/drawingml/2006/main">
            <a:off x="762000" y="4724400"/>
            <a:ext cx="1143000" cy="32385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平均量</a:t>
            </a:r>
          </a:p>
        </p:txBody>
      </p:sp>
      <p:sp>
        <p:nvSpPr>
          <p:cNvPr id="15" name="">
            <a:extLst xmlns:a="http://schemas.openxmlformats.org/drawingml/2006/main">
              <a:ext uri="{FF2B5EF4-FFF2-40B4-BE49-F238E27FC236}">
                <a16:creationId xmlns:a16="http://schemas.microsoft.com/office/drawing/2014/main" id="{0AA6B4BA-CD8C-4261-9CC7-1B72462E5456}"/>
              </a:ext>
            </a:extLst>
          </p:cNvPr>
          <p:cNvSpPr>
            <a:spLocks xmlns:a="http://schemas.openxmlformats.org/drawingml/2006/main" noGrp="1"/>
          </p:cNvSpPr>
          <p:nvPr/>
        </p:nvSpPr>
        <p:spPr>
          <a:xfrm xmlns:a="http://schemas.openxmlformats.org/drawingml/2006/main">
            <a:off x="2047875" y="466725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Σ εᵢpᵢΔεᵢ、ドリフト、拡散を推定</a:t>
            </a:r>
          </a:p>
        </p:txBody>
      </p:sp>
      <p:sp>
        <p:nvSpPr>
          <p:cNvPr id="16" name="">
            <a:extLst xmlns:a="http://schemas.openxmlformats.org/drawingml/2006/main">
              <a:ext uri="{FF2B5EF4-FFF2-40B4-BE49-F238E27FC236}">
                <a16:creationId xmlns:a16="http://schemas.microsoft.com/office/drawing/2014/main" id="{54571274-20F1-4387-8392-A2123344A7D4}"/>
              </a:ext>
            </a:extLst>
          </p:cNvPr>
          <p:cNvSpPr>
            <a:spLocks xmlns:a="http://schemas.openxmlformats.org/drawingml/2006/main" noGrp="1"/>
          </p:cNvSpPr>
          <p:nvPr/>
        </p:nvSpPr>
        <p:spPr>
          <a:xfrm xmlns:a="http://schemas.openxmlformats.org/drawingml/2006/main">
            <a:off x="6715125" y="2952750"/>
            <a:ext cx="1143000" cy="323850"/>
          </a:xfrm>
          <a:prstGeom xmlns:a="http://schemas.openxmlformats.org/drawingml/2006/main" prst="rect">
            <a:avLst/>
          </a:prstGeom>
          <a:solidFill xmlns:a="http://schemas.openxmlformats.org/drawingml/2006/main">
            <a:srgbClr val="F4ECF8"/>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7B2FA3"/>
                </a:solidFill>
                <a:latin typeface="Noto Sans JP"/>
                <a:ea typeface="Noto Sans JP"/>
                <a:cs typeface="Noto Sans JP"/>
              </a:defRPr>
            </a:pPr>
            <a:r>
              <a:rPr sz="1200" b="1" i="0">
                <a:solidFill>
                  <a:srgbClr val="7B2FA3"/>
                </a:solidFill>
                <a:latin typeface="Noto Sans JP"/>
                <a:ea typeface="Noto Sans JP"/>
                <a:cs typeface="Noto Sans JP"/>
              </a:rPr>
              <a:t>弾性</a:t>
            </a:r>
          </a:p>
        </p:txBody>
      </p:sp>
      <p:sp>
        <p:nvSpPr>
          <p:cNvPr id="17" name="">
            <a:extLst xmlns:a="http://schemas.openxmlformats.org/drawingml/2006/main">
              <a:ext uri="{FF2B5EF4-FFF2-40B4-BE49-F238E27FC236}">
                <a16:creationId xmlns:a16="http://schemas.microsoft.com/office/drawing/2014/main" id="{AF414558-0F23-4132-87DD-81DD8A6FDEFD}"/>
              </a:ext>
            </a:extLst>
          </p:cNvPr>
          <p:cNvSpPr>
            <a:spLocks xmlns:a="http://schemas.openxmlformats.org/drawingml/2006/main" noGrp="1"/>
          </p:cNvSpPr>
          <p:nvPr/>
        </p:nvSpPr>
        <p:spPr>
          <a:xfrm xmlns:a="http://schemas.openxmlformats.org/drawingml/2006/main">
            <a:off x="8001000" y="2895600"/>
            <a:ext cx="3476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運動量移行と散乱角を更新</a:t>
            </a:r>
          </a:p>
        </p:txBody>
      </p:sp>
      <p:sp>
        <p:nvSpPr>
          <p:cNvPr id="18" name="">
            <a:extLst xmlns:a="http://schemas.openxmlformats.org/drawingml/2006/main">
              <a:ext uri="{FF2B5EF4-FFF2-40B4-BE49-F238E27FC236}">
                <a16:creationId xmlns:a16="http://schemas.microsoft.com/office/drawing/2014/main" id="{B676A60F-9712-4FA2-BDF8-56ADEF58BF2D}"/>
              </a:ext>
            </a:extLst>
          </p:cNvPr>
          <p:cNvSpPr>
            <a:spLocks xmlns:a="http://schemas.openxmlformats.org/drawingml/2006/main" noGrp="1"/>
          </p:cNvSpPr>
          <p:nvPr/>
        </p:nvSpPr>
        <p:spPr>
          <a:xfrm xmlns:a="http://schemas.openxmlformats.org/drawingml/2006/main">
            <a:off x="6715125" y="3543300"/>
            <a:ext cx="1143000" cy="323850"/>
          </a:xfrm>
          <a:prstGeom xmlns:a="http://schemas.openxmlformats.org/drawingml/2006/main" prst="rect">
            <a:avLst/>
          </a:prstGeom>
          <a:solidFill xmlns:a="http://schemas.openxmlformats.org/drawingml/2006/main">
            <a:srgbClr val="F4ECF8"/>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7B2FA3"/>
                </a:solidFill>
                <a:latin typeface="Noto Sans JP"/>
                <a:ea typeface="Noto Sans JP"/>
                <a:cs typeface="Noto Sans JP"/>
              </a:defRPr>
            </a:pPr>
            <a:r>
              <a:rPr sz="1200" b="1" i="0">
                <a:solidFill>
                  <a:srgbClr val="7B2FA3"/>
                </a:solidFill>
                <a:latin typeface="Noto Sans JP"/>
                <a:ea typeface="Noto Sans JP"/>
                <a:cs typeface="Noto Sans JP"/>
              </a:rPr>
              <a:t>励起</a:t>
            </a:r>
          </a:p>
        </p:txBody>
      </p:sp>
      <p:sp>
        <p:nvSpPr>
          <p:cNvPr id="19" name="">
            <a:extLst xmlns:a="http://schemas.openxmlformats.org/drawingml/2006/main">
              <a:ext uri="{FF2B5EF4-FFF2-40B4-BE49-F238E27FC236}">
                <a16:creationId xmlns:a16="http://schemas.microsoft.com/office/drawing/2014/main" id="{945DDFC6-0746-4088-BF67-2EA310CF426B}"/>
              </a:ext>
            </a:extLst>
          </p:cNvPr>
          <p:cNvSpPr>
            <a:spLocks xmlns:a="http://schemas.openxmlformats.org/drawingml/2006/main" noGrp="1"/>
          </p:cNvSpPr>
          <p:nvPr/>
        </p:nvSpPr>
        <p:spPr>
          <a:xfrm xmlns:a="http://schemas.openxmlformats.org/drawingml/2006/main">
            <a:off x="8001000" y="3486150"/>
            <a:ext cx="3476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電子エネルギーを閾値分だけ減少</a:t>
            </a:r>
          </a:p>
        </p:txBody>
      </p:sp>
      <p:sp>
        <p:nvSpPr>
          <p:cNvPr id="20" name="">
            <a:extLst xmlns:a="http://schemas.openxmlformats.org/drawingml/2006/main">
              <a:ext uri="{FF2B5EF4-FFF2-40B4-BE49-F238E27FC236}">
                <a16:creationId xmlns:a16="http://schemas.microsoft.com/office/drawing/2014/main" id="{F1EC1783-2DEB-4BF9-AD28-85A4D0A5670E}"/>
              </a:ext>
            </a:extLst>
          </p:cNvPr>
          <p:cNvSpPr>
            <a:spLocks xmlns:a="http://schemas.openxmlformats.org/drawingml/2006/main" noGrp="1"/>
          </p:cNvSpPr>
          <p:nvPr/>
        </p:nvSpPr>
        <p:spPr>
          <a:xfrm xmlns:a="http://schemas.openxmlformats.org/drawingml/2006/main">
            <a:off x="6715125" y="4133850"/>
            <a:ext cx="1143000" cy="323850"/>
          </a:xfrm>
          <a:prstGeom xmlns:a="http://schemas.openxmlformats.org/drawingml/2006/main" prst="rect">
            <a:avLst/>
          </a:prstGeom>
          <a:solidFill xmlns:a="http://schemas.openxmlformats.org/drawingml/2006/main">
            <a:srgbClr val="F4ECF8"/>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7B2FA3"/>
                </a:solidFill>
                <a:latin typeface="Noto Sans JP"/>
                <a:ea typeface="Noto Sans JP"/>
                <a:cs typeface="Noto Sans JP"/>
              </a:defRPr>
            </a:pPr>
            <a:r>
              <a:rPr sz="1200" b="1" i="0">
                <a:solidFill>
                  <a:srgbClr val="7B2FA3"/>
                </a:solidFill>
                <a:latin typeface="Noto Sans JP"/>
                <a:ea typeface="Noto Sans JP"/>
                <a:cs typeface="Noto Sans JP"/>
              </a:rPr>
              <a:t>電離</a:t>
            </a:r>
          </a:p>
        </p:txBody>
      </p:sp>
      <p:sp>
        <p:nvSpPr>
          <p:cNvPr id="21" name="">
            <a:extLst xmlns:a="http://schemas.openxmlformats.org/drawingml/2006/main">
              <a:ext uri="{FF2B5EF4-FFF2-40B4-BE49-F238E27FC236}">
                <a16:creationId xmlns:a16="http://schemas.microsoft.com/office/drawing/2014/main" id="{778F6992-DB90-4F29-8545-28A936829B45}"/>
              </a:ext>
            </a:extLst>
          </p:cNvPr>
          <p:cNvSpPr>
            <a:spLocks xmlns:a="http://schemas.openxmlformats.org/drawingml/2006/main" noGrp="1"/>
          </p:cNvSpPr>
          <p:nvPr/>
        </p:nvSpPr>
        <p:spPr>
          <a:xfrm xmlns:a="http://schemas.openxmlformats.org/drawingml/2006/main">
            <a:off x="8001000" y="4076700"/>
            <a:ext cx="3476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一次・二次電子へエネルギー分配</a:t>
            </a:r>
          </a:p>
        </p:txBody>
      </p:sp>
      <p:sp>
        <p:nvSpPr>
          <p:cNvPr id="22" name="">
            <a:extLst xmlns:a="http://schemas.openxmlformats.org/drawingml/2006/main">
              <a:ext uri="{FF2B5EF4-FFF2-40B4-BE49-F238E27FC236}">
                <a16:creationId xmlns:a16="http://schemas.microsoft.com/office/drawing/2014/main" id="{B44B8659-7CAF-491C-BAC5-CAE100E567C9}"/>
              </a:ext>
            </a:extLst>
          </p:cNvPr>
          <p:cNvSpPr>
            <a:spLocks xmlns:a="http://schemas.openxmlformats.org/drawingml/2006/main" noGrp="1"/>
          </p:cNvSpPr>
          <p:nvPr/>
        </p:nvSpPr>
        <p:spPr>
          <a:xfrm xmlns:a="http://schemas.openxmlformats.org/drawingml/2006/main">
            <a:off x="6715125" y="4724400"/>
            <a:ext cx="1143000" cy="323850"/>
          </a:xfrm>
          <a:prstGeom xmlns:a="http://schemas.openxmlformats.org/drawingml/2006/main" prst="rect">
            <a:avLst/>
          </a:prstGeom>
          <a:solidFill xmlns:a="http://schemas.openxmlformats.org/drawingml/2006/main">
            <a:srgbClr val="F4ECF8"/>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7B2FA3"/>
                </a:solidFill>
                <a:latin typeface="Noto Sans JP"/>
                <a:ea typeface="Noto Sans JP"/>
                <a:cs typeface="Noto Sans JP"/>
              </a:defRPr>
            </a:pPr>
            <a:r>
              <a:rPr sz="1200" b="1" i="0">
                <a:solidFill>
                  <a:srgbClr val="7B2FA3"/>
                </a:solidFill>
                <a:latin typeface="Noto Sans JP"/>
                <a:ea typeface="Noto Sans JP"/>
                <a:cs typeface="Noto Sans JP"/>
              </a:rPr>
              <a:t>付着</a:t>
            </a:r>
          </a:p>
        </p:txBody>
      </p:sp>
      <p:sp>
        <p:nvSpPr>
          <p:cNvPr id="23" name="">
            <a:extLst xmlns:a="http://schemas.openxmlformats.org/drawingml/2006/main">
              <a:ext uri="{FF2B5EF4-FFF2-40B4-BE49-F238E27FC236}">
                <a16:creationId xmlns:a16="http://schemas.microsoft.com/office/drawing/2014/main" id="{FB8DCFC4-9606-4D6C-8ADC-58CA5A3B7FD3}"/>
              </a:ext>
            </a:extLst>
          </p:cNvPr>
          <p:cNvSpPr>
            <a:spLocks xmlns:a="http://schemas.openxmlformats.org/drawingml/2006/main" noGrp="1"/>
          </p:cNvSpPr>
          <p:nvPr/>
        </p:nvSpPr>
        <p:spPr>
          <a:xfrm xmlns:a="http://schemas.openxmlformats.org/drawingml/2006/main">
            <a:off x="8001000" y="4667250"/>
            <a:ext cx="3476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現行軌道損失の対応範囲を別途確認</a:t>
            </a:r>
          </a:p>
        </p:txBody>
      </p:sp>
      <p:sp>
        <p:nvSpPr>
          <p:cNvPr id="24" name="takeaway-bullet">
            <a:extLst xmlns:a="http://schemas.openxmlformats.org/drawingml/2006/main">
              <a:ext uri="{FF2B5EF4-FFF2-40B4-BE49-F238E27FC236}">
                <a16:creationId xmlns:a16="http://schemas.microsoft.com/office/drawing/2014/main" id="{3585D376-C1BC-4DB2-8ADA-6CCF97163770}"/>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5" name="takeaway">
            <a:extLst xmlns:a="http://schemas.openxmlformats.org/drawingml/2006/main">
              <a:ext uri="{FF2B5EF4-FFF2-40B4-BE49-F238E27FC236}">
                <a16:creationId xmlns:a16="http://schemas.microsoft.com/office/drawing/2014/main" id="{9A3F1F19-6CDC-48BF-A58D-7F818D35446C}"/>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EEDFと反応速度を同じ自由飛行から積分し、相互整合を確認できる。</a:t>
            </a:r>
          </a:p>
        </p:txBody>
      </p:sp>
      <p:sp>
        <p:nvSpPr>
          <p:cNvPr id="26" name="section">
            <a:extLst xmlns:a="http://schemas.openxmlformats.org/drawingml/2006/main">
              <a:ext uri="{FF2B5EF4-FFF2-40B4-BE49-F238E27FC236}">
                <a16:creationId xmlns:a16="http://schemas.microsoft.com/office/drawing/2014/main" id="{03C08A54-874D-4AA6-AD19-822CAAD2EB5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
        <p:nvSpPr>
          <p:cNvPr id="27" name="footer">
            <a:extLst xmlns:a="http://schemas.openxmlformats.org/drawingml/2006/main">
              <a:ext uri="{FF2B5EF4-FFF2-40B4-BE49-F238E27FC236}">
                <a16:creationId xmlns:a16="http://schemas.microsoft.com/office/drawing/2014/main" id="{8206794B-B615-4B7D-BA2B-43CD9B45B31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28" name="page">
            <a:extLst xmlns:a="http://schemas.openxmlformats.org/drawingml/2006/main">
              <a:ext uri="{FF2B5EF4-FFF2-40B4-BE49-F238E27FC236}">
                <a16:creationId xmlns:a16="http://schemas.microsoft.com/office/drawing/2014/main" id="{2896F3A4-B3B6-4BC2-B61D-E025E055C38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18</a:t>
            </a:r>
          </a:p>
        </p:txBody>
      </p:sp>
    </p:spTree>
    <p:extLst>
      <p:ext uri="{BB962C8B-B14F-4D97-AF65-F5344CB8AC3E}">
        <p14:creationId xmlns:p14="http://schemas.microsoft.com/office/powerpoint/2010/main" val="74425574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0334221-6ADA-4F20-B902-A9650A50BE42}"/>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Monte Carlo法 3/3：統計品質の評価</a:t>
            </a:r>
          </a:p>
        </p:txBody>
      </p:sp>
      <p:graphicFrame>
        <p:nvGraphicFramePr>
          <p:cNvPr id="14" name=""/>
          <p:cNvGraphicFramePr/>
          <p:nvPr/>
        </p:nvGraphicFramePr>
        <p:xfrm>
          <a:off xmlns:a="http://schemas.openxmlformats.org/drawingml/2006/main" x="457200" y="1333500"/>
          <a:ext xmlns:a="http://schemas.openxmlformats.org/drawingml/2006/main" cx="11287125" cy="4095750"/>
        </p:xfrm>
        <a:graphic xmlns:a="http://schemas.openxmlformats.org/drawingml/2006/main">
          <a:graphicData uri="http://schemas.openxmlformats.org/drawingml/2006/table">
            <a:tbl>
              <a:tblPr/>
              <a:tblGrid>
                <a:gridCol w="1983798"/>
                <a:gridCol w="2873086"/>
                <a:gridCol w="3557155"/>
                <a:gridCol w="2873086"/>
              </a:tblGrid>
              <a:tr h="585107">
                <a:tc>
                  <a:txBody>
                    <a:bodyPr lIns="57150" tIns="47625" rIns="57150" bIns="47625">
                      <a:normAutofit/>
                    </a:bodyPr>
                    <a:lstStyle/>
                    <a:p>
                      <a:pPr algn="l"/>
                      <a:r>
                        <a:rPr sz="1050" b="1">
                          <a:solidFill>
                            <a:srgbClr val="FFFFFF"/>
                          </a:solidFill>
                          <a:latin typeface="Noto Sans JP"/>
                          <a:ea typeface="Noto Sans JP"/>
                          <a:cs typeface="Noto Sans JP"/>
                        </a:rPr>
                        <a:t>確認項目</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確認する量</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未達が示す問題</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対処</a:t>
                      </a:r>
                    </a:p>
                  </a:txBody>
                  <a:tcPr marL="91440" marR="91440" marT="45720" marB="45720" anchor="ctr">
                    <a:solidFill>
                      <a:srgbClr val="00A6D6"/>
                    </a:solidFill>
                  </a:tcPr>
                </a:tc>
              </a:tr>
              <a:tr h="585107">
                <a:tc>
                  <a:txBody>
                    <a:bodyPr lIns="57150" tIns="47625" rIns="57150" bIns="47625">
                      <a:normAutofit/>
                    </a:bodyPr>
                    <a:lstStyle/>
                    <a:p>
                      <a:pPr algn="l"/>
                      <a:r>
                        <a:rPr sz="975" b="1">
                          <a:solidFill>
                            <a:srgbClr val="333333"/>
                          </a:solidFill>
                          <a:latin typeface="Noto Sans JP"/>
                          <a:ea typeface="Noto Sans JP"/>
                          <a:cs typeface="Noto Sans JP"/>
                        </a:rPr>
                        <a:t>正規化</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|ΣpᵢΔεᵢ − 1|</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ヒストグラム・重みの不整合</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推定器とエネルギー区間を点検</a:t>
                      </a:r>
                    </a:p>
                  </a:txBody>
                  <a:tcPr marL="91440" marR="91440" marT="45720" marB="45720" anchor="ctr">
                    <a:solidFill>
                      <a:srgbClr val="FFFFFF"/>
                    </a:solidFill>
                  </a:tcPr>
                </a:tc>
              </a:tr>
              <a:tr h="585107">
                <a:tc>
                  <a:txBody>
                    <a:bodyPr lIns="57150" tIns="47625" rIns="57150" bIns="47625">
                      <a:normAutofit/>
                    </a:bodyPr>
                    <a:lstStyle/>
                    <a:p>
                      <a:pPr algn="l"/>
                      <a:r>
                        <a:rPr sz="975" b="1">
                          <a:solidFill>
                            <a:srgbClr val="333333"/>
                          </a:solidFill>
                          <a:latin typeface="Noto Sans JP"/>
                          <a:ea typeface="Noto Sans JP"/>
                          <a:cs typeface="Noto Sans JP"/>
                        </a:rPr>
                        <a:t>定常性</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時間窓ごとの平均・成長率</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初期過渡が残る</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計算時間を延長</a:t>
                      </a:r>
                    </a:p>
                  </a:txBody>
                  <a:tcPr marL="91440" marR="91440" marT="45720" marB="45720" anchor="ctr">
                    <a:solidFill>
                      <a:srgbClr val="F2F3F4"/>
                    </a:solidFill>
                  </a:tcPr>
                </a:tc>
              </a:tr>
              <a:tr h="585107">
                <a:tc>
                  <a:txBody>
                    <a:bodyPr lIns="57150" tIns="47625" rIns="57150" bIns="47625">
                      <a:normAutofit/>
                    </a:bodyPr>
                    <a:lstStyle/>
                    <a:p>
                      <a:pPr algn="l"/>
                      <a:r>
                        <a:rPr sz="975" b="1">
                          <a:solidFill>
                            <a:srgbClr val="333333"/>
                          </a:solidFill>
                          <a:latin typeface="Noto Sans JP"/>
                          <a:ea typeface="Noto Sans JP"/>
                          <a:cs typeface="Noto Sans JP"/>
                        </a:rPr>
                        <a:t>独立反復</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平均、95%CI、相対標準誤差</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乱数種によるばらつき</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独立反復・粒子数を増加</a:t>
                      </a:r>
                    </a:p>
                  </a:txBody>
                  <a:tcPr marL="91440" marR="91440" marT="45720" marB="45720" anchor="ctr">
                    <a:solidFill>
                      <a:srgbClr val="FFFFFF"/>
                    </a:solidFill>
                  </a:tcPr>
                </a:tc>
              </a:tr>
              <a:tr h="585107">
                <a:tc>
                  <a:txBody>
                    <a:bodyPr lIns="57150" tIns="47625" rIns="57150" bIns="47625">
                      <a:normAutofit/>
                    </a:bodyPr>
                    <a:lstStyle/>
                    <a:p>
                      <a:pPr algn="l"/>
                      <a:r>
                        <a:rPr sz="975" b="1">
                          <a:solidFill>
                            <a:srgbClr val="333333"/>
                          </a:solidFill>
                          <a:latin typeface="Noto Sans JP"/>
                          <a:ea typeface="Noto Sans JP"/>
                          <a:cs typeface="Noto Sans JP"/>
                        </a:rPr>
                        <a:t>相関時間</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拡散係数の遅れ時間依存</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拡散の観測時間不足</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遅れ時間と軌道長を延長</a:t>
                      </a:r>
                    </a:p>
                  </a:txBody>
                  <a:tcPr marL="91440" marR="91440" marT="45720" marB="45720" anchor="ctr">
                    <a:solidFill>
                      <a:srgbClr val="F2F3F4"/>
                    </a:solidFill>
                  </a:tcPr>
                </a:tc>
              </a:tr>
              <a:tr h="585107">
                <a:tc>
                  <a:txBody>
                    <a:bodyPr lIns="57150" tIns="47625" rIns="57150" bIns="47625">
                      <a:normAutofit/>
                    </a:bodyPr>
                    <a:lstStyle/>
                    <a:p>
                      <a:pPr algn="l"/>
                      <a:r>
                        <a:rPr sz="975" b="1">
                          <a:solidFill>
                            <a:srgbClr val="333333"/>
                          </a:solidFill>
                          <a:latin typeface="Noto Sans JP"/>
                          <a:ea typeface="Noto Sans JP"/>
                          <a:cs typeface="Noto Sans JP"/>
                        </a:rPr>
                        <a:t>有効標本数</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有効標本数（ESS）、系譜の寄与率</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粒子系譜の退化</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再標本化・粒子数増加</a:t>
                      </a:r>
                    </a:p>
                  </a:txBody>
                  <a:tcPr marL="91440" marR="91440" marT="45720" marB="45720" anchor="ctr">
                    <a:solidFill>
                      <a:srgbClr val="FFFFFF"/>
                    </a:solidFill>
                  </a:tcPr>
                </a:tc>
              </a:tr>
              <a:tr h="585107">
                <a:tc>
                  <a:txBody>
                    <a:bodyPr lIns="57150" tIns="47625" rIns="57150" bIns="47625">
                      <a:normAutofit/>
                    </a:bodyPr>
                    <a:lstStyle/>
                    <a:p>
                      <a:pPr algn="l"/>
                      <a:r>
                        <a:rPr sz="975" b="1">
                          <a:solidFill>
                            <a:srgbClr val="333333"/>
                          </a:solidFill>
                          <a:latin typeface="Noto Sans JP"/>
                          <a:ea typeface="Noto Sans JP"/>
                          <a:cs typeface="Noto Sans JP"/>
                        </a:rPr>
                        <a:t>EEDF–反応速度整合</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EEDF積分と衝突イベント推定の差</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高エネルギー標本不足・実装差</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希少反応の標本を増加</a:t>
                      </a:r>
                    </a:p>
                  </a:txBody>
                  <a:tcPr marL="91440" marR="91440" marT="45720" marB="45720" anchor="ctr">
                    <a:solidFill>
                      <a:srgbClr val="F2F3F4"/>
                    </a:solidFill>
                  </a:tcPr>
                </a:tc>
              </a:tr>
            </a:tbl>
          </a:graphicData>
        </a:graphic>
      </p:graphicFrame>
      <p:sp>
        <p:nvSpPr>
          <p:cNvPr id="4" name="">
            <a:extLst xmlns:a="http://schemas.openxmlformats.org/drawingml/2006/main">
              <a:ext uri="{FF2B5EF4-FFF2-40B4-BE49-F238E27FC236}">
                <a16:creationId xmlns:a16="http://schemas.microsoft.com/office/drawing/2014/main" id="{684A1B72-6353-4121-8074-C45851AA27B1}"/>
              </a:ext>
            </a:extLst>
          </p:cNvPr>
          <p:cNvSpPr>
            <a:spLocks xmlns:a="http://schemas.openxmlformats.org/drawingml/2006/main" noGrp="1"/>
          </p:cNvSpPr>
          <p:nvPr/>
        </p:nvSpPr>
        <p:spPr>
          <a:xfrm xmlns:a="http://schemas.openxmlformats.org/drawingml/2006/main">
            <a:off x="762000" y="55721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長所</a:t>
            </a:r>
          </a:p>
        </p:txBody>
      </p:sp>
      <p:sp>
        <p:nvSpPr>
          <p:cNvPr id="5" name="">
            <a:extLst xmlns:a="http://schemas.openxmlformats.org/drawingml/2006/main">
              <a:ext uri="{FF2B5EF4-FFF2-40B4-BE49-F238E27FC236}">
                <a16:creationId xmlns:a16="http://schemas.microsoft.com/office/drawing/2014/main" id="{AB70D52B-808A-4040-ABF4-96A859A47ED5}"/>
              </a:ext>
            </a:extLst>
          </p:cNvPr>
          <p:cNvSpPr>
            <a:spLocks xmlns:a="http://schemas.openxmlformats.org/drawingml/2006/main" noGrp="1"/>
          </p:cNvSpPr>
          <p:nvPr/>
        </p:nvSpPr>
        <p:spPr>
          <a:xfrm xmlns:a="http://schemas.openxmlformats.org/drawingml/2006/main">
            <a:off x="1666875" y="54959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軌道・衝突を直接標本化し、角度展開の切断を避ける</a:t>
            </a:r>
          </a:p>
        </p:txBody>
      </p:sp>
      <p:sp>
        <p:nvSpPr>
          <p:cNvPr id="6" name="">
            <a:extLst xmlns:a="http://schemas.openxmlformats.org/drawingml/2006/main">
              <a:ext uri="{FF2B5EF4-FFF2-40B4-BE49-F238E27FC236}">
                <a16:creationId xmlns:a16="http://schemas.microsoft.com/office/drawing/2014/main" id="{2A5E6CB3-EAF0-4B3C-9D62-23C4FD35220F}"/>
              </a:ext>
            </a:extLst>
          </p:cNvPr>
          <p:cNvSpPr>
            <a:spLocks xmlns:a="http://schemas.openxmlformats.org/drawingml/2006/main" noGrp="1"/>
          </p:cNvSpPr>
          <p:nvPr/>
        </p:nvSpPr>
        <p:spPr>
          <a:xfrm xmlns:a="http://schemas.openxmlformats.org/drawingml/2006/main">
            <a:off x="6286500" y="55721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1" i="0">
                <a:solidFill>
                  <a:srgbClr val="D64045"/>
                </a:solidFill>
                <a:latin typeface="Noto Sans JP"/>
                <a:ea typeface="Noto Sans JP"/>
                <a:cs typeface="Noto Sans JP"/>
              </a:defRPr>
            </a:pPr>
            <a:r>
              <a:rPr sz="1275" b="1" i="0">
                <a:solidFill>
                  <a:srgbClr val="D64045"/>
                </a:solidFill>
                <a:latin typeface="Noto Sans JP"/>
                <a:ea typeface="Noto Sans JP"/>
                <a:cs typeface="Noto Sans JP"/>
              </a:rPr>
              <a:t>短所</a:t>
            </a:r>
          </a:p>
        </p:txBody>
      </p:sp>
      <p:sp>
        <p:nvSpPr>
          <p:cNvPr id="7" name="">
            <a:extLst xmlns:a="http://schemas.openxmlformats.org/drawingml/2006/main">
              <a:ext uri="{FF2B5EF4-FFF2-40B4-BE49-F238E27FC236}">
                <a16:creationId xmlns:a16="http://schemas.microsoft.com/office/drawing/2014/main" id="{58C64F69-4607-4E21-B4F6-05ECC0206C3C}"/>
              </a:ext>
            </a:extLst>
          </p:cNvPr>
          <p:cNvSpPr>
            <a:spLocks xmlns:a="http://schemas.openxmlformats.org/drawingml/2006/main" noGrp="1"/>
          </p:cNvSpPr>
          <p:nvPr/>
        </p:nvSpPr>
        <p:spPr>
          <a:xfrm xmlns:a="http://schemas.openxmlformats.org/drawingml/2006/main">
            <a:off x="7191375" y="549592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1912"/>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高コスト。高エネルギー尾部反応、分岐、付着では標本不足になりやすい</a:t>
            </a:r>
          </a:p>
        </p:txBody>
      </p:sp>
      <p:sp>
        <p:nvSpPr>
          <p:cNvPr id="8" name="takeaway-bullet">
            <a:extLst xmlns:a="http://schemas.openxmlformats.org/drawingml/2006/main">
              <a:ext uri="{FF2B5EF4-FFF2-40B4-BE49-F238E27FC236}">
                <a16:creationId xmlns:a16="http://schemas.microsoft.com/office/drawing/2014/main" id="{7739AD94-63E9-4490-9CE7-B3D4AC9E8ED4}"/>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9" name="takeaway">
            <a:extLst xmlns:a="http://schemas.openxmlformats.org/drawingml/2006/main">
              <a:ext uri="{FF2B5EF4-FFF2-40B4-BE49-F238E27FC236}">
                <a16:creationId xmlns:a16="http://schemas.microsoft.com/office/drawing/2014/main" id="{0D9E1EDF-6077-4F76-AF5E-DFA466342E25}"/>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Monte Carloは選択点の独立検算に使う。小さな相対標準誤差だけでなく、定常性・相関・系譜を別々に確認する。</a:t>
            </a:r>
          </a:p>
        </p:txBody>
      </p:sp>
      <p:sp>
        <p:nvSpPr>
          <p:cNvPr id="10" name="section">
            <a:extLst xmlns:a="http://schemas.openxmlformats.org/drawingml/2006/main">
              <a:ext uri="{FF2B5EF4-FFF2-40B4-BE49-F238E27FC236}">
                <a16:creationId xmlns:a16="http://schemas.microsoft.com/office/drawing/2014/main" id="{D37A8DD0-3535-4907-89E9-015A9660FE8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
        <p:nvSpPr>
          <p:cNvPr id="11" name="footer">
            <a:extLst xmlns:a="http://schemas.openxmlformats.org/drawingml/2006/main">
              <a:ext uri="{FF2B5EF4-FFF2-40B4-BE49-F238E27FC236}">
                <a16:creationId xmlns:a16="http://schemas.microsoft.com/office/drawing/2014/main" id="{CEFD8F37-5D5D-4C94-AED1-7D0355830059}"/>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2" name="page">
            <a:extLst xmlns:a="http://schemas.openxmlformats.org/drawingml/2006/main">
              <a:ext uri="{FF2B5EF4-FFF2-40B4-BE49-F238E27FC236}">
                <a16:creationId xmlns:a16="http://schemas.microsoft.com/office/drawing/2014/main" id="{6390907A-D5BE-4DD0-B81D-BBC51DFB4EF7}"/>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19</a:t>
            </a:r>
          </a:p>
        </p:txBody>
      </p:sp>
    </p:spTree>
    <p:extLst>
      <p:ext uri="{BB962C8B-B14F-4D97-AF65-F5344CB8AC3E}">
        <p14:creationId xmlns:p14="http://schemas.microsoft.com/office/powerpoint/2010/main" val="18593461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09A39A9-2705-45C9-BCC3-9AE07A0EFFF6}"/>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Propagator法 1/3：(ε, μ)セル間の確率移動を組み立てる</a:t>
            </a:r>
          </a:p>
        </p:txBody>
      </p:sp>
      <p:sp>
        <p:nvSpPr>
          <p:cNvPr id="3" name="">
            <a:extLst xmlns:a="http://schemas.openxmlformats.org/drawingml/2006/main">
              <a:ext uri="{FF2B5EF4-FFF2-40B4-BE49-F238E27FC236}">
                <a16:creationId xmlns:a16="http://schemas.microsoft.com/office/drawing/2014/main" id="{A9354319-8ACF-467A-83EE-EB6AAE531BB5}"/>
              </a:ext>
            </a:extLst>
          </p:cNvPr>
          <p:cNvSpPr>
            <a:spLocks xmlns:a="http://schemas.openxmlformats.org/drawingml/2006/main" noGrp="1"/>
          </p:cNvSpPr>
          <p:nvPr/>
        </p:nvSpPr>
        <p:spPr>
          <a:xfrm xmlns:a="http://schemas.openxmlformats.org/drawingml/2006/main">
            <a:off x="1524000" y="1333500"/>
            <a:ext cx="1143000" cy="6667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位相空間</a:t>
            </a:r>
          </a:p>
        </p:txBody>
      </p:sp>
      <p:sp>
        <p:nvSpPr>
          <p:cNvPr id="4" name="">
            <a:extLst xmlns:a="http://schemas.openxmlformats.org/drawingml/2006/main">
              <a:ext uri="{FF2B5EF4-FFF2-40B4-BE49-F238E27FC236}">
                <a16:creationId xmlns:a16="http://schemas.microsoft.com/office/drawing/2014/main" id="{37C521D5-5871-4295-B42A-5819EEBFF70F}"/>
              </a:ext>
            </a:extLst>
          </p:cNvPr>
          <p:cNvSpPr>
            <a:spLocks xmlns:a="http://schemas.openxmlformats.org/drawingml/2006/main" noGrp="1"/>
          </p:cNvSpPr>
          <p:nvPr/>
        </p:nvSpPr>
        <p:spPr>
          <a:xfrm xmlns:a="http://schemas.openxmlformats.org/drawingml/2006/main">
            <a:off x="2667000" y="1333500"/>
            <a:ext cx="8001000" cy="6667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pᵢⱼ = ∫cell(i,j) f(ε,μ)dεdμ ≥ 0</a:t>
            </a:r>
          </a:p>
        </p:txBody>
      </p:sp>
      <p:sp>
        <p:nvSpPr>
          <p:cNvPr id="5" name="">
            <a:extLst xmlns:a="http://schemas.openxmlformats.org/drawingml/2006/main">
              <a:ext uri="{FF2B5EF4-FFF2-40B4-BE49-F238E27FC236}">
                <a16:creationId xmlns:a16="http://schemas.microsoft.com/office/drawing/2014/main" id="{3D2F8111-8F93-4782-B70A-8FA91837F2C8}"/>
              </a:ext>
            </a:extLst>
          </p:cNvPr>
          <p:cNvSpPr>
            <a:spLocks xmlns:a="http://schemas.openxmlformats.org/drawingml/2006/main" noGrp="1"/>
          </p:cNvSpPr>
          <p:nvPr/>
        </p:nvSpPr>
        <p:spPr>
          <a:xfrm xmlns:a="http://schemas.openxmlformats.org/drawingml/2006/main">
            <a:off x="666750" y="2381250"/>
            <a:ext cx="638175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BFC8CD"/>
            </a:solidFill>
            <a:prstDash val="solid"/>
          </a:ln>
        </p:spPr>
      </p:sp>
      <p:sp>
        <p:nvSpPr>
          <p:cNvPr id="6" name="">
            <a:extLst xmlns:a="http://schemas.openxmlformats.org/drawingml/2006/main">
              <a:ext uri="{FF2B5EF4-FFF2-40B4-BE49-F238E27FC236}">
                <a16:creationId xmlns:a16="http://schemas.microsoft.com/office/drawing/2014/main" id="{CA4C5FFE-0246-4A77-8D31-A534F5A547C7}"/>
              </a:ext>
            </a:extLst>
          </p:cNvPr>
          <p:cNvSpPr>
            <a:spLocks xmlns:a="http://schemas.openxmlformats.org/drawingml/2006/main" noGrp="1"/>
          </p:cNvSpPr>
          <p:nvPr/>
        </p:nvSpPr>
        <p:spPr>
          <a:xfrm xmlns:a="http://schemas.openxmlformats.org/drawingml/2006/main">
            <a:off x="952500" y="27146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7" name="">
            <a:extLst xmlns:a="http://schemas.openxmlformats.org/drawingml/2006/main">
              <a:ext uri="{FF2B5EF4-FFF2-40B4-BE49-F238E27FC236}">
                <a16:creationId xmlns:a16="http://schemas.microsoft.com/office/drawing/2014/main" id="{ED621DDB-2F11-47A7-AB88-7EA80DE9E8FE}"/>
              </a:ext>
            </a:extLst>
          </p:cNvPr>
          <p:cNvSpPr>
            <a:spLocks xmlns:a="http://schemas.openxmlformats.org/drawingml/2006/main" noGrp="1"/>
          </p:cNvSpPr>
          <p:nvPr/>
        </p:nvSpPr>
        <p:spPr>
          <a:xfrm xmlns:a="http://schemas.openxmlformats.org/drawingml/2006/main">
            <a:off x="1543050" y="27146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8" name="">
            <a:extLst xmlns:a="http://schemas.openxmlformats.org/drawingml/2006/main">
              <a:ext uri="{FF2B5EF4-FFF2-40B4-BE49-F238E27FC236}">
                <a16:creationId xmlns:a16="http://schemas.microsoft.com/office/drawing/2014/main" id="{DFFF32A3-FAA0-423A-90D0-F3F56E0D5D9F}"/>
              </a:ext>
            </a:extLst>
          </p:cNvPr>
          <p:cNvSpPr>
            <a:spLocks xmlns:a="http://schemas.openxmlformats.org/drawingml/2006/main" noGrp="1"/>
          </p:cNvSpPr>
          <p:nvPr/>
        </p:nvSpPr>
        <p:spPr>
          <a:xfrm xmlns:a="http://schemas.openxmlformats.org/drawingml/2006/main">
            <a:off x="2133600" y="27146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9" name="">
            <a:extLst xmlns:a="http://schemas.openxmlformats.org/drawingml/2006/main">
              <a:ext uri="{FF2B5EF4-FFF2-40B4-BE49-F238E27FC236}">
                <a16:creationId xmlns:a16="http://schemas.microsoft.com/office/drawing/2014/main" id="{DCB19CE8-CECC-4701-9D09-B6C284AE110A}"/>
              </a:ext>
            </a:extLst>
          </p:cNvPr>
          <p:cNvSpPr>
            <a:spLocks xmlns:a="http://schemas.openxmlformats.org/drawingml/2006/main" noGrp="1"/>
          </p:cNvSpPr>
          <p:nvPr/>
        </p:nvSpPr>
        <p:spPr>
          <a:xfrm xmlns:a="http://schemas.openxmlformats.org/drawingml/2006/main">
            <a:off x="2724150" y="27146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0" name="">
            <a:extLst xmlns:a="http://schemas.openxmlformats.org/drawingml/2006/main">
              <a:ext uri="{FF2B5EF4-FFF2-40B4-BE49-F238E27FC236}">
                <a16:creationId xmlns:a16="http://schemas.microsoft.com/office/drawing/2014/main" id="{75BD6241-6910-4213-8BBB-40996346FCBE}"/>
              </a:ext>
            </a:extLst>
          </p:cNvPr>
          <p:cNvSpPr>
            <a:spLocks xmlns:a="http://schemas.openxmlformats.org/drawingml/2006/main" noGrp="1"/>
          </p:cNvSpPr>
          <p:nvPr/>
        </p:nvSpPr>
        <p:spPr>
          <a:xfrm xmlns:a="http://schemas.openxmlformats.org/drawingml/2006/main">
            <a:off x="3314700" y="27146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11" name="">
            <a:extLst xmlns:a="http://schemas.openxmlformats.org/drawingml/2006/main">
              <a:ext uri="{FF2B5EF4-FFF2-40B4-BE49-F238E27FC236}">
                <a16:creationId xmlns:a16="http://schemas.microsoft.com/office/drawing/2014/main" id="{31648744-F548-459B-999E-ED27F0A703DA}"/>
              </a:ext>
            </a:extLst>
          </p:cNvPr>
          <p:cNvSpPr>
            <a:spLocks xmlns:a="http://schemas.openxmlformats.org/drawingml/2006/main" noGrp="1"/>
          </p:cNvSpPr>
          <p:nvPr/>
        </p:nvSpPr>
        <p:spPr>
          <a:xfrm xmlns:a="http://schemas.openxmlformats.org/drawingml/2006/main">
            <a:off x="3905250" y="27146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2" name="">
            <a:extLst xmlns:a="http://schemas.openxmlformats.org/drawingml/2006/main">
              <a:ext uri="{FF2B5EF4-FFF2-40B4-BE49-F238E27FC236}">
                <a16:creationId xmlns:a16="http://schemas.microsoft.com/office/drawing/2014/main" id="{1D601468-F038-4F03-8A2A-807806043E5F}"/>
              </a:ext>
            </a:extLst>
          </p:cNvPr>
          <p:cNvSpPr>
            <a:spLocks xmlns:a="http://schemas.openxmlformats.org/drawingml/2006/main" noGrp="1"/>
          </p:cNvSpPr>
          <p:nvPr/>
        </p:nvSpPr>
        <p:spPr>
          <a:xfrm xmlns:a="http://schemas.openxmlformats.org/drawingml/2006/main">
            <a:off x="4495800" y="27146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13" name="">
            <a:extLst xmlns:a="http://schemas.openxmlformats.org/drawingml/2006/main">
              <a:ext uri="{FF2B5EF4-FFF2-40B4-BE49-F238E27FC236}">
                <a16:creationId xmlns:a16="http://schemas.microsoft.com/office/drawing/2014/main" id="{2E8C7CD9-ABDB-4504-8C2F-2D7F7E8B1D90}"/>
              </a:ext>
            </a:extLst>
          </p:cNvPr>
          <p:cNvSpPr>
            <a:spLocks xmlns:a="http://schemas.openxmlformats.org/drawingml/2006/main" noGrp="1"/>
          </p:cNvSpPr>
          <p:nvPr/>
        </p:nvSpPr>
        <p:spPr>
          <a:xfrm xmlns:a="http://schemas.openxmlformats.org/drawingml/2006/main">
            <a:off x="5086350" y="27146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4" name="">
            <a:extLst xmlns:a="http://schemas.openxmlformats.org/drawingml/2006/main">
              <a:ext uri="{FF2B5EF4-FFF2-40B4-BE49-F238E27FC236}">
                <a16:creationId xmlns:a16="http://schemas.microsoft.com/office/drawing/2014/main" id="{D9DD52BC-5CF9-4205-856F-DBCAA8E99B48}"/>
              </a:ext>
            </a:extLst>
          </p:cNvPr>
          <p:cNvSpPr>
            <a:spLocks xmlns:a="http://schemas.openxmlformats.org/drawingml/2006/main" noGrp="1"/>
          </p:cNvSpPr>
          <p:nvPr/>
        </p:nvSpPr>
        <p:spPr>
          <a:xfrm xmlns:a="http://schemas.openxmlformats.org/drawingml/2006/main">
            <a:off x="5676900" y="27146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15" name="">
            <a:extLst xmlns:a="http://schemas.openxmlformats.org/drawingml/2006/main">
              <a:ext uri="{FF2B5EF4-FFF2-40B4-BE49-F238E27FC236}">
                <a16:creationId xmlns:a16="http://schemas.microsoft.com/office/drawing/2014/main" id="{D0E66E4F-12EA-45BB-84A3-3ABA7A8D5021}"/>
              </a:ext>
            </a:extLst>
          </p:cNvPr>
          <p:cNvSpPr>
            <a:spLocks xmlns:a="http://schemas.openxmlformats.org/drawingml/2006/main" noGrp="1"/>
          </p:cNvSpPr>
          <p:nvPr/>
        </p:nvSpPr>
        <p:spPr>
          <a:xfrm xmlns:a="http://schemas.openxmlformats.org/drawingml/2006/main">
            <a:off x="6267450" y="27146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6" name="">
            <a:extLst xmlns:a="http://schemas.openxmlformats.org/drawingml/2006/main">
              <a:ext uri="{FF2B5EF4-FFF2-40B4-BE49-F238E27FC236}">
                <a16:creationId xmlns:a16="http://schemas.microsoft.com/office/drawing/2014/main" id="{B864D31D-D788-4195-A82E-F89C5B920207}"/>
              </a:ext>
            </a:extLst>
          </p:cNvPr>
          <p:cNvSpPr>
            <a:spLocks xmlns:a="http://schemas.openxmlformats.org/drawingml/2006/main" noGrp="1"/>
          </p:cNvSpPr>
          <p:nvPr/>
        </p:nvSpPr>
        <p:spPr>
          <a:xfrm xmlns:a="http://schemas.openxmlformats.org/drawingml/2006/main">
            <a:off x="952500" y="31527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7" name="">
            <a:extLst xmlns:a="http://schemas.openxmlformats.org/drawingml/2006/main">
              <a:ext uri="{FF2B5EF4-FFF2-40B4-BE49-F238E27FC236}">
                <a16:creationId xmlns:a16="http://schemas.microsoft.com/office/drawing/2014/main" id="{902C3AAF-274F-4243-95F1-9B58A917749A}"/>
              </a:ext>
            </a:extLst>
          </p:cNvPr>
          <p:cNvSpPr>
            <a:spLocks xmlns:a="http://schemas.openxmlformats.org/drawingml/2006/main" noGrp="1"/>
          </p:cNvSpPr>
          <p:nvPr/>
        </p:nvSpPr>
        <p:spPr>
          <a:xfrm xmlns:a="http://schemas.openxmlformats.org/drawingml/2006/main">
            <a:off x="1543050" y="31527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18" name="">
            <a:extLst xmlns:a="http://schemas.openxmlformats.org/drawingml/2006/main">
              <a:ext uri="{FF2B5EF4-FFF2-40B4-BE49-F238E27FC236}">
                <a16:creationId xmlns:a16="http://schemas.microsoft.com/office/drawing/2014/main" id="{4DAC0049-A2E4-41EC-8088-3462179C9F9D}"/>
              </a:ext>
            </a:extLst>
          </p:cNvPr>
          <p:cNvSpPr>
            <a:spLocks xmlns:a="http://schemas.openxmlformats.org/drawingml/2006/main" noGrp="1"/>
          </p:cNvSpPr>
          <p:nvPr/>
        </p:nvSpPr>
        <p:spPr>
          <a:xfrm xmlns:a="http://schemas.openxmlformats.org/drawingml/2006/main">
            <a:off x="2133600" y="31527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19" name="">
            <a:extLst xmlns:a="http://schemas.openxmlformats.org/drawingml/2006/main">
              <a:ext uri="{FF2B5EF4-FFF2-40B4-BE49-F238E27FC236}">
                <a16:creationId xmlns:a16="http://schemas.microsoft.com/office/drawing/2014/main" id="{8C183C22-8CAC-4B26-AF40-488CBAE4CD7B}"/>
              </a:ext>
            </a:extLst>
          </p:cNvPr>
          <p:cNvSpPr>
            <a:spLocks xmlns:a="http://schemas.openxmlformats.org/drawingml/2006/main" noGrp="1"/>
          </p:cNvSpPr>
          <p:nvPr/>
        </p:nvSpPr>
        <p:spPr>
          <a:xfrm xmlns:a="http://schemas.openxmlformats.org/drawingml/2006/main">
            <a:off x="2724150" y="31527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0" name="">
            <a:extLst xmlns:a="http://schemas.openxmlformats.org/drawingml/2006/main">
              <a:ext uri="{FF2B5EF4-FFF2-40B4-BE49-F238E27FC236}">
                <a16:creationId xmlns:a16="http://schemas.microsoft.com/office/drawing/2014/main" id="{8B8CE7DD-C93C-48C7-90D8-6FA8F08DA688}"/>
              </a:ext>
            </a:extLst>
          </p:cNvPr>
          <p:cNvSpPr>
            <a:spLocks xmlns:a="http://schemas.openxmlformats.org/drawingml/2006/main" noGrp="1"/>
          </p:cNvSpPr>
          <p:nvPr/>
        </p:nvSpPr>
        <p:spPr>
          <a:xfrm xmlns:a="http://schemas.openxmlformats.org/drawingml/2006/main">
            <a:off x="3314700" y="31527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21" name="">
            <a:extLst xmlns:a="http://schemas.openxmlformats.org/drawingml/2006/main">
              <a:ext uri="{FF2B5EF4-FFF2-40B4-BE49-F238E27FC236}">
                <a16:creationId xmlns:a16="http://schemas.microsoft.com/office/drawing/2014/main" id="{94135213-55DD-4391-B97E-6C5F5729EBF3}"/>
              </a:ext>
            </a:extLst>
          </p:cNvPr>
          <p:cNvSpPr>
            <a:spLocks xmlns:a="http://schemas.openxmlformats.org/drawingml/2006/main" noGrp="1"/>
          </p:cNvSpPr>
          <p:nvPr/>
        </p:nvSpPr>
        <p:spPr>
          <a:xfrm xmlns:a="http://schemas.openxmlformats.org/drawingml/2006/main">
            <a:off x="3905250" y="31527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2" name="">
            <a:extLst xmlns:a="http://schemas.openxmlformats.org/drawingml/2006/main">
              <a:ext uri="{FF2B5EF4-FFF2-40B4-BE49-F238E27FC236}">
                <a16:creationId xmlns:a16="http://schemas.microsoft.com/office/drawing/2014/main" id="{CF521E2C-0DB7-43F1-A87D-F85B10904B4F}"/>
              </a:ext>
            </a:extLst>
          </p:cNvPr>
          <p:cNvSpPr>
            <a:spLocks xmlns:a="http://schemas.openxmlformats.org/drawingml/2006/main" noGrp="1"/>
          </p:cNvSpPr>
          <p:nvPr/>
        </p:nvSpPr>
        <p:spPr>
          <a:xfrm xmlns:a="http://schemas.openxmlformats.org/drawingml/2006/main">
            <a:off x="4495800" y="31527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23" name="">
            <a:extLst xmlns:a="http://schemas.openxmlformats.org/drawingml/2006/main">
              <a:ext uri="{FF2B5EF4-FFF2-40B4-BE49-F238E27FC236}">
                <a16:creationId xmlns:a16="http://schemas.microsoft.com/office/drawing/2014/main" id="{5B5C5F4D-1338-4EEC-B8DA-66938D9FD58E}"/>
              </a:ext>
            </a:extLst>
          </p:cNvPr>
          <p:cNvSpPr>
            <a:spLocks xmlns:a="http://schemas.openxmlformats.org/drawingml/2006/main" noGrp="1"/>
          </p:cNvSpPr>
          <p:nvPr/>
        </p:nvSpPr>
        <p:spPr>
          <a:xfrm xmlns:a="http://schemas.openxmlformats.org/drawingml/2006/main">
            <a:off x="5086350" y="31527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4" name="">
            <a:extLst xmlns:a="http://schemas.openxmlformats.org/drawingml/2006/main">
              <a:ext uri="{FF2B5EF4-FFF2-40B4-BE49-F238E27FC236}">
                <a16:creationId xmlns:a16="http://schemas.microsoft.com/office/drawing/2014/main" id="{CD4D98AB-CF78-40ED-8940-506BBBFC16C8}"/>
              </a:ext>
            </a:extLst>
          </p:cNvPr>
          <p:cNvSpPr>
            <a:spLocks xmlns:a="http://schemas.openxmlformats.org/drawingml/2006/main" noGrp="1"/>
          </p:cNvSpPr>
          <p:nvPr/>
        </p:nvSpPr>
        <p:spPr>
          <a:xfrm xmlns:a="http://schemas.openxmlformats.org/drawingml/2006/main">
            <a:off x="5676900" y="31527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25" name="">
            <a:extLst xmlns:a="http://schemas.openxmlformats.org/drawingml/2006/main">
              <a:ext uri="{FF2B5EF4-FFF2-40B4-BE49-F238E27FC236}">
                <a16:creationId xmlns:a16="http://schemas.microsoft.com/office/drawing/2014/main" id="{06DAE908-2195-4C45-BD98-A7F12519FC53}"/>
              </a:ext>
            </a:extLst>
          </p:cNvPr>
          <p:cNvSpPr>
            <a:spLocks xmlns:a="http://schemas.openxmlformats.org/drawingml/2006/main" noGrp="1"/>
          </p:cNvSpPr>
          <p:nvPr/>
        </p:nvSpPr>
        <p:spPr>
          <a:xfrm xmlns:a="http://schemas.openxmlformats.org/drawingml/2006/main">
            <a:off x="6267450" y="31527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6" name="">
            <a:extLst xmlns:a="http://schemas.openxmlformats.org/drawingml/2006/main">
              <a:ext uri="{FF2B5EF4-FFF2-40B4-BE49-F238E27FC236}">
                <a16:creationId xmlns:a16="http://schemas.microsoft.com/office/drawing/2014/main" id="{3B00A832-01DB-4649-8B58-C1FC6B947EE4}"/>
              </a:ext>
            </a:extLst>
          </p:cNvPr>
          <p:cNvSpPr>
            <a:spLocks xmlns:a="http://schemas.openxmlformats.org/drawingml/2006/main" noGrp="1"/>
          </p:cNvSpPr>
          <p:nvPr/>
        </p:nvSpPr>
        <p:spPr>
          <a:xfrm xmlns:a="http://schemas.openxmlformats.org/drawingml/2006/main">
            <a:off x="952500" y="35909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7" name="">
            <a:extLst xmlns:a="http://schemas.openxmlformats.org/drawingml/2006/main">
              <a:ext uri="{FF2B5EF4-FFF2-40B4-BE49-F238E27FC236}">
                <a16:creationId xmlns:a16="http://schemas.microsoft.com/office/drawing/2014/main" id="{6416D03A-F133-4539-89C0-5FEB2645C4FC}"/>
              </a:ext>
            </a:extLst>
          </p:cNvPr>
          <p:cNvSpPr>
            <a:spLocks xmlns:a="http://schemas.openxmlformats.org/drawingml/2006/main" noGrp="1"/>
          </p:cNvSpPr>
          <p:nvPr/>
        </p:nvSpPr>
        <p:spPr>
          <a:xfrm xmlns:a="http://schemas.openxmlformats.org/drawingml/2006/main">
            <a:off x="1543050" y="35909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28" name="">
            <a:extLst xmlns:a="http://schemas.openxmlformats.org/drawingml/2006/main">
              <a:ext uri="{FF2B5EF4-FFF2-40B4-BE49-F238E27FC236}">
                <a16:creationId xmlns:a16="http://schemas.microsoft.com/office/drawing/2014/main" id="{87F6B647-F054-40C6-BB34-1C82242686BF}"/>
              </a:ext>
            </a:extLst>
          </p:cNvPr>
          <p:cNvSpPr>
            <a:spLocks xmlns:a="http://schemas.openxmlformats.org/drawingml/2006/main" noGrp="1"/>
          </p:cNvSpPr>
          <p:nvPr/>
        </p:nvSpPr>
        <p:spPr>
          <a:xfrm xmlns:a="http://schemas.openxmlformats.org/drawingml/2006/main">
            <a:off x="2133600" y="35909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29" name="">
            <a:extLst xmlns:a="http://schemas.openxmlformats.org/drawingml/2006/main">
              <a:ext uri="{FF2B5EF4-FFF2-40B4-BE49-F238E27FC236}">
                <a16:creationId xmlns:a16="http://schemas.microsoft.com/office/drawing/2014/main" id="{8FF90B95-5F76-474B-8B6C-C4777A107039}"/>
              </a:ext>
            </a:extLst>
          </p:cNvPr>
          <p:cNvSpPr>
            <a:spLocks xmlns:a="http://schemas.openxmlformats.org/drawingml/2006/main" noGrp="1"/>
          </p:cNvSpPr>
          <p:nvPr/>
        </p:nvSpPr>
        <p:spPr>
          <a:xfrm xmlns:a="http://schemas.openxmlformats.org/drawingml/2006/main">
            <a:off x="2724150" y="35909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0" name="">
            <a:extLst xmlns:a="http://schemas.openxmlformats.org/drawingml/2006/main">
              <a:ext uri="{FF2B5EF4-FFF2-40B4-BE49-F238E27FC236}">
                <a16:creationId xmlns:a16="http://schemas.microsoft.com/office/drawing/2014/main" id="{08C9BE83-A4D8-4708-B6B8-7E0A2E5B16F3}"/>
              </a:ext>
            </a:extLst>
          </p:cNvPr>
          <p:cNvSpPr>
            <a:spLocks xmlns:a="http://schemas.openxmlformats.org/drawingml/2006/main" noGrp="1"/>
          </p:cNvSpPr>
          <p:nvPr/>
        </p:nvSpPr>
        <p:spPr>
          <a:xfrm xmlns:a="http://schemas.openxmlformats.org/drawingml/2006/main">
            <a:off x="3314700" y="35909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31" name="">
            <a:extLst xmlns:a="http://schemas.openxmlformats.org/drawingml/2006/main">
              <a:ext uri="{FF2B5EF4-FFF2-40B4-BE49-F238E27FC236}">
                <a16:creationId xmlns:a16="http://schemas.microsoft.com/office/drawing/2014/main" id="{F3632C2A-C2C4-4FE7-B052-E6871262DECA}"/>
              </a:ext>
            </a:extLst>
          </p:cNvPr>
          <p:cNvSpPr>
            <a:spLocks xmlns:a="http://schemas.openxmlformats.org/drawingml/2006/main" noGrp="1"/>
          </p:cNvSpPr>
          <p:nvPr/>
        </p:nvSpPr>
        <p:spPr>
          <a:xfrm xmlns:a="http://schemas.openxmlformats.org/drawingml/2006/main">
            <a:off x="3905250" y="35909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2" name="">
            <a:extLst xmlns:a="http://schemas.openxmlformats.org/drawingml/2006/main">
              <a:ext uri="{FF2B5EF4-FFF2-40B4-BE49-F238E27FC236}">
                <a16:creationId xmlns:a16="http://schemas.microsoft.com/office/drawing/2014/main" id="{E94C465F-B8A1-40B9-84EF-8284BB2132F7}"/>
              </a:ext>
            </a:extLst>
          </p:cNvPr>
          <p:cNvSpPr>
            <a:spLocks xmlns:a="http://schemas.openxmlformats.org/drawingml/2006/main" noGrp="1"/>
          </p:cNvSpPr>
          <p:nvPr/>
        </p:nvSpPr>
        <p:spPr>
          <a:xfrm xmlns:a="http://schemas.openxmlformats.org/drawingml/2006/main">
            <a:off x="4495800" y="35909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33" name="">
            <a:extLst xmlns:a="http://schemas.openxmlformats.org/drawingml/2006/main">
              <a:ext uri="{FF2B5EF4-FFF2-40B4-BE49-F238E27FC236}">
                <a16:creationId xmlns:a16="http://schemas.microsoft.com/office/drawing/2014/main" id="{A07F23A6-4137-4347-9299-060803966753}"/>
              </a:ext>
            </a:extLst>
          </p:cNvPr>
          <p:cNvSpPr>
            <a:spLocks xmlns:a="http://schemas.openxmlformats.org/drawingml/2006/main" noGrp="1"/>
          </p:cNvSpPr>
          <p:nvPr/>
        </p:nvSpPr>
        <p:spPr>
          <a:xfrm xmlns:a="http://schemas.openxmlformats.org/drawingml/2006/main">
            <a:off x="5086350" y="35909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4" name="">
            <a:extLst xmlns:a="http://schemas.openxmlformats.org/drawingml/2006/main">
              <a:ext uri="{FF2B5EF4-FFF2-40B4-BE49-F238E27FC236}">
                <a16:creationId xmlns:a16="http://schemas.microsoft.com/office/drawing/2014/main" id="{53FF2217-65E6-4184-85E1-96543250571F}"/>
              </a:ext>
            </a:extLst>
          </p:cNvPr>
          <p:cNvSpPr>
            <a:spLocks xmlns:a="http://schemas.openxmlformats.org/drawingml/2006/main" noGrp="1"/>
          </p:cNvSpPr>
          <p:nvPr/>
        </p:nvSpPr>
        <p:spPr>
          <a:xfrm xmlns:a="http://schemas.openxmlformats.org/drawingml/2006/main">
            <a:off x="5676900" y="35909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35" name="">
            <a:extLst xmlns:a="http://schemas.openxmlformats.org/drawingml/2006/main">
              <a:ext uri="{FF2B5EF4-FFF2-40B4-BE49-F238E27FC236}">
                <a16:creationId xmlns:a16="http://schemas.microsoft.com/office/drawing/2014/main" id="{86D23581-9137-475B-9BF9-C9532228CDEA}"/>
              </a:ext>
            </a:extLst>
          </p:cNvPr>
          <p:cNvSpPr>
            <a:spLocks xmlns:a="http://schemas.openxmlformats.org/drawingml/2006/main" noGrp="1"/>
          </p:cNvSpPr>
          <p:nvPr/>
        </p:nvSpPr>
        <p:spPr>
          <a:xfrm xmlns:a="http://schemas.openxmlformats.org/drawingml/2006/main">
            <a:off x="6267450" y="35909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6" name="">
            <a:extLst xmlns:a="http://schemas.openxmlformats.org/drawingml/2006/main">
              <a:ext uri="{FF2B5EF4-FFF2-40B4-BE49-F238E27FC236}">
                <a16:creationId xmlns:a16="http://schemas.microsoft.com/office/drawing/2014/main" id="{0ECD1DE3-88DD-4446-AE94-38BCFF2B15E6}"/>
              </a:ext>
            </a:extLst>
          </p:cNvPr>
          <p:cNvSpPr>
            <a:spLocks xmlns:a="http://schemas.openxmlformats.org/drawingml/2006/main" noGrp="1"/>
          </p:cNvSpPr>
          <p:nvPr/>
        </p:nvSpPr>
        <p:spPr>
          <a:xfrm xmlns:a="http://schemas.openxmlformats.org/drawingml/2006/main">
            <a:off x="952500" y="40290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7" name="">
            <a:extLst xmlns:a="http://schemas.openxmlformats.org/drawingml/2006/main">
              <a:ext uri="{FF2B5EF4-FFF2-40B4-BE49-F238E27FC236}">
                <a16:creationId xmlns:a16="http://schemas.microsoft.com/office/drawing/2014/main" id="{5C4DB039-910A-445E-9BBF-3203861FCA85}"/>
              </a:ext>
            </a:extLst>
          </p:cNvPr>
          <p:cNvSpPr>
            <a:spLocks xmlns:a="http://schemas.openxmlformats.org/drawingml/2006/main" noGrp="1"/>
          </p:cNvSpPr>
          <p:nvPr/>
        </p:nvSpPr>
        <p:spPr>
          <a:xfrm xmlns:a="http://schemas.openxmlformats.org/drawingml/2006/main">
            <a:off x="1543050" y="40290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38" name="">
            <a:extLst xmlns:a="http://schemas.openxmlformats.org/drawingml/2006/main">
              <a:ext uri="{FF2B5EF4-FFF2-40B4-BE49-F238E27FC236}">
                <a16:creationId xmlns:a16="http://schemas.microsoft.com/office/drawing/2014/main" id="{5A5A7324-E9C4-4796-953F-BF820C5F3C42}"/>
              </a:ext>
            </a:extLst>
          </p:cNvPr>
          <p:cNvSpPr>
            <a:spLocks xmlns:a="http://schemas.openxmlformats.org/drawingml/2006/main" noGrp="1"/>
          </p:cNvSpPr>
          <p:nvPr/>
        </p:nvSpPr>
        <p:spPr>
          <a:xfrm xmlns:a="http://schemas.openxmlformats.org/drawingml/2006/main">
            <a:off x="2133600" y="40290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39" name="">
            <a:extLst xmlns:a="http://schemas.openxmlformats.org/drawingml/2006/main">
              <a:ext uri="{FF2B5EF4-FFF2-40B4-BE49-F238E27FC236}">
                <a16:creationId xmlns:a16="http://schemas.microsoft.com/office/drawing/2014/main" id="{E591DB64-D810-494D-8A9B-E49716719718}"/>
              </a:ext>
            </a:extLst>
          </p:cNvPr>
          <p:cNvSpPr>
            <a:spLocks xmlns:a="http://schemas.openxmlformats.org/drawingml/2006/main" noGrp="1"/>
          </p:cNvSpPr>
          <p:nvPr/>
        </p:nvSpPr>
        <p:spPr>
          <a:xfrm xmlns:a="http://schemas.openxmlformats.org/drawingml/2006/main">
            <a:off x="2724150" y="40290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0" name="">
            <a:extLst xmlns:a="http://schemas.openxmlformats.org/drawingml/2006/main">
              <a:ext uri="{FF2B5EF4-FFF2-40B4-BE49-F238E27FC236}">
                <a16:creationId xmlns:a16="http://schemas.microsoft.com/office/drawing/2014/main" id="{EDE2C80A-BCB2-4326-9FAC-BB2B992E57E5}"/>
              </a:ext>
            </a:extLst>
          </p:cNvPr>
          <p:cNvSpPr>
            <a:spLocks xmlns:a="http://schemas.openxmlformats.org/drawingml/2006/main" noGrp="1"/>
          </p:cNvSpPr>
          <p:nvPr/>
        </p:nvSpPr>
        <p:spPr>
          <a:xfrm xmlns:a="http://schemas.openxmlformats.org/drawingml/2006/main">
            <a:off x="3314700" y="40290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41" name="">
            <a:extLst xmlns:a="http://schemas.openxmlformats.org/drawingml/2006/main">
              <a:ext uri="{FF2B5EF4-FFF2-40B4-BE49-F238E27FC236}">
                <a16:creationId xmlns:a16="http://schemas.microsoft.com/office/drawing/2014/main" id="{473129BC-D81C-4D89-9524-572F52DAE12F}"/>
              </a:ext>
            </a:extLst>
          </p:cNvPr>
          <p:cNvSpPr>
            <a:spLocks xmlns:a="http://schemas.openxmlformats.org/drawingml/2006/main" noGrp="1"/>
          </p:cNvSpPr>
          <p:nvPr/>
        </p:nvSpPr>
        <p:spPr>
          <a:xfrm xmlns:a="http://schemas.openxmlformats.org/drawingml/2006/main">
            <a:off x="3905250" y="40290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2" name="">
            <a:extLst xmlns:a="http://schemas.openxmlformats.org/drawingml/2006/main">
              <a:ext uri="{FF2B5EF4-FFF2-40B4-BE49-F238E27FC236}">
                <a16:creationId xmlns:a16="http://schemas.microsoft.com/office/drawing/2014/main" id="{8758FE0B-A9B7-40CD-A79A-BE689DE6EE52}"/>
              </a:ext>
            </a:extLst>
          </p:cNvPr>
          <p:cNvSpPr>
            <a:spLocks xmlns:a="http://schemas.openxmlformats.org/drawingml/2006/main" noGrp="1"/>
          </p:cNvSpPr>
          <p:nvPr/>
        </p:nvSpPr>
        <p:spPr>
          <a:xfrm xmlns:a="http://schemas.openxmlformats.org/drawingml/2006/main">
            <a:off x="4495800" y="40290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43" name="">
            <a:extLst xmlns:a="http://schemas.openxmlformats.org/drawingml/2006/main">
              <a:ext uri="{FF2B5EF4-FFF2-40B4-BE49-F238E27FC236}">
                <a16:creationId xmlns:a16="http://schemas.microsoft.com/office/drawing/2014/main" id="{CB7EC37D-443D-46F8-A3ED-A90EBC3F45F9}"/>
              </a:ext>
            </a:extLst>
          </p:cNvPr>
          <p:cNvSpPr>
            <a:spLocks xmlns:a="http://schemas.openxmlformats.org/drawingml/2006/main" noGrp="1"/>
          </p:cNvSpPr>
          <p:nvPr/>
        </p:nvSpPr>
        <p:spPr>
          <a:xfrm xmlns:a="http://schemas.openxmlformats.org/drawingml/2006/main">
            <a:off x="5086350" y="40290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4" name="">
            <a:extLst xmlns:a="http://schemas.openxmlformats.org/drawingml/2006/main">
              <a:ext uri="{FF2B5EF4-FFF2-40B4-BE49-F238E27FC236}">
                <a16:creationId xmlns:a16="http://schemas.microsoft.com/office/drawing/2014/main" id="{33AD3D63-5CEC-41A2-BCD6-1C2B7B25A375}"/>
              </a:ext>
            </a:extLst>
          </p:cNvPr>
          <p:cNvSpPr>
            <a:spLocks xmlns:a="http://schemas.openxmlformats.org/drawingml/2006/main" noGrp="1"/>
          </p:cNvSpPr>
          <p:nvPr/>
        </p:nvSpPr>
        <p:spPr>
          <a:xfrm xmlns:a="http://schemas.openxmlformats.org/drawingml/2006/main">
            <a:off x="5676900" y="402907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45" name="">
            <a:extLst xmlns:a="http://schemas.openxmlformats.org/drawingml/2006/main">
              <a:ext uri="{FF2B5EF4-FFF2-40B4-BE49-F238E27FC236}">
                <a16:creationId xmlns:a16="http://schemas.microsoft.com/office/drawing/2014/main" id="{ECFF5C6D-1143-4817-9D30-24421EC36837}"/>
              </a:ext>
            </a:extLst>
          </p:cNvPr>
          <p:cNvSpPr>
            <a:spLocks xmlns:a="http://schemas.openxmlformats.org/drawingml/2006/main" noGrp="1"/>
          </p:cNvSpPr>
          <p:nvPr/>
        </p:nvSpPr>
        <p:spPr>
          <a:xfrm xmlns:a="http://schemas.openxmlformats.org/drawingml/2006/main">
            <a:off x="6267450" y="402907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6" name="">
            <a:extLst xmlns:a="http://schemas.openxmlformats.org/drawingml/2006/main">
              <a:ext uri="{FF2B5EF4-FFF2-40B4-BE49-F238E27FC236}">
                <a16:creationId xmlns:a16="http://schemas.microsoft.com/office/drawing/2014/main" id="{F4B58481-A757-42CE-9EB3-71A449384FF1}"/>
              </a:ext>
            </a:extLst>
          </p:cNvPr>
          <p:cNvSpPr>
            <a:spLocks xmlns:a="http://schemas.openxmlformats.org/drawingml/2006/main" noGrp="1"/>
          </p:cNvSpPr>
          <p:nvPr/>
        </p:nvSpPr>
        <p:spPr>
          <a:xfrm xmlns:a="http://schemas.openxmlformats.org/drawingml/2006/main">
            <a:off x="952500" y="44672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7" name="">
            <a:extLst xmlns:a="http://schemas.openxmlformats.org/drawingml/2006/main">
              <a:ext uri="{FF2B5EF4-FFF2-40B4-BE49-F238E27FC236}">
                <a16:creationId xmlns:a16="http://schemas.microsoft.com/office/drawing/2014/main" id="{EBA907C7-FF45-4281-B1E7-AD33D74B623B}"/>
              </a:ext>
            </a:extLst>
          </p:cNvPr>
          <p:cNvSpPr>
            <a:spLocks xmlns:a="http://schemas.openxmlformats.org/drawingml/2006/main" noGrp="1"/>
          </p:cNvSpPr>
          <p:nvPr/>
        </p:nvSpPr>
        <p:spPr>
          <a:xfrm xmlns:a="http://schemas.openxmlformats.org/drawingml/2006/main">
            <a:off x="1543050" y="44672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48" name="">
            <a:extLst xmlns:a="http://schemas.openxmlformats.org/drawingml/2006/main">
              <a:ext uri="{FF2B5EF4-FFF2-40B4-BE49-F238E27FC236}">
                <a16:creationId xmlns:a16="http://schemas.microsoft.com/office/drawing/2014/main" id="{EE8B883C-BABF-4F51-A1DF-14134EEF127B}"/>
              </a:ext>
            </a:extLst>
          </p:cNvPr>
          <p:cNvSpPr>
            <a:spLocks xmlns:a="http://schemas.openxmlformats.org/drawingml/2006/main" noGrp="1"/>
          </p:cNvSpPr>
          <p:nvPr/>
        </p:nvSpPr>
        <p:spPr>
          <a:xfrm xmlns:a="http://schemas.openxmlformats.org/drawingml/2006/main">
            <a:off x="2133600" y="44672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49" name="">
            <a:extLst xmlns:a="http://schemas.openxmlformats.org/drawingml/2006/main">
              <a:ext uri="{FF2B5EF4-FFF2-40B4-BE49-F238E27FC236}">
                <a16:creationId xmlns:a16="http://schemas.microsoft.com/office/drawing/2014/main" id="{D46D2512-4DD7-4DB0-A6C5-6BD6CA1F3D9D}"/>
              </a:ext>
            </a:extLst>
          </p:cNvPr>
          <p:cNvSpPr>
            <a:spLocks xmlns:a="http://schemas.openxmlformats.org/drawingml/2006/main" noGrp="1"/>
          </p:cNvSpPr>
          <p:nvPr/>
        </p:nvSpPr>
        <p:spPr>
          <a:xfrm xmlns:a="http://schemas.openxmlformats.org/drawingml/2006/main">
            <a:off x="2724150" y="44672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50" name="">
            <a:extLst xmlns:a="http://schemas.openxmlformats.org/drawingml/2006/main">
              <a:ext uri="{FF2B5EF4-FFF2-40B4-BE49-F238E27FC236}">
                <a16:creationId xmlns:a16="http://schemas.microsoft.com/office/drawing/2014/main" id="{1AAC8B81-D362-47D6-8F93-C983CBB16C5F}"/>
              </a:ext>
            </a:extLst>
          </p:cNvPr>
          <p:cNvSpPr>
            <a:spLocks xmlns:a="http://schemas.openxmlformats.org/drawingml/2006/main" noGrp="1"/>
          </p:cNvSpPr>
          <p:nvPr/>
        </p:nvSpPr>
        <p:spPr>
          <a:xfrm xmlns:a="http://schemas.openxmlformats.org/drawingml/2006/main">
            <a:off x="3314700" y="44672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51" name="">
            <a:extLst xmlns:a="http://schemas.openxmlformats.org/drawingml/2006/main">
              <a:ext uri="{FF2B5EF4-FFF2-40B4-BE49-F238E27FC236}">
                <a16:creationId xmlns:a16="http://schemas.microsoft.com/office/drawing/2014/main" id="{182F1CC8-7D46-4F3E-9738-40684E937262}"/>
              </a:ext>
            </a:extLst>
          </p:cNvPr>
          <p:cNvSpPr>
            <a:spLocks xmlns:a="http://schemas.openxmlformats.org/drawingml/2006/main" noGrp="1"/>
          </p:cNvSpPr>
          <p:nvPr/>
        </p:nvSpPr>
        <p:spPr>
          <a:xfrm xmlns:a="http://schemas.openxmlformats.org/drawingml/2006/main">
            <a:off x="3905250" y="44672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52" name="">
            <a:extLst xmlns:a="http://schemas.openxmlformats.org/drawingml/2006/main">
              <a:ext uri="{FF2B5EF4-FFF2-40B4-BE49-F238E27FC236}">
                <a16:creationId xmlns:a16="http://schemas.microsoft.com/office/drawing/2014/main" id="{7789591E-736F-4C10-9C4E-C62956FC798D}"/>
              </a:ext>
            </a:extLst>
          </p:cNvPr>
          <p:cNvSpPr>
            <a:spLocks xmlns:a="http://schemas.openxmlformats.org/drawingml/2006/main" noGrp="1"/>
          </p:cNvSpPr>
          <p:nvPr/>
        </p:nvSpPr>
        <p:spPr>
          <a:xfrm xmlns:a="http://schemas.openxmlformats.org/drawingml/2006/main">
            <a:off x="4495800" y="44672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53" name="">
            <a:extLst xmlns:a="http://schemas.openxmlformats.org/drawingml/2006/main">
              <a:ext uri="{FF2B5EF4-FFF2-40B4-BE49-F238E27FC236}">
                <a16:creationId xmlns:a16="http://schemas.microsoft.com/office/drawing/2014/main" id="{7009108B-B205-47CD-8B56-E7C35DDC0B33}"/>
              </a:ext>
            </a:extLst>
          </p:cNvPr>
          <p:cNvSpPr>
            <a:spLocks xmlns:a="http://schemas.openxmlformats.org/drawingml/2006/main" noGrp="1"/>
          </p:cNvSpPr>
          <p:nvPr/>
        </p:nvSpPr>
        <p:spPr>
          <a:xfrm xmlns:a="http://schemas.openxmlformats.org/drawingml/2006/main">
            <a:off x="5086350" y="44672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54" name="">
            <a:extLst xmlns:a="http://schemas.openxmlformats.org/drawingml/2006/main">
              <a:ext uri="{FF2B5EF4-FFF2-40B4-BE49-F238E27FC236}">
                <a16:creationId xmlns:a16="http://schemas.microsoft.com/office/drawing/2014/main" id="{350404A2-5FC2-43D2-87B7-C5362F155911}"/>
              </a:ext>
            </a:extLst>
          </p:cNvPr>
          <p:cNvSpPr>
            <a:spLocks xmlns:a="http://schemas.openxmlformats.org/drawingml/2006/main" noGrp="1"/>
          </p:cNvSpPr>
          <p:nvPr/>
        </p:nvSpPr>
        <p:spPr>
          <a:xfrm xmlns:a="http://schemas.openxmlformats.org/drawingml/2006/main">
            <a:off x="5676900" y="4467225"/>
            <a:ext cx="590550" cy="438150"/>
          </a:xfrm>
          <a:prstGeom xmlns:a="http://schemas.openxmlformats.org/drawingml/2006/main" prst="rect">
            <a:avLst/>
          </a:prstGeom>
          <a:solidFill xmlns:a="http://schemas.openxmlformats.org/drawingml/2006/main">
            <a:srgbClr val="ECF4F4"/>
          </a:solidFill>
          <a:ln xmlns:a="http://schemas.openxmlformats.org/drawingml/2006/main" w="4763">
            <a:solidFill>
              <a:srgbClr val="D8DEE1"/>
            </a:solidFill>
            <a:prstDash val="solid"/>
          </a:ln>
        </p:spPr>
      </p:sp>
      <p:sp>
        <p:nvSpPr>
          <p:cNvPr id="55" name="">
            <a:extLst xmlns:a="http://schemas.openxmlformats.org/drawingml/2006/main">
              <a:ext uri="{FF2B5EF4-FFF2-40B4-BE49-F238E27FC236}">
                <a16:creationId xmlns:a16="http://schemas.microsoft.com/office/drawing/2014/main" id="{A291F524-DB93-4398-AB71-1772BCBB2DB5}"/>
              </a:ext>
            </a:extLst>
          </p:cNvPr>
          <p:cNvSpPr>
            <a:spLocks xmlns:a="http://schemas.openxmlformats.org/drawingml/2006/main" noGrp="1"/>
          </p:cNvSpPr>
          <p:nvPr/>
        </p:nvSpPr>
        <p:spPr>
          <a:xfrm xmlns:a="http://schemas.openxmlformats.org/drawingml/2006/main">
            <a:off x="6267450" y="4467225"/>
            <a:ext cx="590550" cy="438150"/>
          </a:xfrm>
          <a:prstGeom xmlns:a="http://schemas.openxmlformats.org/drawingml/2006/main" prst="rect">
            <a:avLst/>
          </a:prstGeom>
          <a:solidFill xmlns:a="http://schemas.openxmlformats.org/drawingml/2006/main">
            <a:srgbClr val="F7F9F9"/>
          </a:solidFill>
          <a:ln xmlns:a="http://schemas.openxmlformats.org/drawingml/2006/main" w="4763">
            <a:solidFill>
              <a:srgbClr val="D8DEE1"/>
            </a:solidFill>
            <a:prstDash val="solid"/>
          </a:ln>
        </p:spPr>
      </p:sp>
      <p:sp>
        <p:nvSpPr>
          <p:cNvPr id="56" name="">
            <a:extLst xmlns:a="http://schemas.openxmlformats.org/drawingml/2006/main">
              <a:ext uri="{FF2B5EF4-FFF2-40B4-BE49-F238E27FC236}">
                <a16:creationId xmlns:a16="http://schemas.microsoft.com/office/drawing/2014/main" id="{C7B01EED-AA60-4B2E-94E9-F93B66F5EB9D}"/>
              </a:ext>
            </a:extLst>
          </p:cNvPr>
          <p:cNvSpPr>
            <a:spLocks xmlns:a="http://schemas.openxmlformats.org/drawingml/2006/main" noGrp="1"/>
          </p:cNvSpPr>
          <p:nvPr/>
        </p:nvSpPr>
        <p:spPr>
          <a:xfrm xmlns:a="http://schemas.openxmlformats.org/drawingml/2006/main">
            <a:off x="476250" y="25717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μ = +1</a:t>
            </a:r>
          </a:p>
        </p:txBody>
      </p:sp>
      <p:sp>
        <p:nvSpPr>
          <p:cNvPr id="57" name="">
            <a:extLst xmlns:a="http://schemas.openxmlformats.org/drawingml/2006/main">
              <a:ext uri="{FF2B5EF4-FFF2-40B4-BE49-F238E27FC236}">
                <a16:creationId xmlns:a16="http://schemas.microsoft.com/office/drawing/2014/main" id="{33D2C3AB-887D-4496-A531-932B7ECF1F5D}"/>
              </a:ext>
            </a:extLst>
          </p:cNvPr>
          <p:cNvSpPr>
            <a:spLocks xmlns:a="http://schemas.openxmlformats.org/drawingml/2006/main" noGrp="1"/>
          </p:cNvSpPr>
          <p:nvPr/>
        </p:nvSpPr>
        <p:spPr>
          <a:xfrm xmlns:a="http://schemas.openxmlformats.org/drawingml/2006/main">
            <a:off x="476250" y="469582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μ = −1</a:t>
            </a:r>
          </a:p>
        </p:txBody>
      </p:sp>
      <p:sp>
        <p:nvSpPr>
          <p:cNvPr id="58" name="">
            <a:extLst xmlns:a="http://schemas.openxmlformats.org/drawingml/2006/main">
              <a:ext uri="{FF2B5EF4-FFF2-40B4-BE49-F238E27FC236}">
                <a16:creationId xmlns:a16="http://schemas.microsoft.com/office/drawing/2014/main" id="{390193B5-3988-491E-9AB2-905C1A1020BC}"/>
              </a:ext>
            </a:extLst>
          </p:cNvPr>
          <p:cNvSpPr>
            <a:spLocks xmlns:a="http://schemas.openxmlformats.org/drawingml/2006/main" noGrp="1"/>
          </p:cNvSpPr>
          <p:nvPr/>
        </p:nvSpPr>
        <p:spPr>
          <a:xfrm xmlns:a="http://schemas.openxmlformats.org/drawingml/2006/main">
            <a:off x="857250" y="49530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低 ε</a:t>
            </a:r>
          </a:p>
        </p:txBody>
      </p:sp>
      <p:sp>
        <p:nvSpPr>
          <p:cNvPr id="59" name="">
            <a:extLst xmlns:a="http://schemas.openxmlformats.org/drawingml/2006/main">
              <a:ext uri="{FF2B5EF4-FFF2-40B4-BE49-F238E27FC236}">
                <a16:creationId xmlns:a16="http://schemas.microsoft.com/office/drawing/2014/main" id="{F9523E58-600D-45BE-B085-45D775E45B3F}"/>
              </a:ext>
            </a:extLst>
          </p:cNvPr>
          <p:cNvSpPr>
            <a:spLocks xmlns:a="http://schemas.openxmlformats.org/drawingml/2006/main" noGrp="1"/>
          </p:cNvSpPr>
          <p:nvPr/>
        </p:nvSpPr>
        <p:spPr>
          <a:xfrm xmlns:a="http://schemas.openxmlformats.org/drawingml/2006/main">
            <a:off x="6286500" y="49530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r">
              <a:lnSpc>
                <a:spcPct val="102000"/>
              </a:lnSpc>
              <a:buNone/>
              <a:defRPr sz="975" b="0" i="0">
                <a:solidFill>
                  <a:srgbClr val="666666"/>
                </a:solidFill>
                <a:latin typeface="Noto Sans JP"/>
                <a:ea typeface="Noto Sans JP"/>
                <a:cs typeface="Noto Sans JP"/>
              </a:defRPr>
            </a:pPr>
            <a:r>
              <a:rPr sz="975" b="0" i="0">
                <a:solidFill>
                  <a:srgbClr val="666666"/>
                </a:solidFill>
                <a:latin typeface="Noto Sans JP"/>
                <a:ea typeface="Noto Sans JP"/>
                <a:cs typeface="Noto Sans JP"/>
              </a:rPr>
              <a:t>高 ε</a:t>
            </a:r>
          </a:p>
        </p:txBody>
      </p:sp>
      <p:sp>
        <p:nvSpPr>
          <p:cNvPr id="60" name="">
            <a:extLst xmlns:a="http://schemas.openxmlformats.org/drawingml/2006/main">
              <a:ext uri="{FF2B5EF4-FFF2-40B4-BE49-F238E27FC236}">
                <a16:creationId xmlns:a16="http://schemas.microsoft.com/office/drawing/2014/main" id="{CDDF8F2A-15FE-4D21-88AC-CD398BDF4398}"/>
              </a:ext>
            </a:extLst>
          </p:cNvPr>
          <p:cNvSpPr>
            <a:spLocks xmlns:a="http://schemas.openxmlformats.org/drawingml/2006/main" noGrp="1"/>
          </p:cNvSpPr>
          <p:nvPr/>
        </p:nvSpPr>
        <p:spPr>
          <a:xfrm xmlns:a="http://schemas.openxmlformats.org/drawingml/2006/main">
            <a:off x="1381125" y="3048000"/>
            <a:ext cx="1619250" cy="523875"/>
          </a:xfrm>
          <a:prstGeom xmlns:a="http://schemas.openxmlformats.org/drawingml/2006/main" prst="line">
            <a:avLst/>
          </a:prstGeom>
          <a:noFill xmlns:a="http://schemas.openxmlformats.org/drawingml/2006/main"/>
          <a:ln xmlns:a="http://schemas.openxmlformats.org/drawingml/2006/main" w="20955">
            <a:solidFill>
              <a:srgbClr val="6DBB20"/>
            </a:solidFill>
            <a:prstDash val="solid"/>
          </a:ln>
        </p:spPr>
      </p:sp>
      <p:sp>
        <p:nvSpPr>
          <p:cNvPr id="61" name="">
            <a:extLst xmlns:a="http://schemas.openxmlformats.org/drawingml/2006/main">
              <a:ext uri="{FF2B5EF4-FFF2-40B4-BE49-F238E27FC236}">
                <a16:creationId xmlns:a16="http://schemas.microsoft.com/office/drawing/2014/main" id="{FC6184D2-915B-4302-AF5D-3E7ACDCD0EC2}"/>
              </a:ext>
            </a:extLst>
          </p:cNvPr>
          <p:cNvSpPr>
            <a:spLocks xmlns:a="http://schemas.openxmlformats.org/drawingml/2006/main" noGrp="1"/>
          </p:cNvSpPr>
          <p:nvPr/>
        </p:nvSpPr>
        <p:spPr>
          <a:xfrm xmlns:a="http://schemas.openxmlformats.org/drawingml/2006/main">
            <a:off x="2943225" y="3514725"/>
            <a:ext cx="114300" cy="114300"/>
          </a:xfrm>
          <a:prstGeom xmlns:a="http://schemas.openxmlformats.org/drawingml/2006/main" prst="ellipse">
            <a:avLst/>
          </a:prstGeom>
          <a:solidFill xmlns:a="http://schemas.openxmlformats.org/drawingml/2006/main">
            <a:srgbClr val="6DBB20"/>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97F15FA9-B8E3-45D3-9B50-64EE8299FE62}"/>
              </a:ext>
            </a:extLst>
          </p:cNvPr>
          <p:cNvSpPr>
            <a:spLocks xmlns:a="http://schemas.openxmlformats.org/drawingml/2006/main" noGrp="1"/>
          </p:cNvSpPr>
          <p:nvPr/>
        </p:nvSpPr>
        <p:spPr>
          <a:xfrm xmlns:a="http://schemas.openxmlformats.org/drawingml/2006/main">
            <a:off x="2571750" y="3000375"/>
            <a:ext cx="1476375" cy="428625"/>
          </a:xfrm>
          <a:prstGeom xmlns:a="http://schemas.openxmlformats.org/drawingml/2006/main" prst="line">
            <a:avLst/>
          </a:prstGeom>
          <a:noFill xmlns:a="http://schemas.openxmlformats.org/drawingml/2006/main"/>
          <a:ln xmlns:a="http://schemas.openxmlformats.org/drawingml/2006/main" w="20955">
            <a:solidFill>
              <a:srgbClr val="D64045"/>
            </a:solidFill>
            <a:prstDash val="solid"/>
          </a:ln>
        </p:spPr>
      </p:sp>
      <p:sp>
        <p:nvSpPr>
          <p:cNvPr id="63" name="">
            <a:extLst xmlns:a="http://schemas.openxmlformats.org/drawingml/2006/main">
              <a:ext uri="{FF2B5EF4-FFF2-40B4-BE49-F238E27FC236}">
                <a16:creationId xmlns:a16="http://schemas.microsoft.com/office/drawing/2014/main" id="{6D6F6E38-604C-4C56-89CD-70F8ED7330E0}"/>
              </a:ext>
            </a:extLst>
          </p:cNvPr>
          <p:cNvSpPr>
            <a:spLocks xmlns:a="http://schemas.openxmlformats.org/drawingml/2006/main" noGrp="1"/>
          </p:cNvSpPr>
          <p:nvPr/>
        </p:nvSpPr>
        <p:spPr>
          <a:xfrm xmlns:a="http://schemas.openxmlformats.org/drawingml/2006/main">
            <a:off x="3990975" y="2943225"/>
            <a:ext cx="114300" cy="114300"/>
          </a:xfrm>
          <a:prstGeom xmlns:a="http://schemas.openxmlformats.org/drawingml/2006/main" prst="ellipse">
            <a:avLst/>
          </a:prstGeom>
          <a:solidFill xmlns:a="http://schemas.openxmlformats.org/drawingml/2006/main">
            <a:srgbClr val="D64045"/>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626E1A49-4CAF-4D28-9E52-E1823F601ABD}"/>
              </a:ext>
            </a:extLst>
          </p:cNvPr>
          <p:cNvSpPr>
            <a:spLocks xmlns:a="http://schemas.openxmlformats.org/drawingml/2006/main" noGrp="1"/>
          </p:cNvSpPr>
          <p:nvPr/>
        </p:nvSpPr>
        <p:spPr>
          <a:xfrm xmlns:a="http://schemas.openxmlformats.org/drawingml/2006/main">
            <a:off x="4095750" y="3857625"/>
            <a:ext cx="1571625" cy="523875"/>
          </a:xfrm>
          <a:prstGeom xmlns:a="http://schemas.openxmlformats.org/drawingml/2006/main" prst="line">
            <a:avLst/>
          </a:prstGeom>
          <a:noFill xmlns:a="http://schemas.openxmlformats.org/drawingml/2006/main"/>
          <a:ln xmlns:a="http://schemas.openxmlformats.org/drawingml/2006/main" w="20955">
            <a:solidFill>
              <a:srgbClr val="6DBB20"/>
            </a:solidFill>
            <a:prstDash val="solid"/>
          </a:ln>
        </p:spPr>
      </p:sp>
      <p:sp>
        <p:nvSpPr>
          <p:cNvPr id="65" name="">
            <a:extLst xmlns:a="http://schemas.openxmlformats.org/drawingml/2006/main">
              <a:ext uri="{FF2B5EF4-FFF2-40B4-BE49-F238E27FC236}">
                <a16:creationId xmlns:a16="http://schemas.microsoft.com/office/drawing/2014/main" id="{9E62F8B8-90A1-49F9-9CAF-F7B17F8EE284}"/>
              </a:ext>
            </a:extLst>
          </p:cNvPr>
          <p:cNvSpPr>
            <a:spLocks xmlns:a="http://schemas.openxmlformats.org/drawingml/2006/main" noGrp="1"/>
          </p:cNvSpPr>
          <p:nvPr/>
        </p:nvSpPr>
        <p:spPr>
          <a:xfrm xmlns:a="http://schemas.openxmlformats.org/drawingml/2006/main">
            <a:off x="5610225" y="4324350"/>
            <a:ext cx="114300" cy="114300"/>
          </a:xfrm>
          <a:prstGeom xmlns:a="http://schemas.openxmlformats.org/drawingml/2006/main" prst="ellipse">
            <a:avLst/>
          </a:prstGeom>
          <a:solidFill xmlns:a="http://schemas.openxmlformats.org/drawingml/2006/main">
            <a:srgbClr val="6DBB20"/>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B1BAF437-2F1E-420C-8EEE-AAC0BA7C9A65}"/>
              </a:ext>
            </a:extLst>
          </p:cNvPr>
          <p:cNvSpPr>
            <a:spLocks xmlns:a="http://schemas.openxmlformats.org/drawingml/2006/main" noGrp="1"/>
          </p:cNvSpPr>
          <p:nvPr/>
        </p:nvSpPr>
        <p:spPr>
          <a:xfrm xmlns:a="http://schemas.openxmlformats.org/drawingml/2006/main">
            <a:off x="5286375" y="3000375"/>
            <a:ext cx="1190625" cy="619125"/>
          </a:xfrm>
          <a:prstGeom xmlns:a="http://schemas.openxmlformats.org/drawingml/2006/main" prst="line">
            <a:avLst/>
          </a:prstGeom>
          <a:noFill xmlns:a="http://schemas.openxmlformats.org/drawingml/2006/main"/>
          <a:ln xmlns:a="http://schemas.openxmlformats.org/drawingml/2006/main" w="20955">
            <a:solidFill>
              <a:srgbClr val="D64045"/>
            </a:solidFill>
            <a:prstDash val="solid"/>
          </a:ln>
        </p:spPr>
      </p:sp>
      <p:sp>
        <p:nvSpPr>
          <p:cNvPr id="67" name="">
            <a:extLst xmlns:a="http://schemas.openxmlformats.org/drawingml/2006/main">
              <a:ext uri="{FF2B5EF4-FFF2-40B4-BE49-F238E27FC236}">
                <a16:creationId xmlns:a16="http://schemas.microsoft.com/office/drawing/2014/main" id="{3A8EB4AB-840C-4D6E-BB35-71B3C1E509D8}"/>
              </a:ext>
            </a:extLst>
          </p:cNvPr>
          <p:cNvSpPr>
            <a:spLocks xmlns:a="http://schemas.openxmlformats.org/drawingml/2006/main" noGrp="1"/>
          </p:cNvSpPr>
          <p:nvPr/>
        </p:nvSpPr>
        <p:spPr>
          <a:xfrm xmlns:a="http://schemas.openxmlformats.org/drawingml/2006/main">
            <a:off x="6419850" y="3562350"/>
            <a:ext cx="114300" cy="114300"/>
          </a:xfrm>
          <a:prstGeom xmlns:a="http://schemas.openxmlformats.org/drawingml/2006/main" prst="ellipse">
            <a:avLst/>
          </a:prstGeom>
          <a:solidFill xmlns:a="http://schemas.openxmlformats.org/drawingml/2006/main">
            <a:srgbClr val="D64045"/>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0C2AA545-164A-4084-BDD3-88B0B1EEF193}"/>
              </a:ext>
            </a:extLst>
          </p:cNvPr>
          <p:cNvSpPr>
            <a:spLocks xmlns:a="http://schemas.openxmlformats.org/drawingml/2006/main" noGrp="1"/>
          </p:cNvSpPr>
          <p:nvPr/>
        </p:nvSpPr>
        <p:spPr>
          <a:xfrm xmlns:a="http://schemas.openxmlformats.org/drawingml/2006/main">
            <a:off x="1000125" y="5286375"/>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241646"/>
                </a:solidFill>
                <a:latin typeface="Noto Sans JP"/>
                <a:ea typeface="Noto Sans JP"/>
                <a:cs typeface="Noto Sans JP"/>
              </a:defRPr>
            </a:pPr>
            <a:r>
              <a:rPr sz="1200" b="1" i="0">
                <a:solidFill>
                  <a:srgbClr val="241646"/>
                </a:solidFill>
                <a:latin typeface="Noto Sans JP"/>
                <a:ea typeface="Noto Sans JP"/>
                <a:cs typeface="Noto Sans JP"/>
              </a:rPr>
              <a:t>セル質量を電場加速・角度散乱・非弾性衝突で別セルへ移す</a:t>
            </a:r>
          </a:p>
        </p:txBody>
      </p:sp>
      <p:sp>
        <p:nvSpPr>
          <p:cNvPr id="69" name="">
            <a:extLst xmlns:a="http://schemas.openxmlformats.org/drawingml/2006/main">
              <a:ext uri="{FF2B5EF4-FFF2-40B4-BE49-F238E27FC236}">
                <a16:creationId xmlns:a16="http://schemas.microsoft.com/office/drawing/2014/main" id="{F1EBE3D6-6BF3-4012-812C-6C9EDCCF8E1E}"/>
              </a:ext>
            </a:extLst>
          </p:cNvPr>
          <p:cNvSpPr>
            <a:spLocks xmlns:a="http://schemas.openxmlformats.org/drawingml/2006/main" noGrp="1"/>
          </p:cNvSpPr>
          <p:nvPr/>
        </p:nvSpPr>
        <p:spPr>
          <a:xfrm xmlns:a="http://schemas.openxmlformats.org/drawingml/2006/main">
            <a:off x="7620000" y="2476500"/>
            <a:ext cx="1238250" cy="34290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離散化</a:t>
            </a:r>
          </a:p>
        </p:txBody>
      </p:sp>
      <p:sp>
        <p:nvSpPr>
          <p:cNvPr id="70" name="">
            <a:extLst xmlns:a="http://schemas.openxmlformats.org/drawingml/2006/main">
              <a:ext uri="{FF2B5EF4-FFF2-40B4-BE49-F238E27FC236}">
                <a16:creationId xmlns:a16="http://schemas.microsoft.com/office/drawing/2014/main" id="{83C848FE-96E7-4499-8BB0-04689572BE18}"/>
              </a:ext>
            </a:extLst>
          </p:cNvPr>
          <p:cNvSpPr>
            <a:spLocks xmlns:a="http://schemas.openxmlformats.org/drawingml/2006/main" noGrp="1"/>
          </p:cNvSpPr>
          <p:nvPr/>
        </p:nvSpPr>
        <p:spPr>
          <a:xfrm xmlns:a="http://schemas.openxmlformats.org/drawingml/2006/main">
            <a:off x="9001125" y="240030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エネルギー ε × 角度余弦 μ の有限体積</a:t>
            </a:r>
          </a:p>
        </p:txBody>
      </p:sp>
      <p:sp>
        <p:nvSpPr>
          <p:cNvPr id="71" name="">
            <a:extLst xmlns:a="http://schemas.openxmlformats.org/drawingml/2006/main">
              <a:ext uri="{FF2B5EF4-FFF2-40B4-BE49-F238E27FC236}">
                <a16:creationId xmlns:a16="http://schemas.microsoft.com/office/drawing/2014/main" id="{D24CF5C2-B7CE-4623-B77B-8FC1F0116A97}"/>
              </a:ext>
            </a:extLst>
          </p:cNvPr>
          <p:cNvSpPr>
            <a:spLocks xmlns:a="http://schemas.openxmlformats.org/drawingml/2006/main" noGrp="1"/>
          </p:cNvSpPr>
          <p:nvPr/>
        </p:nvSpPr>
        <p:spPr>
          <a:xfrm xmlns:a="http://schemas.openxmlformats.org/drawingml/2006/main">
            <a:off x="7620000" y="3181350"/>
            <a:ext cx="1238250" cy="34290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遷移作用素</a:t>
            </a:r>
          </a:p>
        </p:txBody>
      </p:sp>
      <p:sp>
        <p:nvSpPr>
          <p:cNvPr id="72" name="">
            <a:extLst xmlns:a="http://schemas.openxmlformats.org/drawingml/2006/main">
              <a:ext uri="{FF2B5EF4-FFF2-40B4-BE49-F238E27FC236}">
                <a16:creationId xmlns:a16="http://schemas.microsoft.com/office/drawing/2014/main" id="{D2C98FEB-FAF4-4107-89D8-A756025BACF9}"/>
              </a:ext>
            </a:extLst>
          </p:cNvPr>
          <p:cNvSpPr>
            <a:spLocks xmlns:a="http://schemas.openxmlformats.org/drawingml/2006/main" noGrp="1"/>
          </p:cNvSpPr>
          <p:nvPr/>
        </p:nvSpPr>
        <p:spPr>
          <a:xfrm xmlns:a="http://schemas.openxmlformats.org/drawingml/2006/main">
            <a:off x="9001125" y="31051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薄い時間区間の正値な確率移動行列を構成</a:t>
            </a:r>
          </a:p>
        </p:txBody>
      </p:sp>
      <p:sp>
        <p:nvSpPr>
          <p:cNvPr id="73" name="">
            <a:extLst xmlns:a="http://schemas.openxmlformats.org/drawingml/2006/main">
              <a:ext uri="{FF2B5EF4-FFF2-40B4-BE49-F238E27FC236}">
                <a16:creationId xmlns:a16="http://schemas.microsoft.com/office/drawing/2014/main" id="{83F4D6C1-13CC-4934-AF20-83CCA6FD7A31}"/>
              </a:ext>
            </a:extLst>
          </p:cNvPr>
          <p:cNvSpPr>
            <a:spLocks xmlns:a="http://schemas.openxmlformats.org/drawingml/2006/main" noGrp="1"/>
          </p:cNvSpPr>
          <p:nvPr/>
        </p:nvSpPr>
        <p:spPr>
          <a:xfrm xmlns:a="http://schemas.openxmlformats.org/drawingml/2006/main">
            <a:off x="7620000" y="3886200"/>
            <a:ext cx="1238250" cy="34290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衝突閾値</a:t>
            </a:r>
          </a:p>
        </p:txBody>
      </p:sp>
      <p:sp>
        <p:nvSpPr>
          <p:cNvPr id="74" name="">
            <a:extLst xmlns:a="http://schemas.openxmlformats.org/drawingml/2006/main">
              <a:ext uri="{FF2B5EF4-FFF2-40B4-BE49-F238E27FC236}">
                <a16:creationId xmlns:a16="http://schemas.microsoft.com/office/drawing/2014/main" id="{D27009DE-B7FF-491A-BB16-CE3E0E5F7D49}"/>
              </a:ext>
            </a:extLst>
          </p:cNvPr>
          <p:cNvSpPr>
            <a:spLocks xmlns:a="http://schemas.openxmlformats.org/drawingml/2006/main" noGrp="1"/>
          </p:cNvSpPr>
          <p:nvPr/>
        </p:nvSpPr>
        <p:spPr>
          <a:xfrm xmlns:a="http://schemas.openxmlformats.org/drawingml/2006/main">
            <a:off x="9001125" y="381000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セル面に閾値を追加し、高エネルギー尾部を必要範囲まで延長</a:t>
            </a:r>
          </a:p>
        </p:txBody>
      </p:sp>
      <p:sp>
        <p:nvSpPr>
          <p:cNvPr id="75" name="">
            <a:extLst xmlns:a="http://schemas.openxmlformats.org/drawingml/2006/main">
              <a:ext uri="{FF2B5EF4-FFF2-40B4-BE49-F238E27FC236}">
                <a16:creationId xmlns:a16="http://schemas.microsoft.com/office/drawing/2014/main" id="{F2621F38-018C-4BE9-8FEF-F21B060C9739}"/>
              </a:ext>
            </a:extLst>
          </p:cNvPr>
          <p:cNvSpPr>
            <a:spLocks xmlns:a="http://schemas.openxmlformats.org/drawingml/2006/main" noGrp="1"/>
          </p:cNvSpPr>
          <p:nvPr/>
        </p:nvSpPr>
        <p:spPr>
          <a:xfrm xmlns:a="http://schemas.openxmlformats.org/drawingml/2006/main">
            <a:off x="7620000" y="4591050"/>
            <a:ext cx="1238250" cy="342900"/>
          </a:xfrm>
          <a:prstGeom xmlns:a="http://schemas.openxmlformats.org/drawingml/2006/main" prst="rect">
            <a:avLst/>
          </a:prstGeom>
          <a:solidFill xmlns:a="http://schemas.openxmlformats.org/drawingml/2006/main">
            <a:srgbClr val="E9F7FB"/>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008DB6"/>
                </a:solidFill>
                <a:latin typeface="Noto Sans JP"/>
                <a:ea typeface="Noto Sans JP"/>
                <a:cs typeface="Noto Sans JP"/>
              </a:defRPr>
            </a:pPr>
            <a:r>
              <a:rPr sz="1275" b="1" i="0">
                <a:solidFill>
                  <a:srgbClr val="008DB6"/>
                </a:solidFill>
                <a:latin typeface="Noto Sans JP"/>
                <a:ea typeface="Noto Sans JP"/>
                <a:cs typeface="Noto Sans JP"/>
              </a:rPr>
              <a:t>角度モデル</a:t>
            </a:r>
          </a:p>
        </p:txBody>
      </p:sp>
      <p:sp>
        <p:nvSpPr>
          <p:cNvPr id="76" name="">
            <a:extLst xmlns:a="http://schemas.openxmlformats.org/drawingml/2006/main">
              <a:ext uri="{FF2B5EF4-FFF2-40B4-BE49-F238E27FC236}">
                <a16:creationId xmlns:a16="http://schemas.microsoft.com/office/drawing/2014/main" id="{D0AB80A7-B2DB-4880-A0AC-5A63E892068D}"/>
              </a:ext>
            </a:extLst>
          </p:cNvPr>
          <p:cNvSpPr>
            <a:spLocks xmlns:a="http://schemas.openxmlformats.org/drawingml/2006/main" noGrp="1"/>
          </p:cNvSpPr>
          <p:nvPr/>
        </p:nvSpPr>
        <p:spPr>
          <a:xfrm xmlns:a="http://schemas.openxmlformats.org/drawingml/2006/main">
            <a:off x="9001125" y="45148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現行実装はP1衝突閉包。B=0の一様DC</a:t>
            </a:r>
          </a:p>
        </p:txBody>
      </p:sp>
      <p:sp>
        <p:nvSpPr>
          <p:cNvPr id="77" name="takeaway-bullet">
            <a:extLst xmlns:a="http://schemas.openxmlformats.org/drawingml/2006/main">
              <a:ext uri="{FF2B5EF4-FFF2-40B4-BE49-F238E27FC236}">
                <a16:creationId xmlns:a16="http://schemas.microsoft.com/office/drawing/2014/main" id="{2A198EF3-1090-4365-847D-55F09B4ACC22}"/>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8" name="takeaway">
            <a:extLst xmlns:a="http://schemas.openxmlformats.org/drawingml/2006/main">
              <a:ext uri="{FF2B5EF4-FFF2-40B4-BE49-F238E27FC236}">
                <a16:creationId xmlns:a16="http://schemas.microsoft.com/office/drawing/2014/main" id="{0E58D3AC-F422-411D-B020-6E3954B05818}"/>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確率質量を直接移送するため負のEEDFを作りにくく、Monte Carloとは異なる決定論的検算になる。</a:t>
            </a:r>
          </a:p>
        </p:txBody>
      </p:sp>
      <p:sp>
        <p:nvSpPr>
          <p:cNvPr id="79" name="section">
            <a:extLst xmlns:a="http://schemas.openxmlformats.org/drawingml/2006/main">
              <a:ext uri="{FF2B5EF4-FFF2-40B4-BE49-F238E27FC236}">
                <a16:creationId xmlns:a16="http://schemas.microsoft.com/office/drawing/2014/main" id="{182F2FE0-9191-4894-B027-9CD9B8615BB0}"/>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
        <p:nvSpPr>
          <p:cNvPr id="80" name="footer">
            <a:extLst xmlns:a="http://schemas.openxmlformats.org/drawingml/2006/main">
              <a:ext uri="{FF2B5EF4-FFF2-40B4-BE49-F238E27FC236}">
                <a16:creationId xmlns:a16="http://schemas.microsoft.com/office/drawing/2014/main" id="{B4ED2C14-A0E6-44EB-A449-D638AAB8B81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1" name="page">
            <a:extLst xmlns:a="http://schemas.openxmlformats.org/drawingml/2006/main">
              <a:ext uri="{FF2B5EF4-FFF2-40B4-BE49-F238E27FC236}">
                <a16:creationId xmlns:a16="http://schemas.microsoft.com/office/drawing/2014/main" id="{56552CE5-448E-48FE-9152-AFB989AE19E2}"/>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20</a:t>
            </a:r>
          </a:p>
        </p:txBody>
      </p:sp>
    </p:spTree>
    <p:extLst>
      <p:ext uri="{BB962C8B-B14F-4D97-AF65-F5344CB8AC3E}">
        <p14:creationId xmlns:p14="http://schemas.microsoft.com/office/powerpoint/2010/main" val="17737429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B6BCEFA-C60C-4679-B80B-22761D8885B6}"/>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Propagator法 2/3：定常分布を求める</a:t>
            </a:r>
          </a:p>
        </p:txBody>
      </p:sp>
      <p:sp>
        <p:nvSpPr>
          <p:cNvPr id="3" name="">
            <a:extLst xmlns:a="http://schemas.openxmlformats.org/drawingml/2006/main">
              <a:ext uri="{FF2B5EF4-FFF2-40B4-BE49-F238E27FC236}">
                <a16:creationId xmlns:a16="http://schemas.microsoft.com/office/drawing/2014/main" id="{B62783CA-A7C6-489A-8C58-FD17B48FEC08}"/>
              </a:ext>
            </a:extLst>
          </p:cNvPr>
          <p:cNvSpPr>
            <a:spLocks xmlns:a="http://schemas.openxmlformats.org/drawingml/2006/main" noGrp="1"/>
          </p:cNvSpPr>
          <p:nvPr/>
        </p:nvSpPr>
        <p:spPr>
          <a:xfrm xmlns:a="http://schemas.openxmlformats.org/drawingml/2006/main">
            <a:off x="2095500" y="1333500"/>
            <a:ext cx="1143000" cy="6667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定常条件</a:t>
            </a:r>
          </a:p>
        </p:txBody>
      </p:sp>
      <p:sp>
        <p:nvSpPr>
          <p:cNvPr id="4" name="">
            <a:extLst xmlns:a="http://schemas.openxmlformats.org/drawingml/2006/main">
              <a:ext uri="{FF2B5EF4-FFF2-40B4-BE49-F238E27FC236}">
                <a16:creationId xmlns:a16="http://schemas.microsoft.com/office/drawing/2014/main" id="{C4B0AD78-6965-4105-AC7B-AAB2F9D7C9D0}"/>
              </a:ext>
            </a:extLst>
          </p:cNvPr>
          <p:cNvSpPr>
            <a:spLocks xmlns:a="http://schemas.openxmlformats.org/drawingml/2006/main" noGrp="1"/>
          </p:cNvSpPr>
          <p:nvPr/>
        </p:nvSpPr>
        <p:spPr>
          <a:xfrm xmlns:a="http://schemas.openxmlformats.org/drawingml/2006/main">
            <a:off x="3238500" y="1333500"/>
            <a:ext cx="6858000" cy="6667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R(g*) p* = p* ,    Σᵢⱼ p*ᵢⱼ = 1</a:t>
            </a:r>
          </a:p>
        </p:txBody>
      </p:sp>
      <p:sp>
        <p:nvSpPr>
          <p:cNvPr id="5" name="">
            <a:extLst xmlns:a="http://schemas.openxmlformats.org/drawingml/2006/main">
              <a:ext uri="{FF2B5EF4-FFF2-40B4-BE49-F238E27FC236}">
                <a16:creationId xmlns:a16="http://schemas.microsoft.com/office/drawing/2014/main" id="{A4A4BA0F-62B8-4520-B8CB-217F27A2CC06}"/>
              </a:ext>
            </a:extLst>
          </p:cNvPr>
          <p:cNvSpPr>
            <a:spLocks xmlns:a="http://schemas.openxmlformats.org/drawingml/2006/main" noGrp="1"/>
          </p:cNvSpPr>
          <p:nvPr/>
        </p:nvSpPr>
        <p:spPr>
          <a:xfrm xmlns:a="http://schemas.openxmlformats.org/drawingml/2006/main">
            <a:off x="714375" y="2619375"/>
            <a:ext cx="2381250" cy="2000250"/>
          </a:xfrm>
          <a:prstGeom xmlns:a="http://schemas.openxmlformats.org/drawingml/2006/main" prst="rect">
            <a:avLst/>
          </a:prstGeom>
          <a:solidFill xmlns:a="http://schemas.openxmlformats.org/drawingml/2006/main">
            <a:srgbClr val="F2F3F4"/>
          </a:solidFill>
          <a:ln xmlns:a="http://schemas.openxmlformats.org/drawingml/2006/main" w="9525">
            <a:solidFill>
              <a:srgbClr val="B6C0C5"/>
            </a:solidFill>
            <a:prstDash val="solid"/>
          </a:ln>
        </p:spPr>
      </p:sp>
      <p:sp>
        <p:nvSpPr>
          <p:cNvPr id="6" name="">
            <a:extLst xmlns:a="http://schemas.openxmlformats.org/drawingml/2006/main">
              <a:ext uri="{FF2B5EF4-FFF2-40B4-BE49-F238E27FC236}">
                <a16:creationId xmlns:a16="http://schemas.microsoft.com/office/drawing/2014/main" id="{7AA68AA2-458B-46D3-9BC0-75B3EECE0F6D}"/>
              </a:ext>
            </a:extLst>
          </p:cNvPr>
          <p:cNvSpPr>
            <a:spLocks xmlns:a="http://schemas.openxmlformats.org/drawingml/2006/main" noGrp="1"/>
          </p:cNvSpPr>
          <p:nvPr/>
        </p:nvSpPr>
        <p:spPr>
          <a:xfrm xmlns:a="http://schemas.openxmlformats.org/drawingml/2006/main">
            <a:off x="1000125" y="28575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7" name="">
            <a:extLst xmlns:a="http://schemas.openxmlformats.org/drawingml/2006/main">
              <a:ext uri="{FF2B5EF4-FFF2-40B4-BE49-F238E27FC236}">
                <a16:creationId xmlns:a16="http://schemas.microsoft.com/office/drawing/2014/main" id="{A94EA0FB-EE94-4DE4-85CB-03AD0311FEC0}"/>
              </a:ext>
            </a:extLst>
          </p:cNvPr>
          <p:cNvSpPr>
            <a:spLocks xmlns:a="http://schemas.openxmlformats.org/drawingml/2006/main" noGrp="1"/>
          </p:cNvSpPr>
          <p:nvPr/>
        </p:nvSpPr>
        <p:spPr>
          <a:xfrm xmlns:a="http://schemas.openxmlformats.org/drawingml/2006/main">
            <a:off x="1266825" y="28575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8" name="">
            <a:extLst xmlns:a="http://schemas.openxmlformats.org/drawingml/2006/main">
              <a:ext uri="{FF2B5EF4-FFF2-40B4-BE49-F238E27FC236}">
                <a16:creationId xmlns:a16="http://schemas.microsoft.com/office/drawing/2014/main" id="{62B3A41F-8D90-4893-AE27-44DDF1D1E18A}"/>
              </a:ext>
            </a:extLst>
          </p:cNvPr>
          <p:cNvSpPr>
            <a:spLocks xmlns:a="http://schemas.openxmlformats.org/drawingml/2006/main" noGrp="1"/>
          </p:cNvSpPr>
          <p:nvPr/>
        </p:nvSpPr>
        <p:spPr>
          <a:xfrm xmlns:a="http://schemas.openxmlformats.org/drawingml/2006/main">
            <a:off x="1533525" y="28575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9" name="">
            <a:extLst xmlns:a="http://schemas.openxmlformats.org/drawingml/2006/main">
              <a:ext uri="{FF2B5EF4-FFF2-40B4-BE49-F238E27FC236}">
                <a16:creationId xmlns:a16="http://schemas.microsoft.com/office/drawing/2014/main" id="{4781DFB6-AD19-49E8-A993-0C96B2F12DBE}"/>
              </a:ext>
            </a:extLst>
          </p:cNvPr>
          <p:cNvSpPr>
            <a:spLocks xmlns:a="http://schemas.openxmlformats.org/drawingml/2006/main" noGrp="1"/>
          </p:cNvSpPr>
          <p:nvPr/>
        </p:nvSpPr>
        <p:spPr>
          <a:xfrm xmlns:a="http://schemas.openxmlformats.org/drawingml/2006/main">
            <a:off x="1800225" y="28575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0" name="">
            <a:extLst xmlns:a="http://schemas.openxmlformats.org/drawingml/2006/main">
              <a:ext uri="{FF2B5EF4-FFF2-40B4-BE49-F238E27FC236}">
                <a16:creationId xmlns:a16="http://schemas.microsoft.com/office/drawing/2014/main" id="{A5F5650E-452C-43A4-883F-5E8A69D3BD85}"/>
              </a:ext>
            </a:extLst>
          </p:cNvPr>
          <p:cNvSpPr>
            <a:spLocks xmlns:a="http://schemas.openxmlformats.org/drawingml/2006/main" noGrp="1"/>
          </p:cNvSpPr>
          <p:nvPr/>
        </p:nvSpPr>
        <p:spPr>
          <a:xfrm xmlns:a="http://schemas.openxmlformats.org/drawingml/2006/main">
            <a:off x="2066925" y="28575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1" name="">
            <a:extLst xmlns:a="http://schemas.openxmlformats.org/drawingml/2006/main">
              <a:ext uri="{FF2B5EF4-FFF2-40B4-BE49-F238E27FC236}">
                <a16:creationId xmlns:a16="http://schemas.microsoft.com/office/drawing/2014/main" id="{1CA72AB2-408D-4AE8-B4CE-843A773906F0}"/>
              </a:ext>
            </a:extLst>
          </p:cNvPr>
          <p:cNvSpPr>
            <a:spLocks xmlns:a="http://schemas.openxmlformats.org/drawingml/2006/main" noGrp="1"/>
          </p:cNvSpPr>
          <p:nvPr/>
        </p:nvSpPr>
        <p:spPr>
          <a:xfrm xmlns:a="http://schemas.openxmlformats.org/drawingml/2006/main">
            <a:off x="2333625" y="28575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2" name="">
            <a:extLst xmlns:a="http://schemas.openxmlformats.org/drawingml/2006/main">
              <a:ext uri="{FF2B5EF4-FFF2-40B4-BE49-F238E27FC236}">
                <a16:creationId xmlns:a16="http://schemas.microsoft.com/office/drawing/2014/main" id="{79BC72BB-8B1A-41B5-8AA5-3A1E787550EB}"/>
              </a:ext>
            </a:extLst>
          </p:cNvPr>
          <p:cNvSpPr>
            <a:spLocks xmlns:a="http://schemas.openxmlformats.org/drawingml/2006/main" noGrp="1"/>
          </p:cNvSpPr>
          <p:nvPr/>
        </p:nvSpPr>
        <p:spPr>
          <a:xfrm xmlns:a="http://schemas.openxmlformats.org/drawingml/2006/main">
            <a:off x="1000125" y="31242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13" name="">
            <a:extLst xmlns:a="http://schemas.openxmlformats.org/drawingml/2006/main">
              <a:ext uri="{FF2B5EF4-FFF2-40B4-BE49-F238E27FC236}">
                <a16:creationId xmlns:a16="http://schemas.microsoft.com/office/drawing/2014/main" id="{058B5F21-C325-49F5-A736-3655E3786EF4}"/>
              </a:ext>
            </a:extLst>
          </p:cNvPr>
          <p:cNvSpPr>
            <a:spLocks xmlns:a="http://schemas.openxmlformats.org/drawingml/2006/main" noGrp="1"/>
          </p:cNvSpPr>
          <p:nvPr/>
        </p:nvSpPr>
        <p:spPr>
          <a:xfrm xmlns:a="http://schemas.openxmlformats.org/drawingml/2006/main">
            <a:off x="1266825" y="31242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14" name="">
            <a:extLst xmlns:a="http://schemas.openxmlformats.org/drawingml/2006/main">
              <a:ext uri="{FF2B5EF4-FFF2-40B4-BE49-F238E27FC236}">
                <a16:creationId xmlns:a16="http://schemas.microsoft.com/office/drawing/2014/main" id="{071C01AE-454F-4C73-A8B6-FB308D8F8BC1}"/>
              </a:ext>
            </a:extLst>
          </p:cNvPr>
          <p:cNvSpPr>
            <a:spLocks xmlns:a="http://schemas.openxmlformats.org/drawingml/2006/main" noGrp="1"/>
          </p:cNvSpPr>
          <p:nvPr/>
        </p:nvSpPr>
        <p:spPr>
          <a:xfrm xmlns:a="http://schemas.openxmlformats.org/drawingml/2006/main">
            <a:off x="1533525" y="31242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15" name="">
            <a:extLst xmlns:a="http://schemas.openxmlformats.org/drawingml/2006/main">
              <a:ext uri="{FF2B5EF4-FFF2-40B4-BE49-F238E27FC236}">
                <a16:creationId xmlns:a16="http://schemas.microsoft.com/office/drawing/2014/main" id="{B8A91D49-F9AB-486A-B04B-0140DA8B96FB}"/>
              </a:ext>
            </a:extLst>
          </p:cNvPr>
          <p:cNvSpPr>
            <a:spLocks xmlns:a="http://schemas.openxmlformats.org/drawingml/2006/main" noGrp="1"/>
          </p:cNvSpPr>
          <p:nvPr/>
        </p:nvSpPr>
        <p:spPr>
          <a:xfrm xmlns:a="http://schemas.openxmlformats.org/drawingml/2006/main">
            <a:off x="1800225" y="31242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6" name="">
            <a:extLst xmlns:a="http://schemas.openxmlformats.org/drawingml/2006/main">
              <a:ext uri="{FF2B5EF4-FFF2-40B4-BE49-F238E27FC236}">
                <a16:creationId xmlns:a16="http://schemas.microsoft.com/office/drawing/2014/main" id="{F89C6962-840C-433E-B84C-4DFDDD6E590A}"/>
              </a:ext>
            </a:extLst>
          </p:cNvPr>
          <p:cNvSpPr>
            <a:spLocks xmlns:a="http://schemas.openxmlformats.org/drawingml/2006/main" noGrp="1"/>
          </p:cNvSpPr>
          <p:nvPr/>
        </p:nvSpPr>
        <p:spPr>
          <a:xfrm xmlns:a="http://schemas.openxmlformats.org/drawingml/2006/main">
            <a:off x="2066925" y="31242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7" name="">
            <a:extLst xmlns:a="http://schemas.openxmlformats.org/drawingml/2006/main">
              <a:ext uri="{FF2B5EF4-FFF2-40B4-BE49-F238E27FC236}">
                <a16:creationId xmlns:a16="http://schemas.microsoft.com/office/drawing/2014/main" id="{BA165B71-9FD2-4D70-AB8A-FCA1C86B25B0}"/>
              </a:ext>
            </a:extLst>
          </p:cNvPr>
          <p:cNvSpPr>
            <a:spLocks xmlns:a="http://schemas.openxmlformats.org/drawingml/2006/main" noGrp="1"/>
          </p:cNvSpPr>
          <p:nvPr/>
        </p:nvSpPr>
        <p:spPr>
          <a:xfrm xmlns:a="http://schemas.openxmlformats.org/drawingml/2006/main">
            <a:off x="2333625" y="31242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8" name="">
            <a:extLst xmlns:a="http://schemas.openxmlformats.org/drawingml/2006/main">
              <a:ext uri="{FF2B5EF4-FFF2-40B4-BE49-F238E27FC236}">
                <a16:creationId xmlns:a16="http://schemas.microsoft.com/office/drawing/2014/main" id="{19B2E152-696D-42A3-849E-A65F513D3F02}"/>
              </a:ext>
            </a:extLst>
          </p:cNvPr>
          <p:cNvSpPr>
            <a:spLocks xmlns:a="http://schemas.openxmlformats.org/drawingml/2006/main" noGrp="1"/>
          </p:cNvSpPr>
          <p:nvPr/>
        </p:nvSpPr>
        <p:spPr>
          <a:xfrm xmlns:a="http://schemas.openxmlformats.org/drawingml/2006/main">
            <a:off x="1000125" y="33909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19" name="">
            <a:extLst xmlns:a="http://schemas.openxmlformats.org/drawingml/2006/main">
              <a:ext uri="{FF2B5EF4-FFF2-40B4-BE49-F238E27FC236}">
                <a16:creationId xmlns:a16="http://schemas.microsoft.com/office/drawing/2014/main" id="{9075B3DA-7E0C-4F56-B5ED-A11B8E298056}"/>
              </a:ext>
            </a:extLst>
          </p:cNvPr>
          <p:cNvSpPr>
            <a:spLocks xmlns:a="http://schemas.openxmlformats.org/drawingml/2006/main" noGrp="1"/>
          </p:cNvSpPr>
          <p:nvPr/>
        </p:nvSpPr>
        <p:spPr>
          <a:xfrm xmlns:a="http://schemas.openxmlformats.org/drawingml/2006/main">
            <a:off x="1266825" y="33909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20" name="">
            <a:extLst xmlns:a="http://schemas.openxmlformats.org/drawingml/2006/main">
              <a:ext uri="{FF2B5EF4-FFF2-40B4-BE49-F238E27FC236}">
                <a16:creationId xmlns:a16="http://schemas.microsoft.com/office/drawing/2014/main" id="{66DBCE06-4B9D-46F2-A6B6-432DAC313F23}"/>
              </a:ext>
            </a:extLst>
          </p:cNvPr>
          <p:cNvSpPr>
            <a:spLocks xmlns:a="http://schemas.openxmlformats.org/drawingml/2006/main" noGrp="1"/>
          </p:cNvSpPr>
          <p:nvPr/>
        </p:nvSpPr>
        <p:spPr>
          <a:xfrm xmlns:a="http://schemas.openxmlformats.org/drawingml/2006/main">
            <a:off x="1533525" y="33909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21" name="">
            <a:extLst xmlns:a="http://schemas.openxmlformats.org/drawingml/2006/main">
              <a:ext uri="{FF2B5EF4-FFF2-40B4-BE49-F238E27FC236}">
                <a16:creationId xmlns:a16="http://schemas.microsoft.com/office/drawing/2014/main" id="{4C22A0B5-3C3E-47F0-B1BD-07CDF04EBEA7}"/>
              </a:ext>
            </a:extLst>
          </p:cNvPr>
          <p:cNvSpPr>
            <a:spLocks xmlns:a="http://schemas.openxmlformats.org/drawingml/2006/main" noGrp="1"/>
          </p:cNvSpPr>
          <p:nvPr/>
        </p:nvSpPr>
        <p:spPr>
          <a:xfrm xmlns:a="http://schemas.openxmlformats.org/drawingml/2006/main">
            <a:off x="1800225" y="33909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22" name="">
            <a:extLst xmlns:a="http://schemas.openxmlformats.org/drawingml/2006/main">
              <a:ext uri="{FF2B5EF4-FFF2-40B4-BE49-F238E27FC236}">
                <a16:creationId xmlns:a16="http://schemas.microsoft.com/office/drawing/2014/main" id="{87326DC8-C978-4D76-A776-01F27A7AC068}"/>
              </a:ext>
            </a:extLst>
          </p:cNvPr>
          <p:cNvSpPr>
            <a:spLocks xmlns:a="http://schemas.openxmlformats.org/drawingml/2006/main" noGrp="1"/>
          </p:cNvSpPr>
          <p:nvPr/>
        </p:nvSpPr>
        <p:spPr>
          <a:xfrm xmlns:a="http://schemas.openxmlformats.org/drawingml/2006/main">
            <a:off x="2066925" y="33909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23" name="">
            <a:extLst xmlns:a="http://schemas.openxmlformats.org/drawingml/2006/main">
              <a:ext uri="{FF2B5EF4-FFF2-40B4-BE49-F238E27FC236}">
                <a16:creationId xmlns:a16="http://schemas.microsoft.com/office/drawing/2014/main" id="{D9B7077D-D542-497E-98A0-A96E4E307BEC}"/>
              </a:ext>
            </a:extLst>
          </p:cNvPr>
          <p:cNvSpPr>
            <a:spLocks xmlns:a="http://schemas.openxmlformats.org/drawingml/2006/main" noGrp="1"/>
          </p:cNvSpPr>
          <p:nvPr/>
        </p:nvSpPr>
        <p:spPr>
          <a:xfrm xmlns:a="http://schemas.openxmlformats.org/drawingml/2006/main">
            <a:off x="2333625" y="33909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24" name="">
            <a:extLst xmlns:a="http://schemas.openxmlformats.org/drawingml/2006/main">
              <a:ext uri="{FF2B5EF4-FFF2-40B4-BE49-F238E27FC236}">
                <a16:creationId xmlns:a16="http://schemas.microsoft.com/office/drawing/2014/main" id="{2C956CD0-3E6F-4146-A9DE-1A07D2C9C324}"/>
              </a:ext>
            </a:extLst>
          </p:cNvPr>
          <p:cNvSpPr>
            <a:spLocks xmlns:a="http://schemas.openxmlformats.org/drawingml/2006/main" noGrp="1"/>
          </p:cNvSpPr>
          <p:nvPr/>
        </p:nvSpPr>
        <p:spPr>
          <a:xfrm xmlns:a="http://schemas.openxmlformats.org/drawingml/2006/main">
            <a:off x="1000125" y="36576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25" name="">
            <a:extLst xmlns:a="http://schemas.openxmlformats.org/drawingml/2006/main">
              <a:ext uri="{FF2B5EF4-FFF2-40B4-BE49-F238E27FC236}">
                <a16:creationId xmlns:a16="http://schemas.microsoft.com/office/drawing/2014/main" id="{6FF834A7-4057-4DA3-AB79-AAE9D5E6DE9C}"/>
              </a:ext>
            </a:extLst>
          </p:cNvPr>
          <p:cNvSpPr>
            <a:spLocks xmlns:a="http://schemas.openxmlformats.org/drawingml/2006/main" noGrp="1"/>
          </p:cNvSpPr>
          <p:nvPr/>
        </p:nvSpPr>
        <p:spPr>
          <a:xfrm xmlns:a="http://schemas.openxmlformats.org/drawingml/2006/main">
            <a:off x="1266825" y="36576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26" name="">
            <a:extLst xmlns:a="http://schemas.openxmlformats.org/drawingml/2006/main">
              <a:ext uri="{FF2B5EF4-FFF2-40B4-BE49-F238E27FC236}">
                <a16:creationId xmlns:a16="http://schemas.microsoft.com/office/drawing/2014/main" id="{5C0B5A65-4BE9-4767-B674-81B33477666E}"/>
              </a:ext>
            </a:extLst>
          </p:cNvPr>
          <p:cNvSpPr>
            <a:spLocks xmlns:a="http://schemas.openxmlformats.org/drawingml/2006/main" noGrp="1"/>
          </p:cNvSpPr>
          <p:nvPr/>
        </p:nvSpPr>
        <p:spPr>
          <a:xfrm xmlns:a="http://schemas.openxmlformats.org/drawingml/2006/main">
            <a:off x="1533525" y="36576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27" name="">
            <a:extLst xmlns:a="http://schemas.openxmlformats.org/drawingml/2006/main">
              <a:ext uri="{FF2B5EF4-FFF2-40B4-BE49-F238E27FC236}">
                <a16:creationId xmlns:a16="http://schemas.microsoft.com/office/drawing/2014/main" id="{EE8638AD-D97D-4D72-A66B-CF5E70820722}"/>
              </a:ext>
            </a:extLst>
          </p:cNvPr>
          <p:cNvSpPr>
            <a:spLocks xmlns:a="http://schemas.openxmlformats.org/drawingml/2006/main" noGrp="1"/>
          </p:cNvSpPr>
          <p:nvPr/>
        </p:nvSpPr>
        <p:spPr>
          <a:xfrm xmlns:a="http://schemas.openxmlformats.org/drawingml/2006/main">
            <a:off x="1800225" y="36576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28" name="">
            <a:extLst xmlns:a="http://schemas.openxmlformats.org/drawingml/2006/main">
              <a:ext uri="{FF2B5EF4-FFF2-40B4-BE49-F238E27FC236}">
                <a16:creationId xmlns:a16="http://schemas.microsoft.com/office/drawing/2014/main" id="{9BC99DB5-D090-4BE6-A6B9-141CADFA92E4}"/>
              </a:ext>
            </a:extLst>
          </p:cNvPr>
          <p:cNvSpPr>
            <a:spLocks xmlns:a="http://schemas.openxmlformats.org/drawingml/2006/main" noGrp="1"/>
          </p:cNvSpPr>
          <p:nvPr/>
        </p:nvSpPr>
        <p:spPr>
          <a:xfrm xmlns:a="http://schemas.openxmlformats.org/drawingml/2006/main">
            <a:off x="2066925" y="36576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29" name="">
            <a:extLst xmlns:a="http://schemas.openxmlformats.org/drawingml/2006/main">
              <a:ext uri="{FF2B5EF4-FFF2-40B4-BE49-F238E27FC236}">
                <a16:creationId xmlns:a16="http://schemas.microsoft.com/office/drawing/2014/main" id="{09C43128-D44A-4AFC-9357-5ABC1AFE1B5F}"/>
              </a:ext>
            </a:extLst>
          </p:cNvPr>
          <p:cNvSpPr>
            <a:spLocks xmlns:a="http://schemas.openxmlformats.org/drawingml/2006/main" noGrp="1"/>
          </p:cNvSpPr>
          <p:nvPr/>
        </p:nvSpPr>
        <p:spPr>
          <a:xfrm xmlns:a="http://schemas.openxmlformats.org/drawingml/2006/main">
            <a:off x="2333625" y="36576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0" name="">
            <a:extLst xmlns:a="http://schemas.openxmlformats.org/drawingml/2006/main">
              <a:ext uri="{FF2B5EF4-FFF2-40B4-BE49-F238E27FC236}">
                <a16:creationId xmlns:a16="http://schemas.microsoft.com/office/drawing/2014/main" id="{B83B1B74-C952-4889-8B73-52362AD1827A}"/>
              </a:ext>
            </a:extLst>
          </p:cNvPr>
          <p:cNvSpPr>
            <a:spLocks xmlns:a="http://schemas.openxmlformats.org/drawingml/2006/main" noGrp="1"/>
          </p:cNvSpPr>
          <p:nvPr/>
        </p:nvSpPr>
        <p:spPr>
          <a:xfrm xmlns:a="http://schemas.openxmlformats.org/drawingml/2006/main">
            <a:off x="1000125" y="39243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1" name="">
            <a:extLst xmlns:a="http://schemas.openxmlformats.org/drawingml/2006/main">
              <a:ext uri="{FF2B5EF4-FFF2-40B4-BE49-F238E27FC236}">
                <a16:creationId xmlns:a16="http://schemas.microsoft.com/office/drawing/2014/main" id="{6D0E7EC8-CB53-47C5-AB2D-C353F7ED79F3}"/>
              </a:ext>
            </a:extLst>
          </p:cNvPr>
          <p:cNvSpPr>
            <a:spLocks xmlns:a="http://schemas.openxmlformats.org/drawingml/2006/main" noGrp="1"/>
          </p:cNvSpPr>
          <p:nvPr/>
        </p:nvSpPr>
        <p:spPr>
          <a:xfrm xmlns:a="http://schemas.openxmlformats.org/drawingml/2006/main">
            <a:off x="1266825" y="39243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2" name="">
            <a:extLst xmlns:a="http://schemas.openxmlformats.org/drawingml/2006/main">
              <a:ext uri="{FF2B5EF4-FFF2-40B4-BE49-F238E27FC236}">
                <a16:creationId xmlns:a16="http://schemas.microsoft.com/office/drawing/2014/main" id="{9FF07B34-1643-4093-BF28-6503E11E9E12}"/>
              </a:ext>
            </a:extLst>
          </p:cNvPr>
          <p:cNvSpPr>
            <a:spLocks xmlns:a="http://schemas.openxmlformats.org/drawingml/2006/main" noGrp="1"/>
          </p:cNvSpPr>
          <p:nvPr/>
        </p:nvSpPr>
        <p:spPr>
          <a:xfrm xmlns:a="http://schemas.openxmlformats.org/drawingml/2006/main">
            <a:off x="1533525" y="39243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3" name="">
            <a:extLst xmlns:a="http://schemas.openxmlformats.org/drawingml/2006/main">
              <a:ext uri="{FF2B5EF4-FFF2-40B4-BE49-F238E27FC236}">
                <a16:creationId xmlns:a16="http://schemas.microsoft.com/office/drawing/2014/main" id="{FDA026C3-8B3D-4A68-AA50-DBEB2BA02485}"/>
              </a:ext>
            </a:extLst>
          </p:cNvPr>
          <p:cNvSpPr>
            <a:spLocks xmlns:a="http://schemas.openxmlformats.org/drawingml/2006/main" noGrp="1"/>
          </p:cNvSpPr>
          <p:nvPr/>
        </p:nvSpPr>
        <p:spPr>
          <a:xfrm xmlns:a="http://schemas.openxmlformats.org/drawingml/2006/main">
            <a:off x="1800225" y="39243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34" name="">
            <a:extLst xmlns:a="http://schemas.openxmlformats.org/drawingml/2006/main">
              <a:ext uri="{FF2B5EF4-FFF2-40B4-BE49-F238E27FC236}">
                <a16:creationId xmlns:a16="http://schemas.microsoft.com/office/drawing/2014/main" id="{CC6246D5-C268-47CA-ACA6-A794EA85DB66}"/>
              </a:ext>
            </a:extLst>
          </p:cNvPr>
          <p:cNvSpPr>
            <a:spLocks xmlns:a="http://schemas.openxmlformats.org/drawingml/2006/main" noGrp="1"/>
          </p:cNvSpPr>
          <p:nvPr/>
        </p:nvSpPr>
        <p:spPr>
          <a:xfrm xmlns:a="http://schemas.openxmlformats.org/drawingml/2006/main">
            <a:off x="2066925" y="39243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35" name="">
            <a:extLst xmlns:a="http://schemas.openxmlformats.org/drawingml/2006/main">
              <a:ext uri="{FF2B5EF4-FFF2-40B4-BE49-F238E27FC236}">
                <a16:creationId xmlns:a16="http://schemas.microsoft.com/office/drawing/2014/main" id="{ED5C7786-AF7B-46EA-98F8-DE209E1A44A8}"/>
              </a:ext>
            </a:extLst>
          </p:cNvPr>
          <p:cNvSpPr>
            <a:spLocks xmlns:a="http://schemas.openxmlformats.org/drawingml/2006/main" noGrp="1"/>
          </p:cNvSpPr>
          <p:nvPr/>
        </p:nvSpPr>
        <p:spPr>
          <a:xfrm xmlns:a="http://schemas.openxmlformats.org/drawingml/2006/main">
            <a:off x="2333625" y="39243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36" name="">
            <a:extLst xmlns:a="http://schemas.openxmlformats.org/drawingml/2006/main">
              <a:ext uri="{FF2B5EF4-FFF2-40B4-BE49-F238E27FC236}">
                <a16:creationId xmlns:a16="http://schemas.microsoft.com/office/drawing/2014/main" id="{DA793D5E-52BC-4004-9B24-615961276F89}"/>
              </a:ext>
            </a:extLst>
          </p:cNvPr>
          <p:cNvSpPr>
            <a:spLocks xmlns:a="http://schemas.openxmlformats.org/drawingml/2006/main" noGrp="1"/>
          </p:cNvSpPr>
          <p:nvPr/>
        </p:nvSpPr>
        <p:spPr>
          <a:xfrm xmlns:a="http://schemas.openxmlformats.org/drawingml/2006/main">
            <a:off x="1000125" y="41910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7" name="">
            <a:extLst xmlns:a="http://schemas.openxmlformats.org/drawingml/2006/main">
              <a:ext uri="{FF2B5EF4-FFF2-40B4-BE49-F238E27FC236}">
                <a16:creationId xmlns:a16="http://schemas.microsoft.com/office/drawing/2014/main" id="{2003B09F-E075-46C0-AD9A-D045ADF5E568}"/>
              </a:ext>
            </a:extLst>
          </p:cNvPr>
          <p:cNvSpPr>
            <a:spLocks xmlns:a="http://schemas.openxmlformats.org/drawingml/2006/main" noGrp="1"/>
          </p:cNvSpPr>
          <p:nvPr/>
        </p:nvSpPr>
        <p:spPr>
          <a:xfrm xmlns:a="http://schemas.openxmlformats.org/drawingml/2006/main">
            <a:off x="1266825" y="41910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8" name="">
            <a:extLst xmlns:a="http://schemas.openxmlformats.org/drawingml/2006/main">
              <a:ext uri="{FF2B5EF4-FFF2-40B4-BE49-F238E27FC236}">
                <a16:creationId xmlns:a16="http://schemas.microsoft.com/office/drawing/2014/main" id="{BE2622D5-D071-4C12-9E84-E54184077256}"/>
              </a:ext>
            </a:extLst>
          </p:cNvPr>
          <p:cNvSpPr>
            <a:spLocks xmlns:a="http://schemas.openxmlformats.org/drawingml/2006/main" noGrp="1"/>
          </p:cNvSpPr>
          <p:nvPr/>
        </p:nvSpPr>
        <p:spPr>
          <a:xfrm xmlns:a="http://schemas.openxmlformats.org/drawingml/2006/main">
            <a:off x="1533525" y="41910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39" name="">
            <a:extLst xmlns:a="http://schemas.openxmlformats.org/drawingml/2006/main">
              <a:ext uri="{FF2B5EF4-FFF2-40B4-BE49-F238E27FC236}">
                <a16:creationId xmlns:a16="http://schemas.microsoft.com/office/drawing/2014/main" id="{640D0136-982E-499F-9A70-815C8DCC67BD}"/>
              </a:ext>
            </a:extLst>
          </p:cNvPr>
          <p:cNvSpPr>
            <a:spLocks xmlns:a="http://schemas.openxmlformats.org/drawingml/2006/main" noGrp="1"/>
          </p:cNvSpPr>
          <p:nvPr/>
        </p:nvSpPr>
        <p:spPr>
          <a:xfrm xmlns:a="http://schemas.openxmlformats.org/drawingml/2006/main">
            <a:off x="1800225" y="4191000"/>
            <a:ext cx="209550" cy="209550"/>
          </a:xfrm>
          <a:prstGeom xmlns:a="http://schemas.openxmlformats.org/drawingml/2006/main" prst="rect">
            <a:avLst/>
          </a:prstGeom>
          <a:solidFill xmlns:a="http://schemas.openxmlformats.org/drawingml/2006/main">
            <a:srgbClr val="FFFFFF"/>
          </a:solidFill>
          <a:ln xmlns:a="http://schemas.openxmlformats.org/drawingml/2006/main" w="3810">
            <a:solidFill>
              <a:srgbClr val="D3D8DB"/>
            </a:solidFill>
            <a:prstDash val="solid"/>
          </a:ln>
        </p:spPr>
      </p:sp>
      <p:sp>
        <p:nvSpPr>
          <p:cNvPr id="40" name="">
            <a:extLst xmlns:a="http://schemas.openxmlformats.org/drawingml/2006/main">
              <a:ext uri="{FF2B5EF4-FFF2-40B4-BE49-F238E27FC236}">
                <a16:creationId xmlns:a16="http://schemas.microsoft.com/office/drawing/2014/main" id="{46031309-9ACD-42BD-AF9B-5B31A5D1FADC}"/>
              </a:ext>
            </a:extLst>
          </p:cNvPr>
          <p:cNvSpPr>
            <a:spLocks xmlns:a="http://schemas.openxmlformats.org/drawingml/2006/main" noGrp="1"/>
          </p:cNvSpPr>
          <p:nvPr/>
        </p:nvSpPr>
        <p:spPr>
          <a:xfrm xmlns:a="http://schemas.openxmlformats.org/drawingml/2006/main">
            <a:off x="2066925" y="4191000"/>
            <a:ext cx="209550" cy="209550"/>
          </a:xfrm>
          <a:prstGeom xmlns:a="http://schemas.openxmlformats.org/drawingml/2006/main" prst="rect">
            <a:avLst/>
          </a:prstGeom>
          <a:solidFill xmlns:a="http://schemas.openxmlformats.org/drawingml/2006/main">
            <a:srgbClr val="9ED8E7"/>
          </a:solidFill>
          <a:ln xmlns:a="http://schemas.openxmlformats.org/drawingml/2006/main" w="3810">
            <a:solidFill>
              <a:srgbClr val="D3D8DB"/>
            </a:solidFill>
            <a:prstDash val="solid"/>
          </a:ln>
        </p:spPr>
      </p:sp>
      <p:sp>
        <p:nvSpPr>
          <p:cNvPr id="41" name="">
            <a:extLst xmlns:a="http://schemas.openxmlformats.org/drawingml/2006/main">
              <a:ext uri="{FF2B5EF4-FFF2-40B4-BE49-F238E27FC236}">
                <a16:creationId xmlns:a16="http://schemas.microsoft.com/office/drawing/2014/main" id="{5A34DD9B-AD87-49D7-95E0-AD84E8C58CDF}"/>
              </a:ext>
            </a:extLst>
          </p:cNvPr>
          <p:cNvSpPr>
            <a:spLocks xmlns:a="http://schemas.openxmlformats.org/drawingml/2006/main" noGrp="1"/>
          </p:cNvSpPr>
          <p:nvPr/>
        </p:nvSpPr>
        <p:spPr>
          <a:xfrm xmlns:a="http://schemas.openxmlformats.org/drawingml/2006/main">
            <a:off x="2333625" y="4191000"/>
            <a:ext cx="209550" cy="209550"/>
          </a:xfrm>
          <a:prstGeom xmlns:a="http://schemas.openxmlformats.org/drawingml/2006/main" prst="rect">
            <a:avLst/>
          </a:prstGeom>
          <a:solidFill xmlns:a="http://schemas.openxmlformats.org/drawingml/2006/main">
            <a:srgbClr val="00A6D6"/>
          </a:solidFill>
          <a:ln xmlns:a="http://schemas.openxmlformats.org/drawingml/2006/main" w="3810">
            <a:solidFill>
              <a:srgbClr val="D3D8DB"/>
            </a:solidFill>
            <a:prstDash val="solid"/>
          </a:ln>
        </p:spPr>
      </p:sp>
      <p:sp>
        <p:nvSpPr>
          <p:cNvPr id="42" name="">
            <a:extLst xmlns:a="http://schemas.openxmlformats.org/drawingml/2006/main">
              <a:ext uri="{FF2B5EF4-FFF2-40B4-BE49-F238E27FC236}">
                <a16:creationId xmlns:a16="http://schemas.microsoft.com/office/drawing/2014/main" id="{1E3D8370-E365-4546-A079-04061F849B8B}"/>
              </a:ext>
            </a:extLst>
          </p:cNvPr>
          <p:cNvSpPr>
            <a:spLocks xmlns:a="http://schemas.openxmlformats.org/drawingml/2006/main" noGrp="1"/>
          </p:cNvSpPr>
          <p:nvPr/>
        </p:nvSpPr>
        <p:spPr>
          <a:xfrm xmlns:a="http://schemas.openxmlformats.org/drawingml/2006/main">
            <a:off x="857250" y="46672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正値な遷移行列 R</a:t>
            </a:r>
          </a:p>
        </p:txBody>
      </p:sp>
      <p:sp>
        <p:nvSpPr>
          <p:cNvPr id="43" name="">
            <a:extLst xmlns:a="http://schemas.openxmlformats.org/drawingml/2006/main">
              <a:ext uri="{FF2B5EF4-FFF2-40B4-BE49-F238E27FC236}">
                <a16:creationId xmlns:a16="http://schemas.microsoft.com/office/drawing/2014/main" id="{9DF7A294-2C8F-401A-AD40-C5B3C8DBEC1E}"/>
              </a:ext>
            </a:extLst>
          </p:cNvPr>
          <p:cNvSpPr>
            <a:spLocks xmlns:a="http://schemas.openxmlformats.org/drawingml/2006/main" noGrp="1"/>
          </p:cNvSpPr>
          <p:nvPr/>
        </p:nvSpPr>
        <p:spPr>
          <a:xfrm xmlns:a="http://schemas.openxmlformats.org/drawingml/2006/main">
            <a:off x="4476750" y="2857500"/>
            <a:ext cx="1714500" cy="1714500"/>
          </a:xfrm>
          <a:prstGeom xmlns:a="http://schemas.openxmlformats.org/drawingml/2006/main" prst="ellipse">
            <a:avLst/>
          </a:prstGeom>
          <a:solidFill xmlns:a="http://schemas.openxmlformats.org/drawingml/2006/main">
            <a:srgbClr val="F4ECF8"/>
          </a:solidFill>
          <a:ln xmlns:a="http://schemas.openxmlformats.org/drawingml/2006/main" w="17145">
            <a:solidFill>
              <a:srgbClr val="7B2FA3"/>
            </a:solidFill>
            <a:prstDash val="solid"/>
          </a:ln>
        </p:spPr>
      </p:sp>
      <p:sp>
        <p:nvSpPr>
          <p:cNvPr id="44" name="">
            <a:extLst xmlns:a="http://schemas.openxmlformats.org/drawingml/2006/main">
              <a:ext uri="{FF2B5EF4-FFF2-40B4-BE49-F238E27FC236}">
                <a16:creationId xmlns:a16="http://schemas.microsoft.com/office/drawing/2014/main" id="{3AC79A70-D711-4433-8EEB-40577D9161BF}"/>
              </a:ext>
            </a:extLst>
          </p:cNvPr>
          <p:cNvSpPr>
            <a:spLocks xmlns:a="http://schemas.openxmlformats.org/drawingml/2006/main" noGrp="1"/>
          </p:cNvSpPr>
          <p:nvPr/>
        </p:nvSpPr>
        <p:spPr>
          <a:xfrm xmlns:a="http://schemas.openxmlformats.org/drawingml/2006/main">
            <a:off x="4810125" y="3333750"/>
            <a:ext cx="1047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78295"/>
          </a:bodyPr>
          <a:lstStyle xmlns:a="http://schemas.openxmlformats.org/drawingml/2006/main"/>
          <a:p xmlns:a="http://schemas.openxmlformats.org/drawingml/2006/main">
            <a:pPr algn="ctr">
              <a:lnSpc>
                <a:spcPct val="102000"/>
              </a:lnSpc>
              <a:buNone/>
              <a:defRPr sz="1800" b="1" i="0">
                <a:solidFill>
                  <a:srgbClr val="7B2FA3"/>
                </a:solidFill>
                <a:latin typeface="Noto Sans JP"/>
                <a:ea typeface="Noto Sans JP"/>
                <a:cs typeface="Noto Sans JP"/>
              </a:defRPr>
            </a:pPr>
            <a:r>
              <a:rPr sz="1800" b="1" i="0">
                <a:solidFill>
                  <a:srgbClr val="7B2FA3"/>
                </a:solidFill>
                <a:latin typeface="Noto Sans JP"/>
                <a:ea typeface="Noto Sans JP"/>
                <a:cs typeface="Noto Sans JP"/>
              </a:rPr>
              <a:t>主固有ベクトル</a:t>
            </a:r>
          </a:p>
          <a:p xmlns:a="http://schemas.openxmlformats.org/drawingml/2006/main">
            <a:pPr algn="ctr">
              <a:lnSpc>
                <a:spcPct val="102000"/>
              </a:lnSpc>
              <a:buNone/>
              <a:defRPr sz="1800" b="1" i="0">
                <a:solidFill>
                  <a:srgbClr val="7B2FA3"/>
                </a:solidFill>
                <a:latin typeface="Noto Sans JP"/>
                <a:ea typeface="Noto Sans JP"/>
                <a:cs typeface="Noto Sans JP"/>
              </a:defRPr>
            </a:pPr>
            <a:r>
              <a:rPr sz="1800" b="1" i="0">
                <a:solidFill>
                  <a:srgbClr val="7B2FA3"/>
                </a:solidFill>
                <a:latin typeface="Noto Sans JP"/>
                <a:ea typeface="Noto Sans JP"/>
                <a:cs typeface="Noto Sans JP"/>
              </a:rPr>
              <a:t>p*</a:t>
            </a:r>
          </a:p>
        </p:txBody>
      </p:sp>
      <p:sp>
        <p:nvSpPr>
          <p:cNvPr id="45" name="">
            <a:extLst xmlns:a="http://schemas.openxmlformats.org/drawingml/2006/main">
              <a:ext uri="{FF2B5EF4-FFF2-40B4-BE49-F238E27FC236}">
                <a16:creationId xmlns:a16="http://schemas.microsoft.com/office/drawing/2014/main" id="{0E938E20-D0F6-4165-9F5F-BF1795513CAD}"/>
              </a:ext>
            </a:extLst>
          </p:cNvPr>
          <p:cNvSpPr>
            <a:spLocks xmlns:a="http://schemas.openxmlformats.org/drawingml/2006/main" noGrp="1"/>
          </p:cNvSpPr>
          <p:nvPr/>
        </p:nvSpPr>
        <p:spPr>
          <a:xfrm xmlns:a="http://schemas.openxmlformats.org/drawingml/2006/main">
            <a:off x="7810500" y="2571750"/>
            <a:ext cx="323850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BFC8CD"/>
            </a:solidFill>
            <a:prstDash val="solid"/>
          </a:ln>
        </p:spPr>
      </p:sp>
      <p:sp>
        <p:nvSpPr>
          <p:cNvPr id="46" name="">
            <a:extLst xmlns:a="http://schemas.openxmlformats.org/drawingml/2006/main">
              <a:ext uri="{FF2B5EF4-FFF2-40B4-BE49-F238E27FC236}">
                <a16:creationId xmlns:a16="http://schemas.microsoft.com/office/drawing/2014/main" id="{1C13DD9B-837A-4376-9B1A-CCAAA344D698}"/>
              </a:ext>
            </a:extLst>
          </p:cNvPr>
          <p:cNvSpPr>
            <a:spLocks xmlns:a="http://schemas.openxmlformats.org/drawingml/2006/main" noGrp="1"/>
          </p:cNvSpPr>
          <p:nvPr/>
        </p:nvSpPr>
        <p:spPr>
          <a:xfrm xmlns:a="http://schemas.openxmlformats.org/drawingml/2006/main">
            <a:off x="8096250" y="4305300"/>
            <a:ext cx="171450" cy="1714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C09A1469-D14E-47C7-82D3-A29E54CCB931}"/>
              </a:ext>
            </a:extLst>
          </p:cNvPr>
          <p:cNvSpPr>
            <a:spLocks xmlns:a="http://schemas.openxmlformats.org/drawingml/2006/main" noGrp="1"/>
          </p:cNvSpPr>
          <p:nvPr/>
        </p:nvSpPr>
        <p:spPr>
          <a:xfrm xmlns:a="http://schemas.openxmlformats.org/drawingml/2006/main">
            <a:off x="8353425" y="4191000"/>
            <a:ext cx="171450" cy="2857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65B37F68-BAD0-4F7E-A8DB-C73BC518FB29}"/>
              </a:ext>
            </a:extLst>
          </p:cNvPr>
          <p:cNvSpPr>
            <a:spLocks xmlns:a="http://schemas.openxmlformats.org/drawingml/2006/main" noGrp="1"/>
          </p:cNvSpPr>
          <p:nvPr/>
        </p:nvSpPr>
        <p:spPr>
          <a:xfrm xmlns:a="http://schemas.openxmlformats.org/drawingml/2006/main">
            <a:off x="8610600" y="3990975"/>
            <a:ext cx="171450" cy="485775"/>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B75B3847-9833-4E93-B926-12DC6191F31C}"/>
              </a:ext>
            </a:extLst>
          </p:cNvPr>
          <p:cNvSpPr>
            <a:spLocks xmlns:a="http://schemas.openxmlformats.org/drawingml/2006/main" noGrp="1"/>
          </p:cNvSpPr>
          <p:nvPr/>
        </p:nvSpPr>
        <p:spPr>
          <a:xfrm xmlns:a="http://schemas.openxmlformats.org/drawingml/2006/main">
            <a:off x="8867775" y="3733800"/>
            <a:ext cx="171450" cy="7429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544780D-FC3C-4DE2-8AB2-A7BAC5A93E9E}"/>
              </a:ext>
            </a:extLst>
          </p:cNvPr>
          <p:cNvSpPr>
            <a:spLocks xmlns:a="http://schemas.openxmlformats.org/drawingml/2006/main" noGrp="1"/>
          </p:cNvSpPr>
          <p:nvPr/>
        </p:nvSpPr>
        <p:spPr>
          <a:xfrm xmlns:a="http://schemas.openxmlformats.org/drawingml/2006/main">
            <a:off x="9124950" y="3333750"/>
            <a:ext cx="171450" cy="114300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D689AA40-1AA8-4D40-A0B6-53C4B090FDE7}"/>
              </a:ext>
            </a:extLst>
          </p:cNvPr>
          <p:cNvSpPr>
            <a:spLocks xmlns:a="http://schemas.openxmlformats.org/drawingml/2006/main" noGrp="1"/>
          </p:cNvSpPr>
          <p:nvPr/>
        </p:nvSpPr>
        <p:spPr>
          <a:xfrm xmlns:a="http://schemas.openxmlformats.org/drawingml/2006/main">
            <a:off x="9382125" y="3048000"/>
            <a:ext cx="171450" cy="14287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C2BB86FB-7D62-4EFC-8E46-54A9E5F3C149}"/>
              </a:ext>
            </a:extLst>
          </p:cNvPr>
          <p:cNvSpPr>
            <a:spLocks xmlns:a="http://schemas.openxmlformats.org/drawingml/2006/main" noGrp="1"/>
          </p:cNvSpPr>
          <p:nvPr/>
        </p:nvSpPr>
        <p:spPr>
          <a:xfrm xmlns:a="http://schemas.openxmlformats.org/drawingml/2006/main">
            <a:off x="9639300" y="3376613"/>
            <a:ext cx="171450" cy="1100138"/>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EDA85B77-56BA-48A3-B70E-CB58E5DD66DA}"/>
              </a:ext>
            </a:extLst>
          </p:cNvPr>
          <p:cNvSpPr>
            <a:spLocks xmlns:a="http://schemas.openxmlformats.org/drawingml/2006/main" noGrp="1"/>
          </p:cNvSpPr>
          <p:nvPr/>
        </p:nvSpPr>
        <p:spPr>
          <a:xfrm xmlns:a="http://schemas.openxmlformats.org/drawingml/2006/main">
            <a:off x="9896475" y="3833813"/>
            <a:ext cx="171450" cy="642938"/>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622269CE-82A5-4B2A-904E-2027AE6986AA}"/>
              </a:ext>
            </a:extLst>
          </p:cNvPr>
          <p:cNvSpPr>
            <a:spLocks xmlns:a="http://schemas.openxmlformats.org/drawingml/2006/main" noGrp="1"/>
          </p:cNvSpPr>
          <p:nvPr/>
        </p:nvSpPr>
        <p:spPr>
          <a:xfrm xmlns:a="http://schemas.openxmlformats.org/drawingml/2006/main">
            <a:off x="10153650" y="4162425"/>
            <a:ext cx="171450" cy="314325"/>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AD3B5707-5A70-47CF-8876-02B7DBAB9191}"/>
              </a:ext>
            </a:extLst>
          </p:cNvPr>
          <p:cNvSpPr>
            <a:spLocks xmlns:a="http://schemas.openxmlformats.org/drawingml/2006/main" noGrp="1"/>
          </p:cNvSpPr>
          <p:nvPr/>
        </p:nvSpPr>
        <p:spPr>
          <a:xfrm xmlns:a="http://schemas.openxmlformats.org/drawingml/2006/main">
            <a:off x="10410825" y="4348163"/>
            <a:ext cx="171450" cy="128588"/>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6228A821-AAD7-42CD-8746-53020680AFB2}"/>
              </a:ext>
            </a:extLst>
          </p:cNvPr>
          <p:cNvSpPr>
            <a:spLocks xmlns:a="http://schemas.openxmlformats.org/drawingml/2006/main" noGrp="1"/>
          </p:cNvSpPr>
          <p:nvPr/>
        </p:nvSpPr>
        <p:spPr>
          <a:xfrm xmlns:a="http://schemas.openxmlformats.org/drawingml/2006/main">
            <a:off x="8048625" y="4476750"/>
            <a:ext cx="2762250" cy="0"/>
          </a:xfrm>
          <a:prstGeom xmlns:a="http://schemas.openxmlformats.org/drawingml/2006/main" prst="line">
            <a:avLst/>
          </a:prstGeom>
          <a:noFill xmlns:a="http://schemas.openxmlformats.org/drawingml/2006/main"/>
          <a:ln xmlns:a="http://schemas.openxmlformats.org/drawingml/2006/main" w="11430">
            <a:solidFill>
              <a:srgbClr val="6E777B"/>
            </a:solidFill>
            <a:prstDash val="solid"/>
          </a:ln>
        </p:spPr>
      </p:sp>
      <p:sp>
        <p:nvSpPr>
          <p:cNvPr id="57" name="">
            <a:extLst xmlns:a="http://schemas.openxmlformats.org/drawingml/2006/main">
              <a:ext uri="{FF2B5EF4-FFF2-40B4-BE49-F238E27FC236}">
                <a16:creationId xmlns:a16="http://schemas.microsoft.com/office/drawing/2014/main" id="{F0EFD659-E96C-4E80-9CBA-0F2E8A499A3F}"/>
              </a:ext>
            </a:extLst>
          </p:cNvPr>
          <p:cNvSpPr>
            <a:spLocks xmlns:a="http://schemas.openxmlformats.org/drawingml/2006/main" noGrp="1"/>
          </p:cNvSpPr>
          <p:nvPr/>
        </p:nvSpPr>
        <p:spPr>
          <a:xfrm xmlns:a="http://schemas.openxmlformats.org/drawingml/2006/main">
            <a:off x="8191500" y="461962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75" b="1" i="0">
                <a:solidFill>
                  <a:srgbClr val="241646"/>
                </a:solidFill>
                <a:latin typeface="Noto Sans JP"/>
                <a:ea typeface="Noto Sans JP"/>
                <a:cs typeface="Noto Sans JP"/>
              </a:defRPr>
            </a:pPr>
            <a:r>
              <a:rPr sz="1275" b="1" i="0">
                <a:solidFill>
                  <a:srgbClr val="241646"/>
                </a:solidFill>
                <a:latin typeface="Noto Sans JP"/>
                <a:ea typeface="Noto Sans JP"/>
                <a:cs typeface="Noto Sans JP"/>
              </a:rPr>
              <a:t>定常EEDF p(ε)</a:t>
            </a:r>
          </a:p>
        </p:txBody>
      </p:sp>
      <p:cxnSp>
        <p:nvCxnSpPr>
          <p:cNvPr id="124" name=""/>
          <p:cNvCxnSpPr>
            <a:stCxn xmlns:a="http://schemas.openxmlformats.org/drawingml/2006/main" id="5" idx="3"/>
            <a:endCxn xmlns:a="http://schemas.openxmlformats.org/drawingml/2006/main" id="43" idx="2"/>
          </p:cNvCxnSpPr>
          <p:nvPr/>
        </p:nvCxnSpPr>
        <p:spPr>
          <a:xfrm xmlns:a="http://schemas.openxmlformats.org/drawingml/2006/main">
            <a:off x="3095625" y="3619500"/>
            <a:ext cx="1381125" cy="95250"/>
          </a:xfrm>
          <a:prstGeom xmlns:a="http://schemas.openxmlformats.org/drawingml/2006/main" prst="straightConnector1">
            <a:avLst/>
          </a:prstGeom>
          <a:ln xmlns:a="http://schemas.openxmlformats.org/drawingml/2006/main" w="14288">
            <a:solidFill>
              <a:srgbClr val="747E83"/>
            </a:solidFill>
            <a:prstDash val="solid"/>
            <a:tailEnd type="arrow" w="sm" len="sm"/>
          </a:ln>
        </p:spPr>
      </p:cxnSp>
      <p:cxnSp>
        <p:nvCxnSpPr>
          <p:cNvPr id="125" name=""/>
          <p:cNvCxnSpPr>
            <a:stCxn xmlns:a="http://schemas.openxmlformats.org/drawingml/2006/main" id="43" idx="6"/>
            <a:endCxn xmlns:a="http://schemas.openxmlformats.org/drawingml/2006/main" id="45" idx="1"/>
          </p:cNvCxnSpPr>
          <p:nvPr/>
        </p:nvCxnSpPr>
        <p:spPr>
          <a:xfrm xmlns:a="http://schemas.openxmlformats.org/drawingml/2006/main">
            <a:off x="6191250" y="3714750"/>
            <a:ext cx="1619250" cy="47625"/>
          </a:xfrm>
          <a:prstGeom xmlns:a="http://schemas.openxmlformats.org/drawingml/2006/main" prst="straightConnector1">
            <a:avLst/>
          </a:prstGeom>
          <a:ln xmlns:a="http://schemas.openxmlformats.org/drawingml/2006/main" w="14288">
            <a:solidFill>
              <a:srgbClr val="747E83"/>
            </a:solidFill>
            <a:prstDash val="solid"/>
            <a:tailEnd type="arrow" w="sm" len="sm"/>
          </a:ln>
        </p:spPr>
      </p:cxnSp>
      <p:sp>
        <p:nvSpPr>
          <p:cNvPr id="60" name="">
            <a:extLst xmlns:a="http://schemas.openxmlformats.org/drawingml/2006/main">
              <a:ext uri="{FF2B5EF4-FFF2-40B4-BE49-F238E27FC236}">
                <a16:creationId xmlns:a16="http://schemas.microsoft.com/office/drawing/2014/main" id="{5D224355-6655-46AE-AC03-A0BBC116790B}"/>
              </a:ext>
            </a:extLst>
          </p:cNvPr>
          <p:cNvSpPr>
            <a:spLocks xmlns:a="http://schemas.openxmlformats.org/drawingml/2006/main" noGrp="1"/>
          </p:cNvSpPr>
          <p:nvPr/>
        </p:nvSpPr>
        <p:spPr>
          <a:xfrm xmlns:a="http://schemas.openxmlformats.org/drawingml/2006/main">
            <a:off x="857250" y="5286375"/>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008DB6"/>
                </a:solidFill>
                <a:latin typeface="Noto Sans JP"/>
                <a:ea typeface="Noto Sans JP"/>
                <a:cs typeface="Noto Sans JP"/>
              </a:defRPr>
            </a:pPr>
            <a:r>
              <a:rPr sz="1200" b="1" i="0">
                <a:solidFill>
                  <a:srgbClr val="008DB6"/>
                </a:solidFill>
                <a:latin typeface="Noto Sans JP"/>
                <a:ea typeface="Noto Sans JP"/>
                <a:cs typeface="Noto Sans JP"/>
              </a:rPr>
              <a:t>1. 局所遷移を構成</a:t>
            </a:r>
          </a:p>
        </p:txBody>
      </p:sp>
      <p:sp>
        <p:nvSpPr>
          <p:cNvPr id="61" name="">
            <a:extLst xmlns:a="http://schemas.openxmlformats.org/drawingml/2006/main">
              <a:ext uri="{FF2B5EF4-FFF2-40B4-BE49-F238E27FC236}">
                <a16:creationId xmlns:a16="http://schemas.microsoft.com/office/drawing/2014/main" id="{0297016D-A3C4-4FC3-8544-EB29FB5643F3}"/>
              </a:ext>
            </a:extLst>
          </p:cNvPr>
          <p:cNvSpPr>
            <a:spLocks xmlns:a="http://schemas.openxmlformats.org/drawingml/2006/main" noGrp="1"/>
          </p:cNvSpPr>
          <p:nvPr/>
        </p:nvSpPr>
        <p:spPr>
          <a:xfrm xmlns:a="http://schemas.openxmlformats.org/drawingml/2006/main">
            <a:off x="3905250" y="52863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7B2FA3"/>
                </a:solidFill>
                <a:latin typeface="Noto Sans JP"/>
                <a:ea typeface="Noto Sans JP"/>
                <a:cs typeface="Noto Sans JP"/>
              </a:defRPr>
            </a:pPr>
            <a:r>
              <a:rPr sz="1200" b="1" i="0">
                <a:solidFill>
                  <a:srgbClr val="7B2FA3"/>
                </a:solidFill>
                <a:latin typeface="Noto Sans JP"/>
                <a:ea typeface="Noto Sans JP"/>
                <a:cs typeface="Noto Sans JP"/>
              </a:rPr>
              <a:t>2. 成長率gを調整し固有値1を探索</a:t>
            </a:r>
          </a:p>
        </p:txBody>
      </p:sp>
      <p:sp>
        <p:nvSpPr>
          <p:cNvPr id="62" name="">
            <a:extLst xmlns:a="http://schemas.openxmlformats.org/drawingml/2006/main">
              <a:ext uri="{FF2B5EF4-FFF2-40B4-BE49-F238E27FC236}">
                <a16:creationId xmlns:a16="http://schemas.microsoft.com/office/drawing/2014/main" id="{8F0FFD28-A763-40CE-824E-596150302A08}"/>
              </a:ext>
            </a:extLst>
          </p:cNvPr>
          <p:cNvSpPr>
            <a:spLocks xmlns:a="http://schemas.openxmlformats.org/drawingml/2006/main" noGrp="1"/>
          </p:cNvSpPr>
          <p:nvPr/>
        </p:nvSpPr>
        <p:spPr>
          <a:xfrm xmlns:a="http://schemas.openxmlformats.org/drawingml/2006/main">
            <a:off x="7810500" y="528637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1" i="0">
                <a:solidFill>
                  <a:srgbClr val="6DBB20"/>
                </a:solidFill>
                <a:latin typeface="Noto Sans JP"/>
                <a:ea typeface="Noto Sans JP"/>
                <a:cs typeface="Noto Sans JP"/>
              </a:defRPr>
            </a:pPr>
            <a:r>
              <a:rPr sz="1200" b="1" i="0">
                <a:solidFill>
                  <a:srgbClr val="6DBB20"/>
                </a:solidFill>
                <a:latin typeface="Noto Sans JP"/>
                <a:ea typeface="Noto Sans JP"/>
                <a:cs typeface="Noto Sans JP"/>
              </a:rPr>
              <a:t>3. 角度積分してEEDF・モーメントを算出</a:t>
            </a:r>
          </a:p>
        </p:txBody>
      </p:sp>
      <p:sp>
        <p:nvSpPr>
          <p:cNvPr id="63" name="takeaway-bullet">
            <a:extLst xmlns:a="http://schemas.openxmlformats.org/drawingml/2006/main">
              <a:ext uri="{FF2B5EF4-FFF2-40B4-BE49-F238E27FC236}">
                <a16:creationId xmlns:a16="http://schemas.microsoft.com/office/drawing/2014/main" id="{3ACD68CC-C80C-429F-912E-F1204F040199}"/>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64" name="takeaway">
            <a:extLst xmlns:a="http://schemas.openxmlformats.org/drawingml/2006/main">
              <a:ext uri="{FF2B5EF4-FFF2-40B4-BE49-F238E27FC236}">
                <a16:creationId xmlns:a16="http://schemas.microsoft.com/office/drawing/2014/main" id="{4D244FAC-650C-4484-A447-87CDC98D3BC9}"/>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遷移行列Pの固有値1に対応する定常確率分布を求める。</a:t>
            </a:r>
          </a:p>
        </p:txBody>
      </p:sp>
      <p:sp>
        <p:nvSpPr>
          <p:cNvPr id="65" name="section">
            <a:extLst xmlns:a="http://schemas.openxmlformats.org/drawingml/2006/main">
              <a:ext uri="{FF2B5EF4-FFF2-40B4-BE49-F238E27FC236}">
                <a16:creationId xmlns:a16="http://schemas.microsoft.com/office/drawing/2014/main" id="{DAAF8385-6D14-4E46-A635-E06D4C790E6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
        <p:nvSpPr>
          <p:cNvPr id="66" name="footer">
            <a:extLst xmlns:a="http://schemas.openxmlformats.org/drawingml/2006/main">
              <a:ext uri="{FF2B5EF4-FFF2-40B4-BE49-F238E27FC236}">
                <a16:creationId xmlns:a16="http://schemas.microsoft.com/office/drawing/2014/main" id="{82A574B7-28A4-4B46-B375-C1FE2384D5C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67" name="page">
            <a:extLst xmlns:a="http://schemas.openxmlformats.org/drawingml/2006/main">
              <a:ext uri="{FF2B5EF4-FFF2-40B4-BE49-F238E27FC236}">
                <a16:creationId xmlns:a16="http://schemas.microsoft.com/office/drawing/2014/main" id="{F360F508-0E37-4341-9383-7395474E7BD6}"/>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21</a:t>
            </a:r>
          </a:p>
        </p:txBody>
      </p:sp>
    </p:spTree>
    <p:extLst>
      <p:ext uri="{BB962C8B-B14F-4D97-AF65-F5344CB8AC3E}">
        <p14:creationId xmlns:p14="http://schemas.microsoft.com/office/powerpoint/2010/main" val="77575279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B5CCD25-83E8-4149-B688-FFCED10C333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Propagator法 3/3：独立な離散化検証に有用</a:t>
            </a:r>
          </a:p>
        </p:txBody>
      </p:sp>
      <p:graphicFrame>
        <p:nvGraphicFramePr>
          <p:cNvPr id="16" name=""/>
          <p:cNvGraphicFramePr/>
          <p:nvPr/>
        </p:nvGraphicFramePr>
        <p:xfrm>
          <a:off xmlns:a="http://schemas.openxmlformats.org/drawingml/2006/main" x="571500" y="1428750"/>
          <a:ext xmlns:a="http://schemas.openxmlformats.org/drawingml/2006/main" cx="11049000" cy="2524125"/>
        </p:xfrm>
        <a:graphic xmlns:a="http://schemas.openxmlformats.org/drawingml/2006/main">
          <a:graphicData uri="http://schemas.openxmlformats.org/drawingml/2006/table">
            <a:tbl>
              <a:tblPr/>
              <a:tblGrid>
                <a:gridCol w="2979506"/>
                <a:gridCol w="2482921"/>
                <a:gridCol w="1800118"/>
                <a:gridCol w="1800118"/>
                <a:gridCol w="1986337"/>
              </a:tblGrid>
              <a:tr h="631031">
                <a:tc>
                  <a:txBody>
                    <a:bodyPr lIns="57150" tIns="47625" rIns="57150" bIns="47625">
                      <a:normAutofit/>
                    </a:bodyPr>
                    <a:lstStyle/>
                    <a:p>
                      <a:pPr algn="l"/>
                      <a:r>
                        <a:rPr sz="1125" b="1">
                          <a:solidFill>
                            <a:srgbClr val="FFFFFF"/>
                          </a:solidFill>
                          <a:latin typeface="Noto Sans JP"/>
                          <a:ea typeface="Noto Sans JP"/>
                          <a:cs typeface="Noto Sans JP"/>
                        </a:rPr>
                        <a:t>検証条件</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格子比較</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最大δ⟨ε⟩</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最大δW（ドリフト速度）</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最大重み付きL1差</a:t>
                      </a:r>
                    </a:p>
                  </a:txBody>
                  <a:tcPr marL="91440" marR="91440" marT="45720" marB="45720" anchor="ctr">
                    <a:solidFill>
                      <a:srgbClr val="00A6D6"/>
                    </a:solidFill>
                  </a:tcPr>
                </a:tc>
              </a:tr>
              <a:tr h="631031">
                <a:tc>
                  <a:txBody>
                    <a:bodyPr lIns="57150" tIns="47625" rIns="57150" bIns="47625">
                      <a:normAutofit/>
                    </a:bodyPr>
                    <a:lstStyle/>
                    <a:p>
                      <a:pPr algn="l"/>
                      <a:r>
                        <a:rPr sz="1125" b="1">
                          <a:solidFill>
                            <a:srgbClr val="333333"/>
                          </a:solidFill>
                          <a:latin typeface="Noto Sans JP"/>
                          <a:ea typeface="Noto Sans JP"/>
                          <a:cs typeface="Noto Sans JP"/>
                        </a:rPr>
                        <a:t>Ar 0.05–1 Td</a:t>
                      </a:r>
                    </a:p>
                  </a:txBody>
                  <a:tcPr marL="91440" marR="91440" marT="45720" marB="45720" anchor="ctr">
                    <a:solidFill>
                      <a:srgbClr val="FFFFFF"/>
                    </a:solidFill>
                  </a:tcPr>
                </a:tc>
                <a:tc>
                  <a:txBody>
                    <a:bodyPr lIns="57150" tIns="47625" rIns="57150" bIns="47625">
                      <a:normAutofit/>
                    </a:bodyPr>
                    <a:lstStyle/>
                    <a:p>
                      <a:pPr algn="ctr"/>
                      <a:r>
                        <a:rPr sz="1125" b="0">
                          <a:solidFill>
                            <a:srgbClr val="333333"/>
                          </a:solidFill>
                          <a:latin typeface="Noto Sans JP"/>
                          <a:ea typeface="Noto Sans JP"/>
                          <a:cs typeface="Noto Sans JP"/>
                        </a:rPr>
                        <a:t>中格子／細格子</a:t>
                      </a:r>
                    </a:p>
                  </a:txBody>
                  <a:tcPr marL="91440" marR="91440" marT="45720" marB="45720" anchor="ctr">
                    <a:solidFill>
                      <a:srgbClr val="FFFFFF"/>
                    </a:solidFill>
                  </a:tcPr>
                </a:tc>
                <a:tc>
                  <a:txBody>
                    <a:bodyPr lIns="57150" tIns="47625" rIns="57150" bIns="47625">
                      <a:normAutofit/>
                    </a:bodyPr>
                    <a:lstStyle/>
                    <a:p>
                      <a:pPr algn="ctr"/>
                      <a:r>
                        <a:rPr sz="1125" b="0">
                          <a:solidFill>
                            <a:srgbClr val="333333"/>
                          </a:solidFill>
                          <a:latin typeface="Noto Sans JP"/>
                          <a:ea typeface="Noto Sans JP"/>
                          <a:cs typeface="Noto Sans JP"/>
                        </a:rPr>
                        <a:t>0.393%</a:t>
                      </a:r>
                    </a:p>
                  </a:txBody>
                  <a:tcPr marL="91440" marR="91440" marT="45720" marB="45720" anchor="ctr">
                    <a:solidFill>
                      <a:srgbClr val="FFFFFF"/>
                    </a:solidFill>
                  </a:tcPr>
                </a:tc>
                <a:tc>
                  <a:txBody>
                    <a:bodyPr lIns="57150" tIns="47625" rIns="57150" bIns="47625">
                      <a:normAutofit/>
                    </a:bodyPr>
                    <a:lstStyle/>
                    <a:p>
                      <a:pPr algn="ctr"/>
                      <a:r>
                        <a:rPr sz="1125" b="0">
                          <a:solidFill>
                            <a:srgbClr val="333333"/>
                          </a:solidFill>
                          <a:latin typeface="Noto Sans JP"/>
                          <a:ea typeface="Noto Sans JP"/>
                          <a:cs typeface="Noto Sans JP"/>
                        </a:rPr>
                        <a:t>0.544%</a:t>
                      </a:r>
                    </a:p>
                  </a:txBody>
                  <a:tcPr marL="91440" marR="91440" marT="45720" marB="45720" anchor="ctr">
                    <a:solidFill>
                      <a:srgbClr val="FFFFFF"/>
                    </a:solidFill>
                  </a:tcPr>
                </a:tc>
                <a:tc>
                  <a:txBody>
                    <a:bodyPr lIns="57150" tIns="47625" rIns="57150" bIns="47625">
                      <a:normAutofit/>
                    </a:bodyPr>
                    <a:lstStyle/>
                    <a:p>
                      <a:pPr algn="ctr"/>
                      <a:r>
                        <a:rPr sz="1125" b="0">
                          <a:solidFill>
                            <a:srgbClr val="333333"/>
                          </a:solidFill>
                          <a:latin typeface="Noto Sans JP"/>
                          <a:ea typeface="Noto Sans JP"/>
                          <a:cs typeface="Noto Sans JP"/>
                        </a:rPr>
                        <a:t>0.637%</a:t>
                      </a:r>
                    </a:p>
                  </a:txBody>
                  <a:tcPr marL="91440" marR="91440" marT="45720" marB="45720" anchor="ctr">
                    <a:solidFill>
                      <a:srgbClr val="FFFFFF"/>
                    </a:solidFill>
                  </a:tcPr>
                </a:tc>
              </a:tr>
              <a:tr h="631031">
                <a:tc>
                  <a:txBody>
                    <a:bodyPr lIns="57150" tIns="47625" rIns="57150" bIns="47625">
                      <a:normAutofit/>
                    </a:bodyPr>
                    <a:lstStyle/>
                    <a:p>
                      <a:pPr algn="l"/>
                      <a:r>
                        <a:rPr sz="1125" b="1">
                          <a:solidFill>
                            <a:srgbClr val="333333"/>
                          </a:solidFill>
                          <a:latin typeface="Noto Sans JP"/>
                          <a:ea typeface="Noto Sans JP"/>
                          <a:cs typeface="Noto Sans JP"/>
                        </a:rPr>
                        <a:t>Ar（非弾性衝突あり） 10–500 Td</a:t>
                      </a:r>
                    </a:p>
                  </a:txBody>
                  <a:tcPr marL="91440" marR="91440" marT="45720" marB="45720" anchor="ctr">
                    <a:solidFill>
                      <a:srgbClr val="F2F3F4"/>
                    </a:solidFill>
                  </a:tcPr>
                </a:tc>
                <a:tc>
                  <a:txBody>
                    <a:bodyPr lIns="57150" tIns="47625" rIns="57150" bIns="47625">
                      <a:normAutofit/>
                    </a:bodyPr>
                    <a:lstStyle/>
                    <a:p>
                      <a:pPr algn="ctr"/>
                      <a:r>
                        <a:rPr sz="1125" b="0">
                          <a:solidFill>
                            <a:srgbClr val="333333"/>
                          </a:solidFill>
                          <a:latin typeface="Noto Sans JP"/>
                          <a:ea typeface="Noto Sans JP"/>
                          <a:cs typeface="Noto Sans JP"/>
                        </a:rPr>
                        <a:t>中格子／細格子</a:t>
                      </a:r>
                    </a:p>
                  </a:txBody>
                  <a:tcPr marL="91440" marR="91440" marT="45720" marB="45720" anchor="ctr">
                    <a:solidFill>
                      <a:srgbClr val="F2F3F4"/>
                    </a:solidFill>
                  </a:tcPr>
                </a:tc>
                <a:tc>
                  <a:txBody>
                    <a:bodyPr lIns="57150" tIns="47625" rIns="57150" bIns="47625">
                      <a:normAutofit/>
                    </a:bodyPr>
                    <a:lstStyle/>
                    <a:p>
                      <a:pPr algn="ctr"/>
                      <a:r>
                        <a:rPr sz="1125" b="0">
                          <a:solidFill>
                            <a:srgbClr val="333333"/>
                          </a:solidFill>
                          <a:latin typeface="Noto Sans JP"/>
                          <a:ea typeface="Noto Sans JP"/>
                          <a:cs typeface="Noto Sans JP"/>
                        </a:rPr>
                        <a:t>0.178%</a:t>
                      </a:r>
                    </a:p>
                  </a:txBody>
                  <a:tcPr marL="91440" marR="91440" marT="45720" marB="45720" anchor="ctr">
                    <a:solidFill>
                      <a:srgbClr val="F2F3F4"/>
                    </a:solidFill>
                  </a:tcPr>
                </a:tc>
                <a:tc>
                  <a:txBody>
                    <a:bodyPr lIns="57150" tIns="47625" rIns="57150" bIns="47625">
                      <a:normAutofit/>
                    </a:bodyPr>
                    <a:lstStyle/>
                    <a:p>
                      <a:pPr algn="ctr"/>
                      <a:r>
                        <a:rPr sz="1125" b="0">
                          <a:solidFill>
                            <a:srgbClr val="333333"/>
                          </a:solidFill>
                          <a:latin typeface="Noto Sans JP"/>
                          <a:ea typeface="Noto Sans JP"/>
                          <a:cs typeface="Noto Sans JP"/>
                        </a:rPr>
                        <a:t>0.619%</a:t>
                      </a:r>
                    </a:p>
                  </a:txBody>
                  <a:tcPr marL="91440" marR="91440" marT="45720" marB="45720" anchor="ctr">
                    <a:solidFill>
                      <a:srgbClr val="F2F3F4"/>
                    </a:solidFill>
                  </a:tcPr>
                </a:tc>
                <a:tc>
                  <a:txBody>
                    <a:bodyPr lIns="57150" tIns="47625" rIns="57150" bIns="47625">
                      <a:normAutofit/>
                    </a:bodyPr>
                    <a:lstStyle/>
                    <a:p>
                      <a:pPr algn="ctr"/>
                      <a:r>
                        <a:rPr sz="1125" b="0">
                          <a:solidFill>
                            <a:srgbClr val="333333"/>
                          </a:solidFill>
                          <a:latin typeface="Noto Sans JP"/>
                          <a:ea typeface="Noto Sans JP"/>
                          <a:cs typeface="Noto Sans JP"/>
                        </a:rPr>
                        <a:t>—</a:t>
                      </a:r>
                    </a:p>
                  </a:txBody>
                  <a:tcPr marL="91440" marR="91440" marT="45720" marB="45720" anchor="ctr">
                    <a:solidFill>
                      <a:srgbClr val="F2F3F4"/>
                    </a:solidFill>
                  </a:tcPr>
                </a:tc>
              </a:tr>
              <a:tr h="631031">
                <a:tc>
                  <a:txBody>
                    <a:bodyPr lIns="57150" tIns="47625" rIns="57150" bIns="47625">
                      <a:normAutofit/>
                    </a:bodyPr>
                    <a:lstStyle/>
                    <a:p>
                      <a:pPr algn="l"/>
                      <a:r>
                        <a:rPr sz="1125" b="1">
                          <a:solidFill>
                            <a:srgbClr val="333333"/>
                          </a:solidFill>
                          <a:latin typeface="Noto Sans JP"/>
                          <a:ea typeface="Noto Sans JP"/>
                          <a:cs typeface="Noto Sans JP"/>
                        </a:rPr>
                        <a:t>GEC高電界 4000 Td</a:t>
                      </a:r>
                    </a:p>
                  </a:txBody>
                  <a:tcPr marL="91440" marR="91440" marT="45720" marB="45720" anchor="ctr">
                    <a:solidFill>
                      <a:srgbClr val="FFFFFF"/>
                    </a:solidFill>
                  </a:tcPr>
                </a:tc>
                <a:tc>
                  <a:txBody>
                    <a:bodyPr lIns="57150" tIns="47625" rIns="57150" bIns="47625">
                      <a:normAutofit/>
                    </a:bodyPr>
                    <a:lstStyle/>
                    <a:p>
                      <a:pPr algn="ctr"/>
                      <a:r>
                        <a:rPr sz="1125" b="0">
                          <a:solidFill>
                            <a:srgbClr val="333333"/>
                          </a:solidFill>
                          <a:latin typeface="Noto Sans JP"/>
                          <a:ea typeface="Noto Sans JP"/>
                          <a:cs typeface="Noto Sans JP"/>
                        </a:rPr>
                        <a:t>300×48 / 600×72</a:t>
                      </a:r>
                    </a:p>
                  </a:txBody>
                  <a:tcPr marL="91440" marR="91440" marT="45720" marB="45720" anchor="ctr">
                    <a:solidFill>
                      <a:srgbClr val="FFFFFF"/>
                    </a:solidFill>
                  </a:tcPr>
                </a:tc>
                <a:tc>
                  <a:txBody>
                    <a:bodyPr lIns="57150" tIns="47625" rIns="57150" bIns="47625">
                      <a:normAutofit/>
                    </a:bodyPr>
                    <a:lstStyle/>
                    <a:p>
                      <a:pPr algn="ctr"/>
                      <a:r>
                        <a:rPr sz="1125" b="0">
                          <a:solidFill>
                            <a:srgbClr val="333333"/>
                          </a:solidFill>
                          <a:latin typeface="Noto Sans JP"/>
                          <a:ea typeface="Noto Sans JP"/>
                          <a:cs typeface="Noto Sans JP"/>
                        </a:rPr>
                        <a:t>0.374%</a:t>
                      </a:r>
                    </a:p>
                  </a:txBody>
                  <a:tcPr marL="91440" marR="91440" marT="45720" marB="45720" anchor="ctr">
                    <a:solidFill>
                      <a:srgbClr val="FFFFFF"/>
                    </a:solidFill>
                  </a:tcPr>
                </a:tc>
                <a:tc>
                  <a:txBody>
                    <a:bodyPr lIns="57150" tIns="47625" rIns="57150" bIns="47625">
                      <a:normAutofit/>
                    </a:bodyPr>
                    <a:lstStyle/>
                    <a:p>
                      <a:pPr algn="ctr"/>
                      <a:r>
                        <a:rPr sz="1125" b="0">
                          <a:solidFill>
                            <a:srgbClr val="333333"/>
                          </a:solidFill>
                          <a:latin typeface="Noto Sans JP"/>
                          <a:ea typeface="Noto Sans JP"/>
                          <a:cs typeface="Noto Sans JP"/>
                        </a:rPr>
                        <a:t>0.547%</a:t>
                      </a:r>
                    </a:p>
                  </a:txBody>
                  <a:tcPr marL="91440" marR="91440" marT="45720" marB="45720" anchor="ctr">
                    <a:solidFill>
                      <a:srgbClr val="FFFFFF"/>
                    </a:solidFill>
                  </a:tcPr>
                </a:tc>
                <a:tc>
                  <a:txBody>
                    <a:bodyPr lIns="57150" tIns="47625" rIns="57150" bIns="47625">
                      <a:normAutofit/>
                    </a:bodyPr>
                    <a:lstStyle/>
                    <a:p>
                      <a:pPr algn="ctr"/>
                      <a:r>
                        <a:rPr sz="1125" b="0">
                          <a:solidFill>
                            <a:srgbClr val="333333"/>
                          </a:solidFill>
                          <a:latin typeface="Noto Sans JP"/>
                          <a:ea typeface="Noto Sans JP"/>
                          <a:cs typeface="Noto Sans JP"/>
                        </a:rPr>
                        <a:t>0.252%</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342DA35-27DC-4941-B75A-69D00895706D}"/>
              </a:ext>
            </a:extLst>
          </p:cNvPr>
          <p:cNvSpPr>
            <a:spLocks xmlns:a="http://schemas.openxmlformats.org/drawingml/2006/main" noGrp="1"/>
          </p:cNvSpPr>
          <p:nvPr/>
        </p:nvSpPr>
        <p:spPr>
          <a:xfrm xmlns:a="http://schemas.openxmlformats.org/drawingml/2006/main">
            <a:off x="762000" y="4333875"/>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6DBB20"/>
                </a:solidFill>
                <a:latin typeface="Noto Sans JP"/>
                <a:ea typeface="Noto Sans JP"/>
                <a:cs typeface="Noto Sans JP"/>
              </a:defRPr>
            </a:pPr>
            <a:r>
              <a:rPr sz="1500" b="1" i="0">
                <a:solidFill>
                  <a:srgbClr val="6DBB20"/>
                </a:solidFill>
                <a:latin typeface="Noto Sans JP"/>
                <a:ea typeface="Noto Sans JP"/>
                <a:cs typeface="Noto Sans JP"/>
              </a:rPr>
              <a:t>強み</a:t>
            </a:r>
          </a:p>
        </p:txBody>
      </p:sp>
      <p:sp>
        <p:nvSpPr>
          <p:cNvPr id="5" name="">
            <a:extLst xmlns:a="http://schemas.openxmlformats.org/drawingml/2006/main">
              <a:ext uri="{FF2B5EF4-FFF2-40B4-BE49-F238E27FC236}">
                <a16:creationId xmlns:a16="http://schemas.microsoft.com/office/drawing/2014/main" id="{F4515736-B17A-416F-81F7-DDFBF80F2FC3}"/>
              </a:ext>
            </a:extLst>
          </p:cNvPr>
          <p:cNvSpPr>
            <a:spLocks xmlns:a="http://schemas.openxmlformats.org/drawingml/2006/main" noGrp="1"/>
          </p:cNvSpPr>
          <p:nvPr/>
        </p:nvSpPr>
        <p:spPr>
          <a:xfrm xmlns:a="http://schemas.openxmlformats.org/drawingml/2006/main">
            <a:off x="1666875" y="4238625"/>
            <a:ext cx="4524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決定論的、正値・保存的、two-termと異なる(ε,μ)離散化</a:t>
            </a:r>
          </a:p>
        </p:txBody>
      </p:sp>
      <p:sp>
        <p:nvSpPr>
          <p:cNvPr id="6" name="">
            <a:extLst xmlns:a="http://schemas.openxmlformats.org/drawingml/2006/main">
              <a:ext uri="{FF2B5EF4-FFF2-40B4-BE49-F238E27FC236}">
                <a16:creationId xmlns:a16="http://schemas.microsoft.com/office/drawing/2014/main" id="{353352B4-9F9E-4BCA-B5E4-5983D4E8158D}"/>
              </a:ext>
            </a:extLst>
          </p:cNvPr>
          <p:cNvSpPr>
            <a:spLocks xmlns:a="http://schemas.openxmlformats.org/drawingml/2006/main" noGrp="1"/>
          </p:cNvSpPr>
          <p:nvPr/>
        </p:nvSpPr>
        <p:spPr>
          <a:xfrm xmlns:a="http://schemas.openxmlformats.org/drawingml/2006/main">
            <a:off x="6667500" y="4333875"/>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D64045"/>
                </a:solidFill>
                <a:latin typeface="Noto Sans JP"/>
                <a:ea typeface="Noto Sans JP"/>
                <a:cs typeface="Noto Sans JP"/>
              </a:defRPr>
            </a:pPr>
            <a:r>
              <a:rPr sz="1500" b="1" i="0">
                <a:solidFill>
                  <a:srgbClr val="D64045"/>
                </a:solidFill>
                <a:latin typeface="Noto Sans JP"/>
                <a:ea typeface="Noto Sans JP"/>
                <a:cs typeface="Noto Sans JP"/>
              </a:rPr>
              <a:t>限界</a:t>
            </a:r>
          </a:p>
        </p:txBody>
      </p:sp>
      <p:sp>
        <p:nvSpPr>
          <p:cNvPr id="7" name="">
            <a:extLst xmlns:a="http://schemas.openxmlformats.org/drawingml/2006/main">
              <a:ext uri="{FF2B5EF4-FFF2-40B4-BE49-F238E27FC236}">
                <a16:creationId xmlns:a16="http://schemas.microsoft.com/office/drawing/2014/main" id="{48BED9D5-2222-4B06-887F-D3704B7BCDC8}"/>
              </a:ext>
            </a:extLst>
          </p:cNvPr>
          <p:cNvSpPr>
            <a:spLocks xmlns:a="http://schemas.openxmlformats.org/drawingml/2006/main" noGrp="1"/>
          </p:cNvSpPr>
          <p:nvPr/>
        </p:nvSpPr>
        <p:spPr>
          <a:xfrm xmlns:a="http://schemas.openxmlformats.org/drawingml/2006/main">
            <a:off x="7524750" y="4143375"/>
            <a:ext cx="3905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現行実装はP1衝突モデル。重心拡散、エネルギー輸送、磁場、RF周期応答は未提供／未検証</a:t>
            </a:r>
          </a:p>
        </p:txBody>
      </p:sp>
      <p:sp>
        <p:nvSpPr>
          <p:cNvPr id="8" name="">
            <a:extLst xmlns:a="http://schemas.openxmlformats.org/drawingml/2006/main">
              <a:ext uri="{FF2B5EF4-FFF2-40B4-BE49-F238E27FC236}">
                <a16:creationId xmlns:a16="http://schemas.microsoft.com/office/drawing/2014/main" id="{B6558DB3-AC3E-4927-B30B-A4447846BE9B}"/>
              </a:ext>
            </a:extLst>
          </p:cNvPr>
          <p:cNvSpPr>
            <a:spLocks xmlns:a="http://schemas.openxmlformats.org/drawingml/2006/main" noGrp="1"/>
          </p:cNvSpPr>
          <p:nvPr/>
        </p:nvSpPr>
        <p:spPr>
          <a:xfrm xmlns:a="http://schemas.openxmlformats.org/drawingml/2006/main">
            <a:off x="762000" y="5095875"/>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425" b="1" i="0">
                <a:solidFill>
                  <a:srgbClr val="008DB6"/>
                </a:solidFill>
                <a:latin typeface="Noto Sans JP"/>
                <a:ea typeface="Noto Sans JP"/>
                <a:cs typeface="Noto Sans JP"/>
              </a:defRPr>
            </a:pPr>
            <a:r>
              <a:rPr sz="1425" b="1" i="0">
                <a:solidFill>
                  <a:srgbClr val="008DB6"/>
                </a:solidFill>
                <a:latin typeface="Noto Sans JP"/>
                <a:ea typeface="Noto Sans JP"/>
                <a:cs typeface="Noto Sans JP"/>
              </a:rPr>
              <a:t>推奨用途</a:t>
            </a:r>
          </a:p>
        </p:txBody>
      </p:sp>
      <p:sp>
        <p:nvSpPr>
          <p:cNvPr id="9" name="">
            <a:extLst xmlns:a="http://schemas.openxmlformats.org/drawingml/2006/main">
              <a:ext uri="{FF2B5EF4-FFF2-40B4-BE49-F238E27FC236}">
                <a16:creationId xmlns:a16="http://schemas.microsoft.com/office/drawing/2014/main" id="{DDDC750C-69AF-442B-87A1-A327CE1F2D36}"/>
              </a:ext>
            </a:extLst>
          </p:cNvPr>
          <p:cNvSpPr>
            <a:spLocks xmlns:a="http://schemas.openxmlformats.org/drawingml/2006/main" noGrp="1"/>
          </p:cNvSpPr>
          <p:nvPr/>
        </p:nvSpPr>
        <p:spPr>
          <a:xfrm xmlns:a="http://schemas.openxmlformats.org/drawingml/2006/main">
            <a:off x="1952625" y="5000625"/>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EEDF・平均エネルギー・フラックス・ドリフト速度の独立検算。提供されない輸送量を推定で補わない。</a:t>
            </a:r>
          </a:p>
        </p:txBody>
      </p:sp>
      <p:sp>
        <p:nvSpPr>
          <p:cNvPr id="10" name="takeaway-bullet">
            <a:extLst xmlns:a="http://schemas.openxmlformats.org/drawingml/2006/main">
              <a:ext uri="{FF2B5EF4-FFF2-40B4-BE49-F238E27FC236}">
                <a16:creationId xmlns:a16="http://schemas.microsoft.com/office/drawing/2014/main" id="{046EEF1F-EDF4-410F-A4C5-B7FB8C7163F6}"/>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1" name="takeaway">
            <a:extLst xmlns:a="http://schemas.openxmlformats.org/drawingml/2006/main">
              <a:ext uri="{FF2B5EF4-FFF2-40B4-BE49-F238E27FC236}">
                <a16:creationId xmlns:a16="http://schemas.microsoft.com/office/drawing/2014/main" id="{ABF413B7-447A-48DD-947B-C423EF6E7BB2}"/>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強みは統計ノイズのない独立離散化。検証済み出力の範囲を越えてCOMSOL入力を作らない。</a:t>
            </a:r>
          </a:p>
        </p:txBody>
      </p:sp>
      <p:sp>
        <p:nvSpPr>
          <p:cNvPr id="12" name="section">
            <a:extLst xmlns:a="http://schemas.openxmlformats.org/drawingml/2006/main">
              <a:ext uri="{FF2B5EF4-FFF2-40B4-BE49-F238E27FC236}">
                <a16:creationId xmlns:a16="http://schemas.microsoft.com/office/drawing/2014/main" id="{C68E8EAB-D03C-4A60-967A-635C0763F28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 4つの計算法</a:t>
            </a:r>
          </a:p>
        </p:txBody>
      </p:sp>
      <p:sp>
        <p:nvSpPr>
          <p:cNvPr id="13" name="footer">
            <a:extLst xmlns:a="http://schemas.openxmlformats.org/drawingml/2006/main">
              <a:ext uri="{FF2B5EF4-FFF2-40B4-BE49-F238E27FC236}">
                <a16:creationId xmlns:a16="http://schemas.microsoft.com/office/drawing/2014/main" id="{B20F79E0-2B89-4B12-A0E6-46E681D9697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4" name="page">
            <a:extLst xmlns:a="http://schemas.openxmlformats.org/drawingml/2006/main">
              <a:ext uri="{FF2B5EF4-FFF2-40B4-BE49-F238E27FC236}">
                <a16:creationId xmlns:a16="http://schemas.microsoft.com/office/drawing/2014/main" id="{D31F4D15-C471-48F3-BD31-3BAE9BE13618}"/>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22</a:t>
            </a:r>
          </a:p>
        </p:txBody>
      </p:sp>
    </p:spTree>
    <p:extLst>
      <p:ext uri="{BB962C8B-B14F-4D97-AF65-F5344CB8AC3E}">
        <p14:creationId xmlns:p14="http://schemas.microsoft.com/office/powerpoint/2010/main" val="110978759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B8978BF-3395-4B62-BA51-5E149BE49A8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手法間差を、4種類の誤差に分けて読む</a:t>
            </a:r>
          </a:p>
        </p:txBody>
      </p:sp>
      <p:graphicFrame>
        <p:nvGraphicFramePr>
          <p:cNvPr id="12" name=""/>
          <p:cNvGraphicFramePr/>
          <p:nvPr/>
        </p:nvGraphicFramePr>
        <p:xfrm>
          <a:off xmlns:a="http://schemas.openxmlformats.org/drawingml/2006/main" x="523875" y="1428750"/>
          <a:ext xmlns:a="http://schemas.openxmlformats.org/drawingml/2006/main" cx="11144250" cy="3429000"/>
        </p:xfrm>
        <a:graphic xmlns:a="http://schemas.openxmlformats.org/drawingml/2006/main">
          <a:graphicData uri="http://schemas.openxmlformats.org/drawingml/2006/table">
            <a:tbl>
              <a:tblPr/>
              <a:tblGrid>
                <a:gridCol w="1815636"/>
                <a:gridCol w="3067799"/>
                <a:gridCol w="2629542"/>
                <a:gridCol w="3631272"/>
              </a:tblGrid>
              <a:tr h="685800">
                <a:tc>
                  <a:txBody>
                    <a:bodyPr lIns="57150" tIns="47625" rIns="57150" bIns="47625">
                      <a:normAutofit/>
                    </a:bodyPr>
                    <a:lstStyle/>
                    <a:p>
                      <a:pPr algn="l"/>
                      <a:r>
                        <a:rPr sz="1125" b="1">
                          <a:solidFill>
                            <a:srgbClr val="FFFFFF"/>
                          </a:solidFill>
                          <a:latin typeface="Noto Sans JP"/>
                          <a:ea typeface="Noto Sans JP"/>
                          <a:cs typeface="Noto Sans JP"/>
                        </a:rPr>
                        <a:t>誤差の種類</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例</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主な観測量</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低減・確認方法</a:t>
                      </a:r>
                    </a:p>
                  </a:txBody>
                  <a:tcPr marL="91440" marR="91440" marT="45720" marB="45720" anchor="ctr">
                    <a:solidFill>
                      <a:srgbClr val="00A6D6"/>
                    </a:solidFill>
                  </a:tcPr>
                </a:tc>
              </a:tr>
              <a:tr h="685800">
                <a:tc>
                  <a:txBody>
                    <a:bodyPr lIns="57150" tIns="47625" rIns="57150" bIns="47625">
                      <a:normAutofit/>
                    </a:bodyPr>
                    <a:lstStyle/>
                    <a:p>
                      <a:pPr algn="l"/>
                      <a:r>
                        <a:rPr sz="1050" b="1">
                          <a:solidFill>
                            <a:srgbClr val="333333"/>
                          </a:solidFill>
                          <a:latin typeface="Noto Sans JP"/>
                          <a:ea typeface="Noto Sans JP"/>
                          <a:cs typeface="Noto Sans JP"/>
                        </a:rPr>
                        <a:t>入力データ</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断面積、閾値、角度散乱、混合比</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全てのEEDF・物性</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同じ入力データ識別子、過程一覧、単位を固定</a:t>
                      </a:r>
                    </a:p>
                  </a:txBody>
                  <a:tcPr marL="91440" marR="91440" marT="45720" marB="45720" anchor="ctr">
                    <a:solidFill>
                      <a:srgbClr val="FFFFFF"/>
                    </a:solidFill>
                  </a:tcPr>
                </a:tc>
              </a:tr>
              <a:tr h="685800">
                <a:tc>
                  <a:txBody>
                    <a:bodyPr lIns="57150" tIns="47625" rIns="57150" bIns="47625">
                      <a:normAutofit/>
                    </a:bodyPr>
                    <a:lstStyle/>
                    <a:p>
                      <a:pPr algn="l"/>
                      <a:r>
                        <a:rPr sz="1050" b="1">
                          <a:solidFill>
                            <a:srgbClr val="333333"/>
                          </a:solidFill>
                          <a:latin typeface="Noto Sans JP"/>
                          <a:ea typeface="Noto Sans JP"/>
                          <a:cs typeface="Noto Sans JP"/>
                        </a:rPr>
                        <a:t>物理モデル</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two-term角度切断、P1角度モデル、付着・磁場対応</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角度分布、高エネルギー尾部、輸送</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能力表と結果メタデータを確認</a:t>
                      </a:r>
                    </a:p>
                  </a:txBody>
                  <a:tcPr marL="91440" marR="91440" marT="45720" marB="45720" anchor="ctr">
                    <a:solidFill>
                      <a:srgbClr val="F2F3F4"/>
                    </a:solidFill>
                  </a:tcPr>
                </a:tc>
              </a:tr>
              <a:tr h="685800">
                <a:tc>
                  <a:txBody>
                    <a:bodyPr lIns="57150" tIns="47625" rIns="57150" bIns="47625">
                      <a:normAutofit/>
                    </a:bodyPr>
                    <a:lstStyle/>
                    <a:p>
                      <a:pPr algn="l"/>
                      <a:r>
                        <a:rPr sz="1050" b="1">
                          <a:solidFill>
                            <a:srgbClr val="333333"/>
                          </a:solidFill>
                          <a:latin typeface="Noto Sans JP"/>
                          <a:ea typeface="Noto Sans JP"/>
                          <a:cs typeface="Noto Sans JP"/>
                        </a:rPr>
                        <a:t>離散化</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エネルギー上限・格子、Lmax、時間刻み</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EEDF形状、平均量、反応速度</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格子細分化・Lmax・高エネルギー尾部延長</a:t>
                      </a:r>
                    </a:p>
                  </a:txBody>
                  <a:tcPr marL="91440" marR="91440" marT="45720" marB="45720" anchor="ctr">
                    <a:solidFill>
                      <a:srgbClr val="FFFFFF"/>
                    </a:solidFill>
                  </a:tcPr>
                </a:tc>
              </a:tr>
              <a:tr h="685800">
                <a:tc>
                  <a:txBody>
                    <a:bodyPr lIns="57150" tIns="47625" rIns="57150" bIns="47625">
                      <a:normAutofit/>
                    </a:bodyPr>
                    <a:lstStyle/>
                    <a:p>
                      <a:pPr algn="l"/>
                      <a:r>
                        <a:rPr sz="1050" b="1">
                          <a:solidFill>
                            <a:srgbClr val="333333"/>
                          </a:solidFill>
                          <a:latin typeface="Noto Sans JP"/>
                          <a:ea typeface="Noto Sans JP"/>
                          <a:cs typeface="Noto Sans JP"/>
                        </a:rPr>
                        <a:t>統計</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粒子数、独立反復、相関、系譜</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Monte CarloのEEDF・反応速度・輸送</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95%信頼区間・相対標準誤差・有効標本数、定常性</a:t>
                      </a:r>
                    </a:p>
                  </a:txBody>
                  <a:tcPr marL="91440" marR="91440" marT="45720" marB="45720" anchor="ctr">
                    <a:solidFill>
                      <a:srgbClr val="F2F3F4"/>
                    </a:solidFill>
                  </a:tcPr>
                </a:tc>
              </a:tr>
            </a:tbl>
          </a:graphicData>
        </a:graphic>
      </p:graphicFrame>
      <p:sp>
        <p:nvSpPr>
          <p:cNvPr id="4" name="">
            <a:extLst xmlns:a="http://schemas.openxmlformats.org/drawingml/2006/main">
              <a:ext uri="{FF2B5EF4-FFF2-40B4-BE49-F238E27FC236}">
                <a16:creationId xmlns:a16="http://schemas.microsoft.com/office/drawing/2014/main" id="{287E1389-2E95-466D-A499-211021FCD6EA}"/>
              </a:ext>
            </a:extLst>
          </p:cNvPr>
          <p:cNvSpPr>
            <a:spLocks xmlns:a="http://schemas.openxmlformats.org/drawingml/2006/main" noGrp="1"/>
          </p:cNvSpPr>
          <p:nvPr/>
        </p:nvSpPr>
        <p:spPr>
          <a:xfrm xmlns:a="http://schemas.openxmlformats.org/drawingml/2006/main">
            <a:off x="1714500" y="5191125"/>
            <a:ext cx="1143000" cy="57150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伝播</a:t>
            </a:r>
          </a:p>
        </p:txBody>
      </p:sp>
      <p:sp>
        <p:nvSpPr>
          <p:cNvPr id="5" name="">
            <a:extLst xmlns:a="http://schemas.openxmlformats.org/drawingml/2006/main">
              <a:ext uri="{FF2B5EF4-FFF2-40B4-BE49-F238E27FC236}">
                <a16:creationId xmlns:a16="http://schemas.microsoft.com/office/drawing/2014/main" id="{BB27F6B6-6DAF-4F82-A0A4-23F2392A3FF3}"/>
              </a:ext>
            </a:extLst>
          </p:cNvPr>
          <p:cNvSpPr>
            <a:spLocks xmlns:a="http://schemas.openxmlformats.org/drawingml/2006/main" noGrp="1"/>
          </p:cNvSpPr>
          <p:nvPr/>
        </p:nvSpPr>
        <p:spPr>
          <a:xfrm xmlns:a="http://schemas.openxmlformats.org/drawingml/2006/main">
            <a:off x="2857500" y="5191125"/>
            <a:ext cx="7620000" cy="57150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δKPI² ≈ Σα (∂KPI/∂qα)² δqα² + 2Σα&lt;β Cov(qα,qβ)</a:t>
            </a:r>
          </a:p>
        </p:txBody>
      </p:sp>
      <p:sp>
        <p:nvSpPr>
          <p:cNvPr id="6" name="takeaway-bullet">
            <a:extLst xmlns:a="http://schemas.openxmlformats.org/drawingml/2006/main">
              <a:ext uri="{FF2B5EF4-FFF2-40B4-BE49-F238E27FC236}">
                <a16:creationId xmlns:a16="http://schemas.microsoft.com/office/drawing/2014/main" id="{526E66E0-C2EF-4613-849C-42595C82221F}"/>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72B980DE-482B-4FCF-ACA9-32CCC78E8ED8}"/>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4手法の一致は離散化・モデル差の一部を減らす証拠。断面積が正しいことや装置KPIの妥当性までは証明しない。</a:t>
            </a:r>
          </a:p>
        </p:txBody>
      </p:sp>
      <p:sp>
        <p:nvSpPr>
          <p:cNvPr id="8" name="section">
            <a:extLst xmlns:a="http://schemas.openxmlformats.org/drawingml/2006/main">
              <a:ext uri="{FF2B5EF4-FFF2-40B4-BE49-F238E27FC236}">
                <a16:creationId xmlns:a16="http://schemas.microsoft.com/office/drawing/2014/main" id="{00383CFF-C0B3-4994-A383-B60FB064FD2D}"/>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III. 比較と実装</a:t>
            </a:r>
          </a:p>
        </p:txBody>
      </p:sp>
      <p:sp>
        <p:nvSpPr>
          <p:cNvPr id="9" name="footer">
            <a:extLst xmlns:a="http://schemas.openxmlformats.org/drawingml/2006/main">
              <a:ext uri="{FF2B5EF4-FFF2-40B4-BE49-F238E27FC236}">
                <a16:creationId xmlns:a16="http://schemas.microsoft.com/office/drawing/2014/main" id="{CBE0AF5C-D4A2-4E0F-BB73-9D15106880B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0" name="page">
            <a:extLst xmlns:a="http://schemas.openxmlformats.org/drawingml/2006/main">
              <a:ext uri="{FF2B5EF4-FFF2-40B4-BE49-F238E27FC236}">
                <a16:creationId xmlns:a16="http://schemas.microsoft.com/office/drawing/2014/main" id="{658BC31D-3B1F-4980-8A98-97B3114A189A}"/>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23</a:t>
            </a:r>
          </a:p>
        </p:txBody>
      </p:sp>
    </p:spTree>
    <p:extLst>
      <p:ext uri="{BB962C8B-B14F-4D97-AF65-F5344CB8AC3E}">
        <p14:creationId xmlns:p14="http://schemas.microsoft.com/office/powerpoint/2010/main" val="147978864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02B1EC2-9666-4D0A-AE96-A40238B2283A}"/>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コードの処理フローを物理的な言葉で読む</a:t>
            </a:r>
          </a:p>
        </p:txBody>
      </p:sp>
      <p:sp>
        <p:nvSpPr>
          <p:cNvPr id="3" name="">
            <a:extLst xmlns:a="http://schemas.openxmlformats.org/drawingml/2006/main">
              <a:ext uri="{FF2B5EF4-FFF2-40B4-BE49-F238E27FC236}">
                <a16:creationId xmlns:a16="http://schemas.microsoft.com/office/drawing/2014/main" id="{443F39C3-B88E-4863-A389-60F985D849BB}"/>
              </a:ext>
            </a:extLst>
          </p:cNvPr>
          <p:cNvSpPr>
            <a:spLocks xmlns:a="http://schemas.openxmlformats.org/drawingml/2006/main" noGrp="1"/>
          </p:cNvSpPr>
          <p:nvPr/>
        </p:nvSpPr>
        <p:spPr>
          <a:xfrm xmlns:a="http://schemas.openxmlformats.org/drawingml/2006/main">
            <a:off x="590550" y="13144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01</a:t>
            </a:r>
          </a:p>
        </p:txBody>
      </p:sp>
      <p:sp>
        <p:nvSpPr>
          <p:cNvPr id="4" name="">
            <a:extLst xmlns:a="http://schemas.openxmlformats.org/drawingml/2006/main">
              <a:ext uri="{FF2B5EF4-FFF2-40B4-BE49-F238E27FC236}">
                <a16:creationId xmlns:a16="http://schemas.microsoft.com/office/drawing/2014/main" id="{1E51E02E-F88A-4787-A160-4A7F383EA7D7}"/>
              </a:ext>
            </a:extLst>
          </p:cNvPr>
          <p:cNvSpPr>
            <a:spLocks xmlns:a="http://schemas.openxmlformats.org/drawingml/2006/main" noGrp="1"/>
          </p:cNvSpPr>
          <p:nvPr/>
        </p:nvSpPr>
        <p:spPr>
          <a:xfrm xmlns:a="http://schemas.openxmlformats.org/drawingml/2006/main">
            <a:off x="1238250" y="129540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条件を指定</a:t>
            </a:r>
          </a:p>
        </p:txBody>
      </p:sp>
      <p:sp>
        <p:nvSpPr>
          <p:cNvPr id="5" name="">
            <a:extLst xmlns:a="http://schemas.openxmlformats.org/drawingml/2006/main">
              <a:ext uri="{FF2B5EF4-FFF2-40B4-BE49-F238E27FC236}">
                <a16:creationId xmlns:a16="http://schemas.microsoft.com/office/drawing/2014/main" id="{DFD6B004-928E-4353-A7B8-60611B2EE357}"/>
              </a:ext>
            </a:extLst>
          </p:cNvPr>
          <p:cNvSpPr>
            <a:spLocks xmlns:a="http://schemas.openxmlformats.org/drawingml/2006/main" noGrp="1"/>
          </p:cNvSpPr>
          <p:nvPr/>
        </p:nvSpPr>
        <p:spPr>
          <a:xfrm xmlns:a="http://schemas.openxmlformats.org/drawingml/2006/main">
            <a:off x="4524375" y="129540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ガス組成、温度、圧力、E/N、使う計算法、必要な追加物理を入力する。</a:t>
            </a:r>
          </a:p>
        </p:txBody>
      </p:sp>
      <p:sp>
        <p:nvSpPr>
          <p:cNvPr id="6" name="">
            <a:extLst xmlns:a="http://schemas.openxmlformats.org/drawingml/2006/main">
              <a:ext uri="{FF2B5EF4-FFF2-40B4-BE49-F238E27FC236}">
                <a16:creationId xmlns:a16="http://schemas.microsoft.com/office/drawing/2014/main" id="{CBC17BE4-356E-46D4-AFB3-B751CF860EAE}"/>
              </a:ext>
            </a:extLst>
          </p:cNvPr>
          <p:cNvSpPr>
            <a:spLocks xmlns:a="http://schemas.openxmlformats.org/drawingml/2006/main" noGrp="1"/>
          </p:cNvSpPr>
          <p:nvPr/>
        </p:nvSpPr>
        <p:spPr>
          <a:xfrm xmlns:a="http://schemas.openxmlformats.org/drawingml/2006/main">
            <a:off x="1238250" y="181927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7" name="">
            <a:extLst xmlns:a="http://schemas.openxmlformats.org/drawingml/2006/main">
              <a:ext uri="{FF2B5EF4-FFF2-40B4-BE49-F238E27FC236}">
                <a16:creationId xmlns:a16="http://schemas.microsoft.com/office/drawing/2014/main" id="{7AA20CA9-2D5F-4EB1-8F13-3356AF555723}"/>
              </a:ext>
            </a:extLst>
          </p:cNvPr>
          <p:cNvSpPr>
            <a:spLocks xmlns:a="http://schemas.openxmlformats.org/drawingml/2006/main" noGrp="1"/>
          </p:cNvSpPr>
          <p:nvPr/>
        </p:nvSpPr>
        <p:spPr>
          <a:xfrm xmlns:a="http://schemas.openxmlformats.org/drawingml/2006/main">
            <a:off x="590550" y="20288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02</a:t>
            </a:r>
          </a:p>
        </p:txBody>
      </p:sp>
      <p:sp>
        <p:nvSpPr>
          <p:cNvPr id="8" name="">
            <a:extLst xmlns:a="http://schemas.openxmlformats.org/drawingml/2006/main">
              <a:ext uri="{FF2B5EF4-FFF2-40B4-BE49-F238E27FC236}">
                <a16:creationId xmlns:a16="http://schemas.microsoft.com/office/drawing/2014/main" id="{BF7596CE-3EEE-4B50-8975-0F29DC14EB36}"/>
              </a:ext>
            </a:extLst>
          </p:cNvPr>
          <p:cNvSpPr>
            <a:spLocks xmlns:a="http://schemas.openxmlformats.org/drawingml/2006/main" noGrp="1"/>
          </p:cNvSpPr>
          <p:nvPr/>
        </p:nvSpPr>
        <p:spPr>
          <a:xfrm xmlns:a="http://schemas.openxmlformats.org/drawingml/2006/main">
            <a:off x="1238250" y="200977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実行前に確認</a:t>
            </a:r>
          </a:p>
        </p:txBody>
      </p:sp>
      <p:sp>
        <p:nvSpPr>
          <p:cNvPr id="9" name="">
            <a:extLst xmlns:a="http://schemas.openxmlformats.org/drawingml/2006/main">
              <a:ext uri="{FF2B5EF4-FFF2-40B4-BE49-F238E27FC236}">
                <a16:creationId xmlns:a16="http://schemas.microsoft.com/office/drawing/2014/main" id="{B5782B18-24F5-4E5D-8C2F-5D1E03E8E7BB}"/>
              </a:ext>
            </a:extLst>
          </p:cNvPr>
          <p:cNvSpPr>
            <a:spLocks xmlns:a="http://schemas.openxmlformats.org/drawingml/2006/main" noGrp="1"/>
          </p:cNvSpPr>
          <p:nvPr/>
        </p:nvSpPr>
        <p:spPr>
          <a:xfrm xmlns:a="http://schemas.openxmlformats.org/drawingml/2006/main">
            <a:off x="4524375" y="200977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単位、断面積、各手法の対応範囲を確認し、未対応物理を黙って無視しない。</a:t>
            </a:r>
          </a:p>
        </p:txBody>
      </p:sp>
      <p:sp>
        <p:nvSpPr>
          <p:cNvPr id="10" name="">
            <a:extLst xmlns:a="http://schemas.openxmlformats.org/drawingml/2006/main">
              <a:ext uri="{FF2B5EF4-FFF2-40B4-BE49-F238E27FC236}">
                <a16:creationId xmlns:a16="http://schemas.microsoft.com/office/drawing/2014/main" id="{3A333B8E-3BBE-4746-8FC1-6B3899E138E2}"/>
              </a:ext>
            </a:extLst>
          </p:cNvPr>
          <p:cNvSpPr>
            <a:spLocks xmlns:a="http://schemas.openxmlformats.org/drawingml/2006/main" noGrp="1"/>
          </p:cNvSpPr>
          <p:nvPr/>
        </p:nvSpPr>
        <p:spPr>
          <a:xfrm xmlns:a="http://schemas.openxmlformats.org/drawingml/2006/main">
            <a:off x="1238250" y="253365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1" name="">
            <a:extLst xmlns:a="http://schemas.openxmlformats.org/drawingml/2006/main">
              <a:ext uri="{FF2B5EF4-FFF2-40B4-BE49-F238E27FC236}">
                <a16:creationId xmlns:a16="http://schemas.microsoft.com/office/drawing/2014/main" id="{2FBA15FD-F8A9-41F9-A3DF-F4DFFD8752C8}"/>
              </a:ext>
            </a:extLst>
          </p:cNvPr>
          <p:cNvSpPr>
            <a:spLocks xmlns:a="http://schemas.openxmlformats.org/drawingml/2006/main" noGrp="1"/>
          </p:cNvSpPr>
          <p:nvPr/>
        </p:nvSpPr>
        <p:spPr>
          <a:xfrm xmlns:a="http://schemas.openxmlformats.org/drawingml/2006/main">
            <a:off x="590550" y="27432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03</a:t>
            </a:r>
          </a:p>
        </p:txBody>
      </p:sp>
      <p:sp>
        <p:nvSpPr>
          <p:cNvPr id="12" name="">
            <a:extLst xmlns:a="http://schemas.openxmlformats.org/drawingml/2006/main">
              <a:ext uri="{FF2B5EF4-FFF2-40B4-BE49-F238E27FC236}">
                <a16:creationId xmlns:a16="http://schemas.microsoft.com/office/drawing/2014/main" id="{D9E693EB-AD62-45B0-B75F-3507DD8B6BD2}"/>
              </a:ext>
            </a:extLst>
          </p:cNvPr>
          <p:cNvSpPr>
            <a:spLocks xmlns:a="http://schemas.openxmlformats.org/drawingml/2006/main" noGrp="1"/>
          </p:cNvSpPr>
          <p:nvPr/>
        </p:nvSpPr>
        <p:spPr>
          <a:xfrm xmlns:a="http://schemas.openxmlformats.org/drawingml/2006/main">
            <a:off x="1238250" y="272415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4手法を実行</a:t>
            </a:r>
          </a:p>
        </p:txBody>
      </p:sp>
      <p:sp>
        <p:nvSpPr>
          <p:cNvPr id="13" name="">
            <a:extLst xmlns:a="http://schemas.openxmlformats.org/drawingml/2006/main">
              <a:ext uri="{FF2B5EF4-FFF2-40B4-BE49-F238E27FC236}">
                <a16:creationId xmlns:a16="http://schemas.microsoft.com/office/drawing/2014/main" id="{0D9B8DED-882E-452A-A701-8BC45EFFC01A}"/>
              </a:ext>
            </a:extLst>
          </p:cNvPr>
          <p:cNvSpPr>
            <a:spLocks xmlns:a="http://schemas.openxmlformats.org/drawingml/2006/main" noGrp="1"/>
          </p:cNvSpPr>
          <p:nvPr/>
        </p:nvSpPr>
        <p:spPr>
          <a:xfrm xmlns:a="http://schemas.openxmlformats.org/drawingml/2006/main">
            <a:off x="4524375" y="272415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各手法が自身の未知量と離散化でEEDF・物性を計算する。</a:t>
            </a:r>
          </a:p>
        </p:txBody>
      </p:sp>
      <p:sp>
        <p:nvSpPr>
          <p:cNvPr id="14" name="">
            <a:extLst xmlns:a="http://schemas.openxmlformats.org/drawingml/2006/main">
              <a:ext uri="{FF2B5EF4-FFF2-40B4-BE49-F238E27FC236}">
                <a16:creationId xmlns:a16="http://schemas.microsoft.com/office/drawing/2014/main" id="{4F08E8CD-46E7-44D0-B8B9-1AEBE750EEC1}"/>
              </a:ext>
            </a:extLst>
          </p:cNvPr>
          <p:cNvSpPr>
            <a:spLocks xmlns:a="http://schemas.openxmlformats.org/drawingml/2006/main" noGrp="1"/>
          </p:cNvSpPr>
          <p:nvPr/>
        </p:nvSpPr>
        <p:spPr>
          <a:xfrm xmlns:a="http://schemas.openxmlformats.org/drawingml/2006/main">
            <a:off x="1238250" y="324802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5" name="">
            <a:extLst xmlns:a="http://schemas.openxmlformats.org/drawingml/2006/main">
              <a:ext uri="{FF2B5EF4-FFF2-40B4-BE49-F238E27FC236}">
                <a16:creationId xmlns:a16="http://schemas.microsoft.com/office/drawing/2014/main" id="{2E913468-03C0-4023-B3C5-0FA1D241F96C}"/>
              </a:ext>
            </a:extLst>
          </p:cNvPr>
          <p:cNvSpPr>
            <a:spLocks xmlns:a="http://schemas.openxmlformats.org/drawingml/2006/main" noGrp="1"/>
          </p:cNvSpPr>
          <p:nvPr/>
        </p:nvSpPr>
        <p:spPr>
          <a:xfrm xmlns:a="http://schemas.openxmlformats.org/drawingml/2006/main">
            <a:off x="590550" y="345757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04</a:t>
            </a:r>
          </a:p>
        </p:txBody>
      </p:sp>
      <p:sp>
        <p:nvSpPr>
          <p:cNvPr id="16" name="">
            <a:extLst xmlns:a="http://schemas.openxmlformats.org/drawingml/2006/main">
              <a:ext uri="{FF2B5EF4-FFF2-40B4-BE49-F238E27FC236}">
                <a16:creationId xmlns:a16="http://schemas.microsoft.com/office/drawing/2014/main" id="{889394B0-AE74-409A-BDFA-DF262C192565}"/>
              </a:ext>
            </a:extLst>
          </p:cNvPr>
          <p:cNvSpPr>
            <a:spLocks xmlns:a="http://schemas.openxmlformats.org/drawingml/2006/main" noGrp="1"/>
          </p:cNvSpPr>
          <p:nvPr/>
        </p:nvSpPr>
        <p:spPr>
          <a:xfrm xmlns:a="http://schemas.openxmlformats.org/drawingml/2006/main">
            <a:off x="1238250" y="343852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数値品質を確認</a:t>
            </a:r>
          </a:p>
        </p:txBody>
      </p:sp>
      <p:sp>
        <p:nvSpPr>
          <p:cNvPr id="17" name="">
            <a:extLst xmlns:a="http://schemas.openxmlformats.org/drawingml/2006/main">
              <a:ext uri="{FF2B5EF4-FFF2-40B4-BE49-F238E27FC236}">
                <a16:creationId xmlns:a16="http://schemas.microsoft.com/office/drawing/2014/main" id="{E4B6E17B-B6D8-4388-B95F-C1AE695BB05C}"/>
              </a:ext>
            </a:extLst>
          </p:cNvPr>
          <p:cNvSpPr>
            <a:spLocks xmlns:a="http://schemas.openxmlformats.org/drawingml/2006/main" noGrp="1"/>
          </p:cNvSpPr>
          <p:nvPr/>
        </p:nvSpPr>
        <p:spPr>
          <a:xfrm xmlns:a="http://schemas.openxmlformats.org/drawingml/2006/main">
            <a:off x="4524375" y="343852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9485"/>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正規化、残差、格子／Lmax収束、Monte Carlo統計、高エネルギー尾部の範囲を確認する。</a:t>
            </a:r>
          </a:p>
        </p:txBody>
      </p:sp>
      <p:sp>
        <p:nvSpPr>
          <p:cNvPr id="18" name="">
            <a:extLst xmlns:a="http://schemas.openxmlformats.org/drawingml/2006/main">
              <a:ext uri="{FF2B5EF4-FFF2-40B4-BE49-F238E27FC236}">
                <a16:creationId xmlns:a16="http://schemas.microsoft.com/office/drawing/2014/main" id="{91A5FE38-0634-4ED0-87B5-41F64D65BCBE}"/>
              </a:ext>
            </a:extLst>
          </p:cNvPr>
          <p:cNvSpPr>
            <a:spLocks xmlns:a="http://schemas.openxmlformats.org/drawingml/2006/main" noGrp="1"/>
          </p:cNvSpPr>
          <p:nvPr/>
        </p:nvSpPr>
        <p:spPr>
          <a:xfrm xmlns:a="http://schemas.openxmlformats.org/drawingml/2006/main">
            <a:off x="1238250" y="396240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9" name="">
            <a:extLst xmlns:a="http://schemas.openxmlformats.org/drawingml/2006/main">
              <a:ext uri="{FF2B5EF4-FFF2-40B4-BE49-F238E27FC236}">
                <a16:creationId xmlns:a16="http://schemas.microsoft.com/office/drawing/2014/main" id="{CB955A16-3170-470F-BB14-284E6B23856E}"/>
              </a:ext>
            </a:extLst>
          </p:cNvPr>
          <p:cNvSpPr>
            <a:spLocks xmlns:a="http://schemas.openxmlformats.org/drawingml/2006/main" noGrp="1"/>
          </p:cNvSpPr>
          <p:nvPr/>
        </p:nvSpPr>
        <p:spPr>
          <a:xfrm xmlns:a="http://schemas.openxmlformats.org/drawingml/2006/main">
            <a:off x="590550" y="41719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05</a:t>
            </a:r>
          </a:p>
        </p:txBody>
      </p:sp>
      <p:sp>
        <p:nvSpPr>
          <p:cNvPr id="20" name="">
            <a:extLst xmlns:a="http://schemas.openxmlformats.org/drawingml/2006/main">
              <a:ext uri="{FF2B5EF4-FFF2-40B4-BE49-F238E27FC236}">
                <a16:creationId xmlns:a16="http://schemas.microsoft.com/office/drawing/2014/main" id="{4A629B7F-2C44-4D8F-A1EC-C3983B09271F}"/>
              </a:ext>
            </a:extLst>
          </p:cNvPr>
          <p:cNvSpPr>
            <a:spLocks xmlns:a="http://schemas.openxmlformats.org/drawingml/2006/main" noGrp="1"/>
          </p:cNvSpPr>
          <p:nvPr/>
        </p:nvSpPr>
        <p:spPr>
          <a:xfrm xmlns:a="http://schemas.openxmlformats.org/drawingml/2006/main">
            <a:off x="1238250" y="415290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同一定義で比較</a:t>
            </a:r>
          </a:p>
        </p:txBody>
      </p:sp>
      <p:sp>
        <p:nvSpPr>
          <p:cNvPr id="21" name="">
            <a:extLst xmlns:a="http://schemas.openxmlformats.org/drawingml/2006/main">
              <a:ext uri="{FF2B5EF4-FFF2-40B4-BE49-F238E27FC236}">
                <a16:creationId xmlns:a16="http://schemas.microsoft.com/office/drawing/2014/main" id="{3E44E82A-6F31-4B16-B7F5-EABDFA195095}"/>
              </a:ext>
            </a:extLst>
          </p:cNvPr>
          <p:cNvSpPr>
            <a:spLocks xmlns:a="http://schemas.openxmlformats.org/drawingml/2006/main" noGrp="1"/>
          </p:cNvSpPr>
          <p:nvPr/>
        </p:nvSpPr>
        <p:spPr>
          <a:xfrm xmlns:a="http://schemas.openxmlformats.org/drawingml/2006/main">
            <a:off x="4524375" y="415290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共通エネルギー格子と同じ輸送量定義で、EEDF・平均量・反応速度を比較する。</a:t>
            </a:r>
          </a:p>
        </p:txBody>
      </p:sp>
      <p:sp>
        <p:nvSpPr>
          <p:cNvPr id="22" name="">
            <a:extLst xmlns:a="http://schemas.openxmlformats.org/drawingml/2006/main">
              <a:ext uri="{FF2B5EF4-FFF2-40B4-BE49-F238E27FC236}">
                <a16:creationId xmlns:a16="http://schemas.microsoft.com/office/drawing/2014/main" id="{00B2DD52-F2DF-48A0-B474-32319F11CBAB}"/>
              </a:ext>
            </a:extLst>
          </p:cNvPr>
          <p:cNvSpPr>
            <a:spLocks xmlns:a="http://schemas.openxmlformats.org/drawingml/2006/main" noGrp="1"/>
          </p:cNvSpPr>
          <p:nvPr/>
        </p:nvSpPr>
        <p:spPr>
          <a:xfrm xmlns:a="http://schemas.openxmlformats.org/drawingml/2006/main">
            <a:off x="1238250" y="467677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23" name="">
            <a:extLst xmlns:a="http://schemas.openxmlformats.org/drawingml/2006/main">
              <a:ext uri="{FF2B5EF4-FFF2-40B4-BE49-F238E27FC236}">
                <a16:creationId xmlns:a16="http://schemas.microsoft.com/office/drawing/2014/main" id="{DFCDC6AC-41D3-4789-B387-5C54562A067B}"/>
              </a:ext>
            </a:extLst>
          </p:cNvPr>
          <p:cNvSpPr>
            <a:spLocks xmlns:a="http://schemas.openxmlformats.org/drawingml/2006/main" noGrp="1"/>
          </p:cNvSpPr>
          <p:nvPr/>
        </p:nvSpPr>
        <p:spPr>
          <a:xfrm xmlns:a="http://schemas.openxmlformats.org/drawingml/2006/main">
            <a:off x="590550" y="48863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06</a:t>
            </a:r>
          </a:p>
        </p:txBody>
      </p:sp>
      <p:sp>
        <p:nvSpPr>
          <p:cNvPr id="24" name="">
            <a:extLst xmlns:a="http://schemas.openxmlformats.org/drawingml/2006/main">
              <a:ext uri="{FF2B5EF4-FFF2-40B4-BE49-F238E27FC236}">
                <a16:creationId xmlns:a16="http://schemas.microsoft.com/office/drawing/2014/main" id="{D2EB2748-65D9-49EA-9DBB-7A069EE2CFB4}"/>
              </a:ext>
            </a:extLst>
          </p:cNvPr>
          <p:cNvSpPr>
            <a:spLocks xmlns:a="http://schemas.openxmlformats.org/drawingml/2006/main" noGrp="1"/>
          </p:cNvSpPr>
          <p:nvPr/>
        </p:nvSpPr>
        <p:spPr>
          <a:xfrm xmlns:a="http://schemas.openxmlformats.org/drawingml/2006/main">
            <a:off x="1238250" y="486727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COMSOL表を出力</a:t>
            </a:r>
          </a:p>
        </p:txBody>
      </p:sp>
      <p:sp>
        <p:nvSpPr>
          <p:cNvPr id="25" name="">
            <a:extLst xmlns:a="http://schemas.openxmlformats.org/drawingml/2006/main">
              <a:ext uri="{FF2B5EF4-FFF2-40B4-BE49-F238E27FC236}">
                <a16:creationId xmlns:a16="http://schemas.microsoft.com/office/drawing/2014/main" id="{29554F5E-F15C-447B-A980-04F324DD99EE}"/>
              </a:ext>
            </a:extLst>
          </p:cNvPr>
          <p:cNvSpPr>
            <a:spLocks xmlns:a="http://schemas.openxmlformats.org/drawingml/2006/main" noGrp="1"/>
          </p:cNvSpPr>
          <p:nvPr/>
        </p:nvSpPr>
        <p:spPr>
          <a:xfrm xmlns:a="http://schemas.openxmlformats.org/drawingml/2006/main">
            <a:off x="4524375" y="486727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採用条件を満たした結果だけを、単位・出典・対応範囲とともに表へ変換する。</a:t>
            </a:r>
          </a:p>
        </p:txBody>
      </p:sp>
      <p:sp>
        <p:nvSpPr>
          <p:cNvPr id="26" name="">
            <a:extLst xmlns:a="http://schemas.openxmlformats.org/drawingml/2006/main">
              <a:ext uri="{FF2B5EF4-FFF2-40B4-BE49-F238E27FC236}">
                <a16:creationId xmlns:a16="http://schemas.microsoft.com/office/drawing/2014/main" id="{5675AB33-5951-4F24-97E1-AE5A8B8F3134}"/>
              </a:ext>
            </a:extLst>
          </p:cNvPr>
          <p:cNvSpPr>
            <a:spLocks xmlns:a="http://schemas.openxmlformats.org/drawingml/2006/main" noGrp="1"/>
          </p:cNvSpPr>
          <p:nvPr/>
        </p:nvSpPr>
        <p:spPr>
          <a:xfrm xmlns:a="http://schemas.openxmlformats.org/drawingml/2006/main">
            <a:off x="838200" y="56197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設計上の要点</a:t>
            </a:r>
          </a:p>
        </p:txBody>
      </p:sp>
      <p:sp>
        <p:nvSpPr>
          <p:cNvPr id="27" name="">
            <a:extLst xmlns:a="http://schemas.openxmlformats.org/drawingml/2006/main">
              <a:ext uri="{FF2B5EF4-FFF2-40B4-BE49-F238E27FC236}">
                <a16:creationId xmlns:a16="http://schemas.microsoft.com/office/drawing/2014/main" id="{06519C55-BAE5-4405-B0B8-27412E3F34D8}"/>
              </a:ext>
            </a:extLst>
          </p:cNvPr>
          <p:cNvSpPr>
            <a:spLocks xmlns:a="http://schemas.openxmlformats.org/drawingml/2006/main" noGrp="1"/>
          </p:cNvSpPr>
          <p:nvPr/>
        </p:nvSpPr>
        <p:spPr>
          <a:xfrm xmlns:a="http://schemas.openxmlformats.org/drawingml/2006/main">
            <a:off x="2524125" y="552450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計算法の選択と追加物理の要求を分離し、各手法がどう扱ったかを結果に残す。</a:t>
            </a:r>
          </a:p>
        </p:txBody>
      </p:sp>
      <p:sp>
        <p:nvSpPr>
          <p:cNvPr id="28" name="takeaway-bullet">
            <a:extLst xmlns:a="http://schemas.openxmlformats.org/drawingml/2006/main">
              <a:ext uri="{FF2B5EF4-FFF2-40B4-BE49-F238E27FC236}">
                <a16:creationId xmlns:a16="http://schemas.microsoft.com/office/drawing/2014/main" id="{AD12EFB5-11D0-4C5D-B5E2-5BDF776C0F5B}"/>
              </a:ext>
            </a:extLst>
          </p:cNvPr>
          <p:cNvSpPr>
            <a:spLocks xmlns:a="http://schemas.openxmlformats.org/drawingml/2006/main" noGrp="1"/>
          </p:cNvSpPr>
          <p:nvPr/>
        </p:nvSpPr>
        <p:spPr>
          <a:xfrm xmlns:a="http://schemas.openxmlformats.org/drawingml/2006/main">
            <a:off x="457200" y="60864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9" name="takeaway">
            <a:extLst xmlns:a="http://schemas.openxmlformats.org/drawingml/2006/main">
              <a:ext uri="{FF2B5EF4-FFF2-40B4-BE49-F238E27FC236}">
                <a16:creationId xmlns:a16="http://schemas.microsoft.com/office/drawing/2014/main" id="{2507E8F9-624D-4BD1-9A86-1A0734123C54}"/>
              </a:ext>
            </a:extLst>
          </p:cNvPr>
          <p:cNvSpPr>
            <a:spLocks xmlns:a="http://schemas.openxmlformats.org/drawingml/2006/main" noGrp="1"/>
          </p:cNvSpPr>
          <p:nvPr/>
        </p:nvSpPr>
        <p:spPr>
          <a:xfrm xmlns:a="http://schemas.openxmlformats.org/drawingml/2006/main">
            <a:off x="647700" y="596265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処理名ではなく、各段階で何の物理・単位・証拠を確認するかを追う。</a:t>
            </a:r>
          </a:p>
        </p:txBody>
      </p:sp>
      <p:sp>
        <p:nvSpPr>
          <p:cNvPr id="30" name="section">
            <a:extLst xmlns:a="http://schemas.openxmlformats.org/drawingml/2006/main">
              <a:ext uri="{FF2B5EF4-FFF2-40B4-BE49-F238E27FC236}">
                <a16:creationId xmlns:a16="http://schemas.microsoft.com/office/drawing/2014/main" id="{2D403537-E5BD-402C-B8A8-5B1EA22EED7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III. 比較と実装</a:t>
            </a:r>
          </a:p>
        </p:txBody>
      </p:sp>
      <p:sp>
        <p:nvSpPr>
          <p:cNvPr id="31" name="footer">
            <a:extLst xmlns:a="http://schemas.openxmlformats.org/drawingml/2006/main">
              <a:ext uri="{FF2B5EF4-FFF2-40B4-BE49-F238E27FC236}">
                <a16:creationId xmlns:a16="http://schemas.microsoft.com/office/drawing/2014/main" id="{1A98FCDC-3492-4C05-846F-A773AC9EC5C2}"/>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32" name="page">
            <a:extLst xmlns:a="http://schemas.openxmlformats.org/drawingml/2006/main">
              <a:ext uri="{FF2B5EF4-FFF2-40B4-BE49-F238E27FC236}">
                <a16:creationId xmlns:a16="http://schemas.microsoft.com/office/drawing/2014/main" id="{5BAD5885-227F-4D79-A0B6-058386990A3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24</a:t>
            </a:r>
          </a:p>
        </p:txBody>
      </p:sp>
    </p:spTree>
    <p:extLst>
      <p:ext uri="{BB962C8B-B14F-4D97-AF65-F5344CB8AC3E}">
        <p14:creationId xmlns:p14="http://schemas.microsoft.com/office/powerpoint/2010/main" val="128667486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CAE6BF5-DF89-4D12-AD5B-43A40B6E528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コード用語を、物理用語に言い換える</a:t>
            </a:r>
          </a:p>
        </p:txBody>
      </p:sp>
      <p:graphicFrame>
        <p:nvGraphicFramePr>
          <p:cNvPr id="10" name=""/>
          <p:cNvGraphicFramePr/>
          <p:nvPr/>
        </p:nvGraphicFramePr>
        <p:xfrm>
          <a:off xmlns:a="http://schemas.openxmlformats.org/drawingml/2006/main" x="428625" y="1333500"/>
          <a:ext xmlns:a="http://schemas.openxmlformats.org/drawingml/2006/main" cx="11334750" cy="4333875"/>
        </p:xfrm>
        <a:graphic xmlns:a="http://schemas.openxmlformats.org/drawingml/2006/main">
          <a:graphicData uri="http://schemas.openxmlformats.org/drawingml/2006/table">
            <a:tbl>
              <a:tblPr/>
              <a:tblGrid>
                <a:gridCol w="2867828"/>
                <a:gridCol w="2731265"/>
                <a:gridCol w="5735657"/>
              </a:tblGrid>
              <a:tr h="481542">
                <a:tc>
                  <a:txBody>
                    <a:bodyPr lIns="57150" tIns="47625" rIns="57150" bIns="47625">
                      <a:normAutofit/>
                    </a:bodyPr>
                    <a:lstStyle/>
                    <a:p>
                      <a:pPr algn="l"/>
                      <a:r>
                        <a:rPr sz="1125" b="1">
                          <a:solidFill>
                            <a:srgbClr val="FFFFFF"/>
                          </a:solidFill>
                          <a:latin typeface="Noto Sans JP"/>
                          <a:ea typeface="Noto Sans JP"/>
                          <a:cs typeface="Noto Sans JP"/>
                        </a:rPr>
                        <a:t>コード・ファイル中の名称</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この資料での呼び方</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意味</a:t>
                      </a:r>
                    </a:p>
                  </a:txBody>
                  <a:tcPr marL="91440" marR="91440" marT="45720" marB="45720" anchor="ctr">
                    <a:solidFill>
                      <a:srgbClr val="00A6D6"/>
                    </a:solidFill>
                  </a:tcPr>
                </a:tc>
              </a:tr>
              <a:tr h="481542">
                <a:tc>
                  <a:txBody>
                    <a:bodyPr lIns="57150" tIns="47625" rIns="57150" bIns="47625">
                      <a:normAutofit/>
                    </a:bodyPr>
                    <a:lstStyle/>
                    <a:p>
                      <a:pPr algn="l"/>
                      <a:r>
                        <a:rPr sz="975" b="1">
                          <a:solidFill>
                            <a:srgbClr val="333333"/>
                          </a:solidFill>
                          <a:latin typeface="Noto Sans JP"/>
                          <a:ea typeface="Noto Sans JP"/>
                          <a:cs typeface="Noto Sans JP"/>
                        </a:rPr>
                        <a:t>run.solvers</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使用する計算法</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two-term、multi-term、Monte Carlo、propagatorの選択</a:t>
                      </a:r>
                    </a:p>
                  </a:txBody>
                  <a:tcPr marL="91440" marR="91440" marT="45720" marB="45720" anchor="ctr">
                    <a:solidFill>
                      <a:srgbClr val="FFFFFF"/>
                    </a:solidFill>
                  </a:tcPr>
                </a:tc>
              </a:tr>
              <a:tr h="481542">
                <a:tc>
                  <a:txBody>
                    <a:bodyPr lIns="57150" tIns="47625" rIns="57150" bIns="47625">
                      <a:normAutofit/>
                    </a:bodyPr>
                    <a:lstStyle/>
                    <a:p>
                      <a:pPr algn="l"/>
                      <a:r>
                        <a:rPr sz="975" b="1">
                          <a:solidFill>
                            <a:srgbClr val="333333"/>
                          </a:solidFill>
                          <a:latin typeface="Noto Sans JP"/>
                          <a:ea typeface="Noto Sans JP"/>
                          <a:cs typeface="Noto Sans JP"/>
                        </a:rPr>
                        <a:t>physics.features</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追加する物理モデル</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e–e衝突、B場、角度散乱などの要求</a:t>
                      </a:r>
                    </a:p>
                  </a:txBody>
                  <a:tcPr marL="91440" marR="91440" marT="45720" marB="45720" anchor="ctr">
                    <a:solidFill>
                      <a:srgbClr val="F2F3F4"/>
                    </a:solidFill>
                  </a:tcPr>
                </a:tc>
              </a:tr>
              <a:tr h="481542">
                <a:tc>
                  <a:txBody>
                    <a:bodyPr lIns="57150" tIns="47625" rIns="57150" bIns="47625">
                      <a:normAutofit/>
                    </a:bodyPr>
                    <a:lstStyle/>
                    <a:p>
                      <a:pPr algn="l"/>
                      <a:r>
                        <a:rPr sz="975" b="1">
                          <a:solidFill>
                            <a:srgbClr val="333333"/>
                          </a:solidFill>
                          <a:latin typeface="Noto Sans JP"/>
                          <a:ea typeface="Noto Sans JP"/>
                          <a:cs typeface="Noto Sans JP"/>
                        </a:rPr>
                        <a:t>solve plan</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実行前の組み合わせ表</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どの手法が要求物理を実行・近似・不対応とするか</a:t>
                      </a:r>
                    </a:p>
                  </a:txBody>
                  <a:tcPr marL="91440" marR="91440" marT="45720" marB="45720" anchor="ctr">
                    <a:solidFill>
                      <a:srgbClr val="FFFFFF"/>
                    </a:solidFill>
                  </a:tcPr>
                </a:tc>
              </a:tr>
              <a:tr h="481542">
                <a:tc>
                  <a:txBody>
                    <a:bodyPr lIns="57150" tIns="47625" rIns="57150" bIns="47625">
                      <a:normAutofit/>
                    </a:bodyPr>
                    <a:lstStyle/>
                    <a:p>
                      <a:pPr algn="l"/>
                      <a:r>
                        <a:rPr sz="975" b="1">
                          <a:solidFill>
                            <a:srgbClr val="333333"/>
                          </a:solidFill>
                          <a:latin typeface="Noto Sans JP"/>
                          <a:ea typeface="Noto Sans JP"/>
                          <a:cs typeface="Noto Sans JP"/>
                        </a:rPr>
                        <a:t>canonical result</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4手法共通の結果形式</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EEDF、物性、数値品質、仮定を同じ項目で保存</a:t>
                      </a:r>
                    </a:p>
                  </a:txBody>
                  <a:tcPr marL="91440" marR="91440" marT="45720" marB="45720" anchor="ctr">
                    <a:solidFill>
                      <a:srgbClr val="F2F3F4"/>
                    </a:solidFill>
                  </a:tcPr>
                </a:tc>
              </a:tr>
              <a:tr h="481542">
                <a:tc>
                  <a:txBody>
                    <a:bodyPr lIns="57150" tIns="47625" rIns="57150" bIns="47625">
                      <a:normAutofit/>
                    </a:bodyPr>
                    <a:lstStyle/>
                    <a:p>
                      <a:pPr algn="l"/>
                      <a:r>
                        <a:rPr sz="975" b="1">
                          <a:solidFill>
                            <a:srgbClr val="333333"/>
                          </a:solidFill>
                          <a:latin typeface="Noto Sans JP"/>
                          <a:ea typeface="Noto Sans JP"/>
                          <a:cs typeface="Noto Sans JP"/>
                        </a:rPr>
                        <a:t>quality gate</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採用判定条件</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正規化・収束・統計誤差などの最低条件</a:t>
                      </a:r>
                    </a:p>
                  </a:txBody>
                  <a:tcPr marL="91440" marR="91440" marT="45720" marB="45720" anchor="ctr">
                    <a:solidFill>
                      <a:srgbClr val="FFFFFF"/>
                    </a:solidFill>
                  </a:tcPr>
                </a:tc>
              </a:tr>
              <a:tr h="481542">
                <a:tc>
                  <a:txBody>
                    <a:bodyPr lIns="57150" tIns="47625" rIns="57150" bIns="47625">
                      <a:normAutofit/>
                    </a:bodyPr>
                    <a:lstStyle/>
                    <a:p>
                      <a:pPr algn="l"/>
                      <a:r>
                        <a:rPr sz="975" b="1">
                          <a:solidFill>
                            <a:srgbClr val="333333"/>
                          </a:solidFill>
                          <a:latin typeface="Noto Sans JP"/>
                          <a:ea typeface="Noto Sans JP"/>
                          <a:cs typeface="Noto Sans JP"/>
                        </a:rPr>
                        <a:t>COMSOL input bundle</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COMSOLへ渡す表一式</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物性表、EEDF表、単位、出典、対応範囲</a:t>
                      </a:r>
                    </a:p>
                  </a:txBody>
                  <a:tcPr marL="91440" marR="91440" marT="45720" marB="45720" anchor="ctr">
                    <a:solidFill>
                      <a:srgbClr val="F2F3F4"/>
                    </a:solidFill>
                  </a:tcPr>
                </a:tc>
              </a:tr>
              <a:tr h="481542">
                <a:tc>
                  <a:txBody>
                    <a:bodyPr lIns="57150" tIns="47625" rIns="57150" bIns="47625">
                      <a:normAutofit/>
                    </a:bodyPr>
                    <a:lstStyle/>
                    <a:p>
                      <a:pPr algn="l"/>
                      <a:r>
                        <a:rPr sz="975" b="1">
                          <a:solidFill>
                            <a:srgbClr val="333333"/>
                          </a:solidFill>
                          <a:latin typeface="Noto Sans JP"/>
                          <a:ea typeface="Noto Sans JP"/>
                          <a:cs typeface="Noto Sans JP"/>
                        </a:rPr>
                        <a:t>model adapter / map</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個別MPHの変数対応</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表の列をCOMSOL変数・反応・解析ステップへ結び付ける設定</a:t>
                      </a:r>
                    </a:p>
                  </a:txBody>
                  <a:tcPr marL="91440" marR="91440" marT="45720" marB="45720" anchor="ctr">
                    <a:solidFill>
                      <a:srgbClr val="FFFFFF"/>
                    </a:solidFill>
                  </a:tcPr>
                </a:tc>
              </a:tr>
              <a:tr h="481542">
                <a:tc>
                  <a:txBody>
                    <a:bodyPr lIns="57150" tIns="47625" rIns="57150" bIns="47625">
                      <a:normAutofit/>
                    </a:bodyPr>
                    <a:lstStyle/>
                    <a:p>
                      <a:pPr algn="l"/>
                      <a:r>
                        <a:rPr sz="975" b="1">
                          <a:solidFill>
                            <a:srgbClr val="333333"/>
                          </a:solidFill>
                          <a:latin typeface="Noto Sans JP"/>
                          <a:ea typeface="Noto Sans JP"/>
                          <a:cs typeface="Noto Sans JP"/>
                        </a:rPr>
                        <a:t>closure owner</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物性値の供給元</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SwarmとCOMSOLのどちらが各係数を与えるか</a:t>
                      </a:r>
                    </a:p>
                  </a:txBody>
                  <a:tcPr marL="91440" marR="91440" marT="45720" marB="45720" anchor="ctr">
                    <a:solidFill>
                      <a:srgbClr val="F2F3F4"/>
                    </a:solidFill>
                  </a:tcPr>
                </a:tc>
              </a:tr>
            </a:tbl>
          </a:graphicData>
        </a:graphic>
      </p:graphicFrame>
      <p:sp>
        <p:nvSpPr>
          <p:cNvPr id="4" name="takeaway-bullet">
            <a:extLst xmlns:a="http://schemas.openxmlformats.org/drawingml/2006/main">
              <a:ext uri="{FF2B5EF4-FFF2-40B4-BE49-F238E27FC236}">
                <a16:creationId xmlns:a16="http://schemas.microsoft.com/office/drawing/2014/main" id="{41886E6A-0B56-4AEC-9EC5-9477C7EF425A}"/>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 name="takeaway">
            <a:extLst xmlns:a="http://schemas.openxmlformats.org/drawingml/2006/main">
              <a:ext uri="{FF2B5EF4-FFF2-40B4-BE49-F238E27FC236}">
                <a16:creationId xmlns:a16="http://schemas.microsoft.com/office/drawing/2014/main" id="{2CB7754C-F67F-4A0B-90FA-DE1999AFA470}"/>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コード名は追跡性のために残す。説明の主語は、物理量・近似・採用条件・装置判断に置く。</a:t>
            </a:r>
          </a:p>
        </p:txBody>
      </p:sp>
      <p:sp>
        <p:nvSpPr>
          <p:cNvPr id="6" name="section">
            <a:extLst xmlns:a="http://schemas.openxmlformats.org/drawingml/2006/main">
              <a:ext uri="{FF2B5EF4-FFF2-40B4-BE49-F238E27FC236}">
                <a16:creationId xmlns:a16="http://schemas.microsoft.com/office/drawing/2014/main" id="{F0A72D4A-FAD2-4461-85D2-E41EE2B5DD45}"/>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III. 比較と実装</a:t>
            </a:r>
          </a:p>
        </p:txBody>
      </p:sp>
      <p:sp>
        <p:nvSpPr>
          <p:cNvPr id="7" name="footer">
            <a:extLst xmlns:a="http://schemas.openxmlformats.org/drawingml/2006/main">
              <a:ext uri="{FF2B5EF4-FFF2-40B4-BE49-F238E27FC236}">
                <a16:creationId xmlns:a16="http://schemas.microsoft.com/office/drawing/2014/main" id="{89059803-651B-4CFF-B946-56CDB47FADB9}"/>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page">
            <a:extLst xmlns:a="http://schemas.openxmlformats.org/drawingml/2006/main">
              <a:ext uri="{FF2B5EF4-FFF2-40B4-BE49-F238E27FC236}">
                <a16:creationId xmlns:a16="http://schemas.microsoft.com/office/drawing/2014/main" id="{630C6538-3543-4136-83D8-B62E8394B558}"/>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25</a:t>
            </a:r>
          </a:p>
        </p:txBody>
      </p:sp>
    </p:spTree>
    <p:extLst>
      <p:ext uri="{BB962C8B-B14F-4D97-AF65-F5344CB8AC3E}">
        <p14:creationId xmlns:p14="http://schemas.microsoft.com/office/powerpoint/2010/main" val="146195751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CC2F97-5560-4ECC-BDE7-52F46C6C9BD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75A97D45-739E-466C-9004-A1AA17BDB2A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26</a:t>
            </a:r>
          </a:p>
        </p:txBody>
      </p:sp>
      <p:graphicFrame>
        <p:nvGraphicFramePr>
          <p:cNvPr id="23" name=""/>
          <p:cNvGraphicFramePr/>
          <p:nvPr/>
        </p:nvGraphicFramePr>
        <p:xfrm>
          <a:off xmlns:a="http://schemas.openxmlformats.org/drawingml/2006/main" x="495300" y="1476375"/>
          <a:ext xmlns:a="http://schemas.openxmlformats.org/drawingml/2006/main" cx="11125200" cy="2857500"/>
        </p:xfrm>
        <a:graphic xmlns:a="http://schemas.openxmlformats.org/drawingml/2006/main">
          <a:graphicData uri="http://schemas.openxmlformats.org/drawingml/2006/table">
            <a:tbl>
              <a:tblPr firstRow="1" bandRow="0"/>
              <a:tblGrid>
                <a:gridCol w="2286000"/>
                <a:gridCol w="1143000"/>
                <a:gridCol w="2857500"/>
                <a:gridCol w="4838700"/>
              </a:tblGrid>
              <a:tr h="571500">
                <a:tc>
                  <a:txBody>
                    <a:bodyPr lIns="57150" tIns="38100" rIns="47625" bIns="38100">
                      <a:normAutofit/>
                    </a:bodyPr>
                    <a:lstStyle/>
                    <a:p>
                      <a:pPr algn="l">
                        <a:buNone/>
                      </a:pPr>
                      <a:r>
                        <a:rPr sz="1050" b="1">
                          <a:solidFill>
                            <a:srgbClr val="FFFFFF"/>
                          </a:solidFill>
                          <a:latin typeface="Noto Sans JP"/>
                          <a:ea typeface="Noto Sans JP"/>
                          <a:cs typeface="Noto Sans JP"/>
                        </a:rPr>
                        <a:t>ガス／断面積セット</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衝突過程数</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本比較で使用</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注意点</a:t>
                      </a:r>
                    </a:p>
                  </a:txBody>
                  <a:tcPr marL="91440" marR="91440" marT="45720" marB="45720" anchor="ctr">
                    <a:solidFill>
                      <a:srgbClr val="00A6D9"/>
                    </a:solidFill>
                  </a:tcPr>
                </a:tc>
              </a:tr>
              <a:tr h="571500">
                <a:tc>
                  <a:txBody>
                    <a:bodyPr lIns="57150" tIns="38100" rIns="47625" bIns="38100">
                      <a:normAutofit/>
                    </a:bodyPr>
                    <a:lstStyle/>
                    <a:p>
                      <a:pPr algn="l">
                        <a:buNone/>
                      </a:pPr>
                      <a:r>
                        <a:rPr sz="1065" b="1">
                          <a:solidFill>
                            <a:srgbClr val="2F2F2F"/>
                          </a:solidFill>
                          <a:latin typeface="Noto Sans JP"/>
                          <a:ea typeface="Noto Sans JP"/>
                          <a:cs typeface="Noto Sans JP"/>
                        </a:rPr>
                        <a:t>Ar / Biagi</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46</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純Ar、全混合ガスで共通</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弾性・励起・電離</a:t>
                      </a:r>
                    </a:p>
                  </a:txBody>
                  <a:tcPr marL="91440" marR="91440" marT="45720" marB="45720" anchor="ctr">
                    <a:solidFill>
                      <a:srgbClr val="FFFFFF"/>
                    </a:solidFill>
                  </a:tcPr>
                </a:tc>
              </a:tr>
              <a:tr h="571500">
                <a:tc>
                  <a:txBody>
                    <a:bodyPr lIns="57150" tIns="38100" rIns="47625" bIns="38100">
                      <a:normAutofit/>
                    </a:bodyPr>
                    <a:lstStyle/>
                    <a:p>
                      <a:pPr algn="l">
                        <a:buNone/>
                      </a:pPr>
                      <a:r>
                        <a:rPr sz="1065" b="1">
                          <a:solidFill>
                            <a:srgbClr val="2F2F2F"/>
                          </a:solidFill>
                          <a:latin typeface="Noto Sans JP"/>
                          <a:ea typeface="Noto Sans JP"/>
                          <a:cs typeface="Noto Sans JP"/>
                        </a:rPr>
                        <a:t>N₂ / Biagi</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46</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Ar 90% + N₂ 10%</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回転励起なし；1 Tdは適用下限</a:t>
                      </a:r>
                    </a:p>
                  </a:txBody>
                  <a:tcPr marL="91440" marR="91440" marT="45720" marB="45720" anchor="ctr">
                    <a:solidFill>
                      <a:srgbClr val="F1F1F1"/>
                    </a:solidFill>
                  </a:tcPr>
                </a:tc>
              </a:tr>
              <a:tr h="571500">
                <a:tc>
                  <a:txBody>
                    <a:bodyPr lIns="57150" tIns="38100" rIns="47625" bIns="38100">
                      <a:normAutofit/>
                    </a:bodyPr>
                    <a:lstStyle/>
                    <a:p>
                      <a:pPr algn="l">
                        <a:buNone/>
                      </a:pPr>
                      <a:r>
                        <a:rPr sz="1065" b="1">
                          <a:solidFill>
                            <a:srgbClr val="2F2F2F"/>
                          </a:solidFill>
                          <a:latin typeface="Noto Sans JP"/>
                          <a:ea typeface="Noto Sans JP"/>
                          <a:cs typeface="Noto Sans JP"/>
                        </a:rPr>
                        <a:t>O₂ / Biagi（付着あり）</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15</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電子付着の感度確認</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二体解離性付着を含む</a:t>
                      </a:r>
                    </a:p>
                  </a:txBody>
                  <a:tcPr marL="91440" marR="91440" marT="45720" marB="45720" anchor="ctr">
                    <a:solidFill>
                      <a:srgbClr val="FFFFFF"/>
                    </a:solidFill>
                  </a:tcPr>
                </a:tc>
              </a:tr>
              <a:tr h="571500">
                <a:tc>
                  <a:txBody>
                    <a:bodyPr lIns="57150" tIns="38100" rIns="47625" bIns="38100">
                      <a:normAutofit/>
                    </a:bodyPr>
                    <a:lstStyle/>
                    <a:p>
                      <a:pPr algn="l">
                        <a:buNone/>
                      </a:pPr>
                      <a:r>
                        <a:rPr sz="1065" b="1">
                          <a:solidFill>
                            <a:srgbClr val="2F2F2F"/>
                          </a:solidFill>
                          <a:latin typeface="Noto Sans JP"/>
                          <a:ea typeface="Noto Sans JP"/>
                          <a:cs typeface="Noto Sans JP"/>
                        </a:rPr>
                        <a:t>O₂共通（付着なし）</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13</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3手法の共通比較条件</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電気陰性プラズマの予測には使用しない</a:t>
                      </a:r>
                    </a:p>
                  </a:txBody>
                  <a:tcPr marL="91440" marR="91440" marT="45720" marB="45720" anchor="ctr">
                    <a:solidFill>
                      <a:srgbClr val="F1F1F1"/>
                    </a:solidFill>
                  </a:tcPr>
                </a:tc>
              </a:tr>
            </a:tbl>
          </a:graphicData>
        </a:graphic>
      </p:graphicFrame>
      <p:sp>
        <p:nvSpPr>
          <p:cNvPr id="9" name="">
            <a:extLst xmlns:a="http://schemas.openxmlformats.org/drawingml/2006/main">
              <a:ext uri="{FF2B5EF4-FFF2-40B4-BE49-F238E27FC236}">
                <a16:creationId xmlns:a16="http://schemas.microsoft.com/office/drawing/2014/main" id="{4135FFF3-0416-430D-9822-3F59308A719F}"/>
              </a:ext>
            </a:extLst>
          </p:cNvPr>
          <p:cNvSpPr>
            <a:spLocks xmlns:a="http://schemas.openxmlformats.org/drawingml/2006/main" noGrp="1"/>
          </p:cNvSpPr>
          <p:nvPr/>
        </p:nvSpPr>
        <p:spPr>
          <a:xfrm xmlns:a="http://schemas.openxmlformats.org/drawingml/2006/main">
            <a:off x="571500" y="4714875"/>
            <a:ext cx="152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1" i="0">
                <a:solidFill>
                  <a:srgbClr val="211441"/>
                </a:solidFill>
                <a:latin typeface="Noto Sans JP"/>
                <a:ea typeface="Noto Sans JP"/>
                <a:cs typeface="Noto Sans JP"/>
              </a:defRPr>
            </a:pPr>
            <a:r>
              <a:rPr sz="1350" b="1" i="0">
                <a:solidFill>
                  <a:srgbClr val="211441"/>
                </a:solidFill>
                <a:latin typeface="Noto Sans JP"/>
                <a:ea typeface="Noto Sans JP"/>
                <a:cs typeface="Noto Sans JP"/>
              </a:rPr>
              <a:t>入力データ識別子</a:t>
            </a:r>
          </a:p>
        </p:txBody>
      </p:sp>
      <p:sp>
        <p:nvSpPr>
          <p:cNvPr id="10" name="">
            <a:extLst xmlns:a="http://schemas.openxmlformats.org/drawingml/2006/main">
              <a:ext uri="{FF2B5EF4-FFF2-40B4-BE49-F238E27FC236}">
                <a16:creationId xmlns:a16="http://schemas.microsoft.com/office/drawing/2014/main" id="{84A05995-DC06-4F2F-AB09-C424EBF05C7F}"/>
              </a:ext>
            </a:extLst>
          </p:cNvPr>
          <p:cNvSpPr>
            <a:spLocks xmlns:a="http://schemas.openxmlformats.org/drawingml/2006/main" noGrp="1"/>
          </p:cNvSpPr>
          <p:nvPr/>
        </p:nvSpPr>
        <p:spPr>
          <a:xfrm xmlns:a="http://schemas.openxmlformats.org/drawingml/2006/main">
            <a:off x="2095500" y="4657725"/>
            <a:ext cx="895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Ar 11f7…  |  N₂ 430e…  |  O₂（付着あり） cfb…  |  O₂（付着なし） af040…</a:t>
            </a:r>
          </a:p>
        </p:txBody>
      </p:sp>
      <p:sp>
        <p:nvSpPr>
          <p:cNvPr id="11" name="">
            <a:extLst xmlns:a="http://schemas.openxmlformats.org/drawingml/2006/main">
              <a:ext uri="{FF2B5EF4-FFF2-40B4-BE49-F238E27FC236}">
                <a16:creationId xmlns:a16="http://schemas.microsoft.com/office/drawing/2014/main" id="{92EE7B2A-E35C-499F-A687-AF144B457430}"/>
              </a:ext>
            </a:extLst>
          </p:cNvPr>
          <p:cNvSpPr>
            <a:spLocks xmlns:a="http://schemas.openxmlformats.org/drawingml/2006/main" noGrp="1"/>
          </p:cNvSpPr>
          <p:nvPr/>
        </p:nvSpPr>
        <p:spPr>
          <a:xfrm xmlns:a="http://schemas.openxmlformats.org/drawingml/2006/main">
            <a:off x="762000" y="52387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75" b="1" i="0">
                <a:solidFill>
                  <a:srgbClr val="007FAE"/>
                </a:solidFill>
                <a:latin typeface="Noto Sans JP"/>
                <a:ea typeface="Noto Sans JP"/>
                <a:cs typeface="Noto Sans JP"/>
              </a:defRPr>
            </a:pPr>
            <a:r>
              <a:rPr sz="1275" b="1" i="0">
                <a:solidFill>
                  <a:srgbClr val="007FAE"/>
                </a:solidFill>
                <a:latin typeface="Noto Sans JP"/>
                <a:ea typeface="Noto Sans JP"/>
                <a:cs typeface="Noto Sans JP"/>
              </a:rPr>
              <a:t>再現条件：Tg=300 K, p=13.3 Pa, 一様直流場, B=0, 電子間衝突なし, E/N={1,10,100,1000} Td</a:t>
            </a:r>
          </a:p>
        </p:txBody>
      </p:sp>
      <p:sp>
        <p:nvSpPr>
          <p:cNvPr id="14" name="">
            <a:extLst xmlns:a="http://schemas.openxmlformats.org/drawingml/2006/main">
              <a:ext uri="{FF2B5EF4-FFF2-40B4-BE49-F238E27FC236}">
                <a16:creationId xmlns:a16="http://schemas.microsoft.com/office/drawing/2014/main" id="{A547CAB9-D10C-4B92-B956-6FAA5D8D38FC}"/>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計算法の差を解釈する前に、反応セットと電子付着の有無を一致させる。</a:t>
            </a:r>
          </a:p>
        </p:txBody>
      </p:sp>
      <p:sp>
        <p:nvSpPr>
          <p:cNvPr id="15" name="">
            <a:extLst xmlns:a="http://schemas.openxmlformats.org/drawingml/2006/main">
              <a:ext uri="{FF2B5EF4-FFF2-40B4-BE49-F238E27FC236}">
                <a16:creationId xmlns:a16="http://schemas.microsoft.com/office/drawing/2014/main" id="{C7EF961E-13E8-449F-9F6A-7CA77459A724}"/>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[R2]  |  outputs/lxcat_swarm_validation/raw_lxcat/*; evaluation/README_ja.md</a:t>
            </a:r>
          </a:p>
        </p:txBody>
      </p:sp>
      <p:sp>
        <p:nvSpPr>
          <p:cNvPr id="18" name="title">
            <a:extLst xmlns:a="http://schemas.openxmlformats.org/drawingml/2006/main">
              <a:ext uri="{FF2B5EF4-FFF2-40B4-BE49-F238E27FC236}">
                <a16:creationId xmlns:a16="http://schemas.microsoft.com/office/drawing/2014/main" id="{0BB6B1CD-5A55-4680-8B95-33652F8C9A7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衝突断面積：4手法で共通にする入力</a:t>
            </a:r>
          </a:p>
        </p:txBody>
      </p:sp>
      <p:sp>
        <p:nvSpPr>
          <p:cNvPr id="19" name="">
            <a:extLst xmlns:a="http://schemas.openxmlformats.org/drawingml/2006/main">
              <a:ext uri="{FF2B5EF4-FFF2-40B4-BE49-F238E27FC236}">
                <a16:creationId xmlns:a16="http://schemas.microsoft.com/office/drawing/2014/main" id="{A6542013-9A7D-45E1-9336-C9FF054DA44E}"/>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0" name="section">
            <a:extLst xmlns:a="http://schemas.openxmlformats.org/drawingml/2006/main">
              <a:ext uri="{FF2B5EF4-FFF2-40B4-BE49-F238E27FC236}">
                <a16:creationId xmlns:a16="http://schemas.microsoft.com/office/drawing/2014/main" id="{B27F8DBD-1544-472E-B94F-E3EDC8D07242}"/>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2409157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825780E-8F41-4F0C-BFCC-56C52F6E59E6}"/>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縦軸はエネルギー確率密度 p(ε)、両軸log₁₀表示</a:t>
            </a:r>
          </a:p>
        </p:txBody>
      </p:sp>
      <p:sp>
        <p:nvSpPr>
          <p:cNvPr id="7" name="">
            <a:extLst xmlns:a="http://schemas.openxmlformats.org/drawingml/2006/main">
              <a:ext uri="{FF2B5EF4-FFF2-40B4-BE49-F238E27FC236}">
                <a16:creationId xmlns:a16="http://schemas.microsoft.com/office/drawing/2014/main" id="{90D0F8A8-66A4-4795-AA2F-EBE57ED43D4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0F513786-C16C-447C-93C4-7CC965F16A0A}"/>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27</a:t>
            </a:r>
          </a:p>
        </p:txBody>
      </p:sp>
      <p:graphicFrame>
        <p:nvGraphicFramePr>
          <p:cNvPr id="34" name="Chart"/>
          <p:cNvGraphicFramePr/>
          <p:nvPr/>
        </p:nvGraphicFramePr>
        <p:xfrm>
          <a:off xmlns:a="http://schemas.openxmlformats.org/drawingml/2006/main" x="428625" y="13811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564365037b63469a"/>
          </a:graphicData>
        </a:graphic>
      </p:graphicFrame>
      <p:graphicFrame>
        <p:nvGraphicFramePr>
          <p:cNvPr id="35" name="Chart"/>
          <p:cNvGraphicFramePr/>
          <p:nvPr/>
        </p:nvGraphicFramePr>
        <p:xfrm>
          <a:off xmlns:a="http://schemas.openxmlformats.org/drawingml/2006/main" x="6334125" y="13811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367fc18654904c59"/>
          </a:graphicData>
        </a:graphic>
      </p:graphicFrame>
      <p:graphicFrame>
        <p:nvGraphicFramePr>
          <p:cNvPr id="36" name="Chart"/>
          <p:cNvGraphicFramePr/>
          <p:nvPr/>
        </p:nvGraphicFramePr>
        <p:xfrm>
          <a:off xmlns:a="http://schemas.openxmlformats.org/drawingml/2006/main" x="428625" y="357187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f4f24a6fa7db4440"/>
          </a:graphicData>
        </a:graphic>
      </p:graphicFrame>
      <p:graphicFrame>
        <p:nvGraphicFramePr>
          <p:cNvPr id="37" name="Chart"/>
          <p:cNvGraphicFramePr/>
          <p:nvPr/>
        </p:nvGraphicFramePr>
        <p:xfrm>
          <a:off xmlns:a="http://schemas.openxmlformats.org/drawingml/2006/main" x="6334125" y="357187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a4dde97d73304183"/>
          </a:graphicData>
        </a:graphic>
      </p:graphicFrame>
      <p:sp>
        <p:nvSpPr>
          <p:cNvPr id="13" name="">
            <a:extLst xmlns:a="http://schemas.openxmlformats.org/drawingml/2006/main">
              <a:ext uri="{FF2B5EF4-FFF2-40B4-BE49-F238E27FC236}">
                <a16:creationId xmlns:a16="http://schemas.microsoft.com/office/drawing/2014/main" id="{E3F088FB-5DD8-4911-BCE0-9332708D8958}"/>
              </a:ext>
            </a:extLst>
          </p:cNvPr>
          <p:cNvSpPr>
            <a:spLocks xmlns:a="http://schemas.openxmlformats.org/drawingml/2006/main" noGrp="1"/>
          </p:cNvSpPr>
          <p:nvPr/>
        </p:nvSpPr>
        <p:spPr>
          <a:xfrm xmlns:a="http://schemas.openxmlformats.org/drawingml/2006/main">
            <a:off x="3857625" y="5743575"/>
            <a:ext cx="361950" cy="0"/>
          </a:xfrm>
          <a:prstGeom xmlns:a="http://schemas.openxmlformats.org/drawingml/2006/main" prst="line">
            <a:avLst/>
          </a:prstGeom>
          <a:noFill xmlns:a="http://schemas.openxmlformats.org/drawingml/2006/main"/>
          <a:ln xmlns:a="http://schemas.openxmlformats.org/drawingml/2006/main" w="28575">
            <a:solidFill>
              <a:srgbClr val="007FAE"/>
            </a:solidFill>
            <a:prstDash val="solid"/>
          </a:ln>
        </p:spPr>
      </p:sp>
      <p:sp>
        <p:nvSpPr>
          <p:cNvPr id="14" name="">
            <a:extLst xmlns:a="http://schemas.openxmlformats.org/drawingml/2006/main">
              <a:ext uri="{FF2B5EF4-FFF2-40B4-BE49-F238E27FC236}">
                <a16:creationId xmlns:a16="http://schemas.microsoft.com/office/drawing/2014/main" id="{7DF43CDF-5221-4A83-A8DE-EE00FC870D5B}"/>
              </a:ext>
            </a:extLst>
          </p:cNvPr>
          <p:cNvSpPr>
            <a:spLocks xmlns:a="http://schemas.openxmlformats.org/drawingml/2006/main" noGrp="1"/>
          </p:cNvSpPr>
          <p:nvPr/>
        </p:nvSpPr>
        <p:spPr>
          <a:xfrm xmlns:a="http://schemas.openxmlformats.org/drawingml/2006/main">
            <a:off x="4286250" y="56388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938" b="1" i="0">
                <a:solidFill>
                  <a:srgbClr val="007FAE"/>
                </a:solidFill>
                <a:latin typeface="Noto Sans JP"/>
                <a:ea typeface="Noto Sans JP"/>
                <a:cs typeface="Noto Sans JP"/>
              </a:defRPr>
            </a:pPr>
            <a:r>
              <a:rPr sz="938" b="1" i="0">
                <a:solidFill>
                  <a:srgbClr val="007FAE"/>
                </a:solidFill>
                <a:latin typeface="Noto Sans JP"/>
                <a:ea typeface="Noto Sans JP"/>
                <a:cs typeface="Noto Sans JP"/>
              </a:rPr>
              <a:t>two-term</a:t>
            </a:r>
          </a:p>
        </p:txBody>
      </p:sp>
      <p:sp>
        <p:nvSpPr>
          <p:cNvPr id="15" name="">
            <a:extLst xmlns:a="http://schemas.openxmlformats.org/drawingml/2006/main">
              <a:ext uri="{FF2B5EF4-FFF2-40B4-BE49-F238E27FC236}">
                <a16:creationId xmlns:a16="http://schemas.microsoft.com/office/drawing/2014/main" id="{FE4B4C1C-59FD-442D-95DB-433AED45E9C4}"/>
              </a:ext>
            </a:extLst>
          </p:cNvPr>
          <p:cNvSpPr>
            <a:spLocks xmlns:a="http://schemas.openxmlformats.org/drawingml/2006/main" noGrp="1"/>
          </p:cNvSpPr>
          <p:nvPr/>
        </p:nvSpPr>
        <p:spPr>
          <a:xfrm xmlns:a="http://schemas.openxmlformats.org/drawingml/2006/main">
            <a:off x="5476875" y="5743575"/>
            <a:ext cx="361950" cy="0"/>
          </a:xfrm>
          <a:prstGeom xmlns:a="http://schemas.openxmlformats.org/drawingml/2006/main" prst="line">
            <a:avLst/>
          </a:prstGeom>
          <a:noFill xmlns:a="http://schemas.openxmlformats.org/drawingml/2006/main"/>
          <a:ln xmlns:a="http://schemas.openxmlformats.org/drawingml/2006/main" w="28575">
            <a:solidFill>
              <a:srgbClr val="B87900"/>
            </a:solidFill>
            <a:prstDash val="solid"/>
          </a:ln>
        </p:spPr>
      </p:sp>
      <p:sp>
        <p:nvSpPr>
          <p:cNvPr id="16" name="">
            <a:extLst xmlns:a="http://schemas.openxmlformats.org/drawingml/2006/main">
              <a:ext uri="{FF2B5EF4-FFF2-40B4-BE49-F238E27FC236}">
                <a16:creationId xmlns:a16="http://schemas.microsoft.com/office/drawing/2014/main" id="{2BB16764-1FA2-4985-AB38-A04C404335B9}"/>
              </a:ext>
            </a:extLst>
          </p:cNvPr>
          <p:cNvSpPr>
            <a:spLocks xmlns:a="http://schemas.openxmlformats.org/drawingml/2006/main" noGrp="1"/>
          </p:cNvSpPr>
          <p:nvPr/>
        </p:nvSpPr>
        <p:spPr>
          <a:xfrm xmlns:a="http://schemas.openxmlformats.org/drawingml/2006/main">
            <a:off x="5905500" y="56388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938" b="1" i="0">
                <a:solidFill>
                  <a:srgbClr val="B87900"/>
                </a:solidFill>
                <a:latin typeface="Noto Sans JP"/>
                <a:ea typeface="Noto Sans JP"/>
                <a:cs typeface="Noto Sans JP"/>
              </a:defRPr>
            </a:pPr>
            <a:r>
              <a:rPr sz="938" b="1" i="0">
                <a:solidFill>
                  <a:srgbClr val="B87900"/>
                </a:solidFill>
                <a:latin typeface="Noto Sans JP"/>
                <a:ea typeface="Noto Sans JP"/>
                <a:cs typeface="Noto Sans JP"/>
              </a:rPr>
              <a:t>Monte Carlo</a:t>
            </a:r>
          </a:p>
        </p:txBody>
      </p:sp>
      <p:sp>
        <p:nvSpPr>
          <p:cNvPr id="17" name="">
            <a:extLst xmlns:a="http://schemas.openxmlformats.org/drawingml/2006/main">
              <a:ext uri="{FF2B5EF4-FFF2-40B4-BE49-F238E27FC236}">
                <a16:creationId xmlns:a16="http://schemas.microsoft.com/office/drawing/2014/main" id="{9CB2435B-134A-4CBB-9963-24D4695407DE}"/>
              </a:ext>
            </a:extLst>
          </p:cNvPr>
          <p:cNvSpPr>
            <a:spLocks xmlns:a="http://schemas.openxmlformats.org/drawingml/2006/main" noGrp="1"/>
          </p:cNvSpPr>
          <p:nvPr/>
        </p:nvSpPr>
        <p:spPr>
          <a:xfrm xmlns:a="http://schemas.openxmlformats.org/drawingml/2006/main">
            <a:off x="7096125" y="5743575"/>
            <a:ext cx="361950" cy="0"/>
          </a:xfrm>
          <a:prstGeom xmlns:a="http://schemas.openxmlformats.org/drawingml/2006/main" prst="line">
            <a:avLst/>
          </a:prstGeom>
          <a:noFill xmlns:a="http://schemas.openxmlformats.org/drawingml/2006/main"/>
          <a:ln xmlns:a="http://schemas.openxmlformats.org/drawingml/2006/main" w="28575">
            <a:solidFill>
              <a:srgbClr val="72B51F"/>
            </a:solidFill>
            <a:prstDash val="solid"/>
          </a:ln>
        </p:spPr>
      </p:sp>
      <p:sp>
        <p:nvSpPr>
          <p:cNvPr id="18" name="">
            <a:extLst xmlns:a="http://schemas.openxmlformats.org/drawingml/2006/main">
              <a:ext uri="{FF2B5EF4-FFF2-40B4-BE49-F238E27FC236}">
                <a16:creationId xmlns:a16="http://schemas.microsoft.com/office/drawing/2014/main" id="{35FAC0C3-AB4D-4798-95CD-5ECD9365F1DE}"/>
              </a:ext>
            </a:extLst>
          </p:cNvPr>
          <p:cNvSpPr>
            <a:spLocks xmlns:a="http://schemas.openxmlformats.org/drawingml/2006/main" noGrp="1"/>
          </p:cNvSpPr>
          <p:nvPr/>
        </p:nvSpPr>
        <p:spPr>
          <a:xfrm xmlns:a="http://schemas.openxmlformats.org/drawingml/2006/main">
            <a:off x="7524750" y="56388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938" b="1" i="0">
                <a:solidFill>
                  <a:srgbClr val="72B51F"/>
                </a:solidFill>
                <a:latin typeface="Noto Sans JP"/>
                <a:ea typeface="Noto Sans JP"/>
                <a:cs typeface="Noto Sans JP"/>
              </a:defRPr>
            </a:pPr>
            <a:r>
              <a:rPr sz="938" b="1" i="0">
                <a:solidFill>
                  <a:srgbClr val="72B51F"/>
                </a:solidFill>
                <a:latin typeface="Noto Sans JP"/>
                <a:ea typeface="Noto Sans JP"/>
                <a:cs typeface="Noto Sans JP"/>
              </a:rPr>
              <a:t>propagator</a:t>
            </a:r>
          </a:p>
        </p:txBody>
      </p:sp>
      <p:sp>
        <p:nvSpPr>
          <p:cNvPr id="21" name="">
            <a:extLst xmlns:a="http://schemas.openxmlformats.org/drawingml/2006/main">
              <a:ext uri="{FF2B5EF4-FFF2-40B4-BE49-F238E27FC236}">
                <a16:creationId xmlns:a16="http://schemas.microsoft.com/office/drawing/2014/main" id="{120367CE-6878-4025-8F63-A816F08603CE}"/>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E/N上昇で高エネルギー尾部が11.5 eV励起・15.8 eV電離閾値へ伸びる。差は分布本体より反応速度で増幅される。</a:t>
            </a:r>
          </a:p>
        </p:txBody>
      </p:sp>
      <p:sp>
        <p:nvSpPr>
          <p:cNvPr id="22" name="">
            <a:extLst xmlns:a="http://schemas.openxmlformats.org/drawingml/2006/main">
              <a:ext uri="{FF2B5EF4-FFF2-40B4-BE49-F238E27FC236}">
                <a16:creationId xmlns:a16="http://schemas.microsoft.com/office/drawing/2014/main" id="{179883B0-E1BA-4226-874C-93ACEDE067B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[R1] [R2]  |  outputs/argon_gec_icp/{two_term,monte_carlo,propagator}_tables/*/eedf.csv</a:t>
            </a:r>
          </a:p>
        </p:txBody>
      </p:sp>
      <p:sp>
        <p:nvSpPr>
          <p:cNvPr id="28" name="title">
            <a:extLst xmlns:a="http://schemas.openxmlformats.org/drawingml/2006/main">
              <a:ext uri="{FF2B5EF4-FFF2-40B4-BE49-F238E27FC236}">
                <a16:creationId xmlns:a16="http://schemas.microsoft.com/office/drawing/2014/main" id="{F919EF26-52E4-4D50-92D2-6984D789E811}"/>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純Ar：E/NでEEDFがどう変わるか</a:t>
            </a:r>
          </a:p>
        </p:txBody>
      </p:sp>
      <p:sp>
        <p:nvSpPr>
          <p:cNvPr id="29" name="">
            <a:extLst xmlns:a="http://schemas.openxmlformats.org/drawingml/2006/main">
              <a:ext uri="{FF2B5EF4-FFF2-40B4-BE49-F238E27FC236}">
                <a16:creationId xmlns:a16="http://schemas.microsoft.com/office/drawing/2014/main" id="{0E8C69A5-1263-4BBB-8D64-6F0B6283A1F3}"/>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0" name="section">
            <a:extLst xmlns:a="http://schemas.openxmlformats.org/drawingml/2006/main">
              <a:ext uri="{FF2B5EF4-FFF2-40B4-BE49-F238E27FC236}">
                <a16:creationId xmlns:a16="http://schemas.microsoft.com/office/drawing/2014/main" id="{B52E51C7-A86E-4FAA-AC29-875846CB391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63270695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291561-830B-41EA-B2C4-2D9469F61DE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0599436B-8557-43C7-A1B3-FCD4B010A110}"/>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28</a:t>
            </a:r>
          </a:p>
        </p:txBody>
      </p:sp>
      <p:graphicFrame>
        <p:nvGraphicFramePr>
          <p:cNvPr id="24" name="Chart"/>
          <p:cNvGraphicFramePr/>
          <p:nvPr/>
        </p:nvGraphicFramePr>
        <p:xfrm>
          <a:off xmlns:a="http://schemas.openxmlformats.org/drawingml/2006/main" x="523875" y="1428750"/>
          <a:ext xmlns:a="http://schemas.openxmlformats.org/drawingml/2006/main" cx="7239000" cy="3905250"/>
        </p:xfrm>
        <a:graphic xmlns:a="http://schemas.openxmlformats.org/drawingml/2006/main">
          <a:graphicData uri="http://schemas.openxmlformats.org/drawingml/2006/chart">
            <c:chart xmlns:r="http://schemas.openxmlformats.org/officeDocument/2006/relationships" xmlns:c="http://schemas.openxmlformats.org/drawingml/2006/chart" r:id="R9776b13acdd84a9e"/>
          </a:graphicData>
        </a:graphic>
      </p:graphicFrame>
      <p:graphicFrame>
        <p:nvGraphicFramePr>
          <p:cNvPr id="25" name=""/>
          <p:cNvGraphicFramePr/>
          <p:nvPr/>
        </p:nvGraphicFramePr>
        <p:xfrm>
          <a:off xmlns:a="http://schemas.openxmlformats.org/drawingml/2006/main" x="8048625" y="1619250"/>
          <a:ext xmlns:a="http://schemas.openxmlformats.org/drawingml/2006/main" cx="3429000" cy="1952625"/>
        </p:xfrm>
        <a:graphic xmlns:a="http://schemas.openxmlformats.org/drawingml/2006/main">
          <a:graphicData uri="http://schemas.openxmlformats.org/drawingml/2006/table">
            <a:tbl>
              <a:tblPr firstRow="1" bandRow="0"/>
              <a:tblGrid>
                <a:gridCol w="952500"/>
                <a:gridCol w="809625"/>
                <a:gridCol w="809625"/>
                <a:gridCol w="857250"/>
              </a:tblGrid>
              <a:tr h="650875">
                <a:tc>
                  <a:txBody>
                    <a:bodyPr lIns="57150" tIns="38100" rIns="47625" bIns="38100">
                      <a:normAutofit/>
                    </a:bodyPr>
                    <a:lstStyle/>
                    <a:p>
                      <a:pPr algn="l">
                        <a:buNone/>
                      </a:pPr>
                      <a:r>
                        <a:rPr sz="900" b="1">
                          <a:solidFill>
                            <a:srgbClr val="FFFFFF"/>
                          </a:solidFill>
                          <a:latin typeface="Noto Sans JP"/>
                          <a:ea typeface="Noto Sans JP"/>
                          <a:cs typeface="Noto Sans JP"/>
                        </a:rPr>
                        <a:t>手法の組み合わせ</a:t>
                      </a:r>
                    </a:p>
                  </a:txBody>
                  <a:tcPr marL="91440" marR="91440" marT="45720" marB="45720" anchor="ctr">
                    <a:solidFill>
                      <a:srgbClr val="00A6D9"/>
                    </a:solidFill>
                  </a:tcPr>
                </a:tc>
                <a:tc>
                  <a:txBody>
                    <a:bodyPr lIns="57150" tIns="38100" rIns="47625" bIns="38100">
                      <a:normAutofit/>
                    </a:bodyPr>
                    <a:lstStyle/>
                    <a:p>
                      <a:pPr algn="ctr">
                        <a:buNone/>
                      </a:pPr>
                      <a:r>
                        <a:rPr sz="900" b="1">
                          <a:solidFill>
                            <a:srgbClr val="FFFFFF"/>
                          </a:solidFill>
                          <a:latin typeface="Noto Sans JP"/>
                          <a:ea typeface="Noto Sans JP"/>
                          <a:cs typeface="Noto Sans JP"/>
                        </a:rPr>
                        <a:t>最大TV</a:t>
                      </a:r>
                    </a:p>
                  </a:txBody>
                  <a:tcPr marL="91440" marR="91440" marT="45720" marB="45720" anchor="ctr">
                    <a:solidFill>
                      <a:srgbClr val="00A6D9"/>
                    </a:solidFill>
                  </a:tcPr>
                </a:tc>
                <a:tc>
                  <a:txBody>
                    <a:bodyPr lIns="57150" tIns="38100" rIns="47625" bIns="38100">
                      <a:normAutofit/>
                    </a:bodyPr>
                    <a:lstStyle/>
                    <a:p>
                      <a:pPr algn="ctr">
                        <a:buNone/>
                      </a:pPr>
                      <a:r>
                        <a:rPr sz="900" b="1">
                          <a:solidFill>
                            <a:srgbClr val="FFFFFF"/>
                          </a:solidFill>
                          <a:latin typeface="Noto Sans JP"/>
                          <a:ea typeface="Noto Sans JP"/>
                          <a:cs typeface="Noto Sans JP"/>
                        </a:rPr>
                        <a:t>E/N</a:t>
                      </a:r>
                    </a:p>
                  </a:txBody>
                  <a:tcPr marL="91440" marR="91440" marT="45720" marB="45720" anchor="ctr">
                    <a:solidFill>
                      <a:srgbClr val="00A6D9"/>
                    </a:solidFill>
                  </a:tcPr>
                </a:tc>
                <a:tc>
                  <a:txBody>
                    <a:bodyPr lIns="57150" tIns="38100" rIns="47625" bIns="38100">
                      <a:normAutofit/>
                    </a:bodyPr>
                    <a:lstStyle/>
                    <a:p>
                      <a:pPr algn="ctr">
                        <a:buNone/>
                      </a:pPr>
                      <a:r>
                        <a:rPr sz="900" b="1">
                          <a:solidFill>
                            <a:srgbClr val="FFFFFF"/>
                          </a:solidFill>
                          <a:latin typeface="Noto Sans JP"/>
                          <a:ea typeface="Noto Sans JP"/>
                          <a:cs typeface="Noto Sans JP"/>
                        </a:rPr>
                        <a:t>記載された平均エネルギー差</a:t>
                      </a:r>
                    </a:p>
                  </a:txBody>
                  <a:tcPr marL="91440" marR="91440" marT="45720" marB="45720" anchor="ctr">
                    <a:solidFill>
                      <a:srgbClr val="00A6D9"/>
                    </a:solidFill>
                  </a:tcPr>
                </a:tc>
              </a:tr>
              <a:tr h="650875">
                <a:tc>
                  <a:txBody>
                    <a:bodyPr lIns="57150" tIns="38100" rIns="47625" bIns="38100">
                      <a:normAutofit/>
                    </a:bodyPr>
                    <a:lstStyle/>
                    <a:p>
                      <a:pPr algn="l">
                        <a:buNone/>
                      </a:pPr>
                      <a:r>
                        <a:rPr sz="938" b="1">
                          <a:solidFill>
                            <a:srgbClr val="2F2F2F"/>
                          </a:solidFill>
                          <a:latin typeface="Noto Sans JP"/>
                          <a:ea typeface="Noto Sans JP"/>
                          <a:cs typeface="Noto Sans JP"/>
                        </a:rPr>
                        <a:t>Monte Carlo−two-term</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3.81%</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2500 Td</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2.98%</a:t>
                      </a:r>
                    </a:p>
                  </a:txBody>
                  <a:tcPr marL="91440" marR="91440" marT="45720" marB="45720" anchor="ctr">
                    <a:solidFill>
                      <a:srgbClr val="FFFFFF"/>
                    </a:solidFill>
                  </a:tcPr>
                </a:tc>
              </a:tr>
              <a:tr h="650875">
                <a:tc>
                  <a:txBody>
                    <a:bodyPr lIns="57150" tIns="38100" rIns="47625" bIns="38100">
                      <a:normAutofit/>
                    </a:bodyPr>
                    <a:lstStyle/>
                    <a:p>
                      <a:pPr algn="l">
                        <a:buNone/>
                      </a:pPr>
                      <a:r>
                        <a:rPr sz="938" b="1">
                          <a:solidFill>
                            <a:srgbClr val="2F2F2F"/>
                          </a:solidFill>
                          <a:latin typeface="Noto Sans JP"/>
                          <a:ea typeface="Noto Sans JP"/>
                          <a:cs typeface="Noto Sans JP"/>
                        </a:rPr>
                        <a:t>propagator−two-term</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3.94%</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2500 Td</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2.00%</a:t>
                      </a:r>
                    </a:p>
                  </a:txBody>
                  <a:tcPr marL="91440" marR="91440" marT="45720" marB="45720" anchor="ctr">
                    <a:solidFill>
                      <a:srgbClr val="F1F1F1"/>
                    </a:solidFill>
                  </a:tcPr>
                </a:tc>
              </a:tr>
            </a:tbl>
          </a:graphicData>
        </a:graphic>
      </p:graphicFrame>
      <p:sp>
        <p:nvSpPr>
          <p:cNvPr id="10" name="">
            <a:extLst xmlns:a="http://schemas.openxmlformats.org/drawingml/2006/main">
              <a:ext uri="{FF2B5EF4-FFF2-40B4-BE49-F238E27FC236}">
                <a16:creationId xmlns:a16="http://schemas.microsoft.com/office/drawing/2014/main" id="{B25003EA-0104-4D4B-B537-5804D5B86ACF}"/>
              </a:ext>
            </a:extLst>
          </p:cNvPr>
          <p:cNvSpPr>
            <a:spLocks xmlns:a="http://schemas.openxmlformats.org/drawingml/2006/main" noGrp="1"/>
          </p:cNvSpPr>
          <p:nvPr/>
        </p:nvSpPr>
        <p:spPr>
          <a:xfrm xmlns:a="http://schemas.openxmlformats.org/drawingml/2006/main">
            <a:off x="8096250" y="3924300"/>
            <a:ext cx="328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75" b="0" i="0">
                <a:solidFill>
                  <a:srgbClr val="2F2F2F"/>
                </a:solidFill>
                <a:latin typeface="Noto Sans JP"/>
                <a:ea typeface="Noto Sans JP"/>
                <a:cs typeface="Noto Sans JP"/>
              </a:defRPr>
            </a:pPr>
            <a:r>
              <a:rPr sz="1275" b="0" i="0">
                <a:solidFill>
                  <a:srgbClr val="2F2F2F"/>
                </a:solidFill>
                <a:latin typeface="Noto Sans JP"/>
                <a:ea typeface="Noto Sans JP"/>
                <a:cs typeface="Noto Sans JP"/>
              </a:rPr>
              <a:t>TVは全エネルギー域の確率質量差。局所的な高エネルギー尾部の相対差とは異なる。</a:t>
            </a:r>
          </a:p>
        </p:txBody>
      </p:sp>
      <p:sp>
        <p:nvSpPr>
          <p:cNvPr id="11" name="">
            <a:extLst xmlns:a="http://schemas.openxmlformats.org/drawingml/2006/main">
              <a:ext uri="{FF2B5EF4-FFF2-40B4-BE49-F238E27FC236}">
                <a16:creationId xmlns:a16="http://schemas.microsoft.com/office/drawing/2014/main" id="{6218F755-A437-49CE-84C9-B269955463A2}"/>
              </a:ext>
            </a:extLst>
          </p:cNvPr>
          <p:cNvSpPr>
            <a:spLocks xmlns:a="http://schemas.openxmlformats.org/drawingml/2006/main" noGrp="1"/>
          </p:cNvSpPr>
          <p:nvPr/>
        </p:nvSpPr>
        <p:spPr>
          <a:xfrm xmlns:a="http://schemas.openxmlformats.org/drawingml/2006/main">
            <a:off x="8334375" y="4810125"/>
            <a:ext cx="2809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950" b="1" i="0">
                <a:solidFill>
                  <a:srgbClr val="72B51F"/>
                </a:solidFill>
                <a:latin typeface="Noto Sans JP"/>
                <a:ea typeface="Noto Sans JP"/>
                <a:cs typeface="Noto Sans JP"/>
              </a:defRPr>
            </a:pPr>
            <a:r>
              <a:rPr sz="1950" b="1" i="0">
                <a:solidFill>
                  <a:srgbClr val="72B51F"/>
                </a:solidFill>
                <a:latin typeface="Noto Sans JP"/>
                <a:ea typeface="Noto Sans JP"/>
                <a:cs typeface="Noto Sans JP"/>
              </a:rPr>
              <a:t>最大値： 3.94%</a:t>
            </a:r>
          </a:p>
        </p:txBody>
      </p:sp>
      <p:sp>
        <p:nvSpPr>
          <p:cNvPr id="14" name="">
            <a:extLst xmlns:a="http://schemas.openxmlformats.org/drawingml/2006/main">
              <a:ext uri="{FF2B5EF4-FFF2-40B4-BE49-F238E27FC236}">
                <a16:creationId xmlns:a16="http://schemas.microsoft.com/office/drawing/2014/main" id="{7337B735-E37A-4529-A8EB-B79F0B96E92C}"/>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純Arの</a:t>
            </a:r>
            <a:r>
              <a:rPr sz="1275" b="1" i="0">
                <a:solidFill>
                  <a:srgbClr val="6DBB20"/>
                </a:solidFill>
                <a:latin typeface="Noto Sans JP"/>
                <a:ea typeface="Noto Sans JP"/>
                <a:cs typeface="Noto Sans JP"/>
              </a:rPr>
              <a:t>3手法</a:t>
            </a:r>
            <a:r>
              <a:rPr sz="1275" b="1" i="0">
                <a:solidFill>
                  <a:srgbClr val="6DBB20"/>
                </a:solidFill>
                <a:latin typeface="Noto Sans JP"/>
                <a:ea typeface="Noto Sans JP"/>
                <a:cs typeface="Noto Sans JP"/>
              </a:rPr>
              <a:t>間差は小さいが、</a:t>
            </a:r>
            <a:r>
              <a:rPr sz="1275" b="1" i="0">
                <a:solidFill>
                  <a:srgbClr val="6DBB20"/>
                </a:solidFill>
                <a:latin typeface="Noto Sans JP"/>
                <a:ea typeface="Noto Sans JP"/>
                <a:cs typeface="Noto Sans JP"/>
              </a:rPr>
              <a:t>反応速度は</a:t>
            </a:r>
            <a:r>
              <a:rPr sz="1275" b="1" i="0">
                <a:solidFill>
                  <a:srgbClr val="6DBB20"/>
                </a:solidFill>
                <a:latin typeface="Noto Sans JP"/>
                <a:ea typeface="Noto Sans JP"/>
                <a:cs typeface="Noto Sans JP"/>
              </a:rPr>
              <a:t>閾値積分なのでTVだけで合否を決めない。</a:t>
            </a:r>
          </a:p>
        </p:txBody>
      </p:sp>
      <p:sp>
        <p:nvSpPr>
          <p:cNvPr id="15" name="">
            <a:extLst xmlns:a="http://schemas.openxmlformats.org/drawingml/2006/main">
              <a:ext uri="{FF2B5EF4-FFF2-40B4-BE49-F238E27FC236}">
                <a16:creationId xmlns:a16="http://schemas.microsoft.com/office/drawing/2014/main" id="{7352C15D-A961-4F51-9FDD-FFE4EF15286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outputs/argon_gec_icp/eedf_comparison/eedf_comparison_metrics.csv</a:t>
            </a:r>
          </a:p>
        </p:txBody>
      </p:sp>
      <p:sp>
        <p:nvSpPr>
          <p:cNvPr id="19" name="title">
            <a:extLst xmlns:a="http://schemas.openxmlformats.org/drawingml/2006/main">
              <a:ext uri="{FF2B5EF4-FFF2-40B4-BE49-F238E27FC236}">
                <a16:creationId xmlns:a16="http://schemas.microsoft.com/office/drawing/2014/main" id="{5EF63FC8-9DAB-45D3-82D5-29F6105CCBA7}"/>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純Ar：4手法のEEDF差はどこに出るか</a:t>
            </a:r>
          </a:p>
        </p:txBody>
      </p:sp>
      <p:sp>
        <p:nvSpPr>
          <p:cNvPr id="20" name="">
            <a:extLst xmlns:a="http://schemas.openxmlformats.org/drawingml/2006/main">
              <a:ext uri="{FF2B5EF4-FFF2-40B4-BE49-F238E27FC236}">
                <a16:creationId xmlns:a16="http://schemas.microsoft.com/office/drawing/2014/main" id="{50BC3BDA-5444-4704-8049-D75C5811CF0B}"/>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1" name="section">
            <a:extLst xmlns:a="http://schemas.openxmlformats.org/drawingml/2006/main">
              <a:ext uri="{FF2B5EF4-FFF2-40B4-BE49-F238E27FC236}">
                <a16:creationId xmlns:a16="http://schemas.microsoft.com/office/drawing/2014/main" id="{FAC8219F-E77E-48C9-AD46-A1C67873F50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42001150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DAA94A-EE20-4A85-8052-51D0DD9AC5C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6A5B1B4D-F147-431F-9B35-3BEF72F4D0CA}"/>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29</a:t>
            </a:r>
          </a:p>
        </p:txBody>
      </p:sp>
      <p:graphicFrame>
        <p:nvGraphicFramePr>
          <p:cNvPr id="22" name="Chart"/>
          <p:cNvGraphicFramePr/>
          <p:nvPr/>
        </p:nvGraphicFramePr>
        <p:xfrm>
          <a:off xmlns:a="http://schemas.openxmlformats.org/drawingml/2006/main" x="476250" y="1476375"/>
          <a:ext xmlns:a="http://schemas.openxmlformats.org/drawingml/2006/main" cx="5476875" cy="3714750"/>
        </p:xfrm>
        <a:graphic xmlns:a="http://schemas.openxmlformats.org/drawingml/2006/main">
          <a:graphicData uri="http://schemas.openxmlformats.org/drawingml/2006/chart">
            <c:chart xmlns:r="http://schemas.openxmlformats.org/officeDocument/2006/relationships" xmlns:c="http://schemas.openxmlformats.org/drawingml/2006/chart" r:id="Rf43636cc1da543c4"/>
          </a:graphicData>
        </a:graphic>
      </p:graphicFrame>
      <p:graphicFrame>
        <p:nvGraphicFramePr>
          <p:cNvPr id="23" name="Chart"/>
          <p:cNvGraphicFramePr/>
          <p:nvPr/>
        </p:nvGraphicFramePr>
        <p:xfrm>
          <a:off xmlns:a="http://schemas.openxmlformats.org/drawingml/2006/main" x="6238875" y="1476375"/>
          <a:ext xmlns:a="http://schemas.openxmlformats.org/drawingml/2006/main" cx="5476875" cy="3714750"/>
        </p:xfrm>
        <a:graphic xmlns:a="http://schemas.openxmlformats.org/drawingml/2006/main">
          <a:graphicData uri="http://schemas.openxmlformats.org/drawingml/2006/chart">
            <c:chart xmlns:r="http://schemas.openxmlformats.org/officeDocument/2006/relationships" xmlns:c="http://schemas.openxmlformats.org/drawingml/2006/chart" r:id="Rcf1ce9df7ff1452a"/>
          </a:graphicData>
        </a:graphic>
      </p:graphicFrame>
      <p:sp>
        <p:nvSpPr>
          <p:cNvPr id="12" name="">
            <a:extLst xmlns:a="http://schemas.openxmlformats.org/drawingml/2006/main">
              <a:ext uri="{FF2B5EF4-FFF2-40B4-BE49-F238E27FC236}">
                <a16:creationId xmlns:a16="http://schemas.microsoft.com/office/drawing/2014/main" id="{A11044D0-59CD-4DFA-91BF-0995DA2904B4}"/>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平均エネルギーと</a:t>
            </a:r>
            <a:r>
              <a:rPr sz="1275" b="1" i="0">
                <a:solidFill>
                  <a:srgbClr val="6DBB20"/>
                </a:solidFill>
                <a:latin typeface="Noto Sans JP"/>
                <a:ea typeface="Noto Sans JP"/>
                <a:cs typeface="Noto Sans JP"/>
              </a:rPr>
              <a:t>ドリフト速度</a:t>
            </a:r>
            <a:r>
              <a:rPr sz="1275" b="1" i="0">
                <a:solidFill>
                  <a:srgbClr val="6DBB20"/>
                </a:solidFill>
                <a:latin typeface="Noto Sans JP"/>
                <a:ea typeface="Noto Sans JP"/>
                <a:cs typeface="Noto Sans JP"/>
              </a:rPr>
              <a:t>の一致は</a:t>
            </a:r>
            <a:r>
              <a:rPr sz="1275" b="1" i="0">
                <a:solidFill>
                  <a:srgbClr val="6DBB20"/>
                </a:solidFill>
                <a:latin typeface="Noto Sans JP"/>
                <a:ea typeface="Noto Sans JP"/>
                <a:cs typeface="Noto Sans JP"/>
              </a:rPr>
              <a:t>低次モーメント</a:t>
            </a:r>
            <a:r>
              <a:rPr sz="1275" b="1" i="0">
                <a:solidFill>
                  <a:srgbClr val="6DBB20"/>
                </a:solidFill>
                <a:latin typeface="Noto Sans JP"/>
                <a:ea typeface="Noto Sans JP"/>
                <a:cs typeface="Noto Sans JP"/>
              </a:rPr>
              <a:t>整合を示すが、</a:t>
            </a:r>
            <a:r>
              <a:rPr sz="1275" b="1" i="0">
                <a:solidFill>
                  <a:srgbClr val="6DBB20"/>
                </a:solidFill>
                <a:latin typeface="Noto Sans JP"/>
                <a:ea typeface="Noto Sans JP"/>
                <a:cs typeface="Noto Sans JP"/>
              </a:rPr>
              <a:t>角度分布近似</a:t>
            </a:r>
            <a:r>
              <a:rPr sz="1275" b="1" i="0">
                <a:solidFill>
                  <a:srgbClr val="6DBB20"/>
                </a:solidFill>
                <a:latin typeface="Noto Sans JP"/>
                <a:ea typeface="Noto Sans JP"/>
                <a:cs typeface="Noto Sans JP"/>
              </a:rPr>
              <a:t>と</a:t>
            </a:r>
            <a:r>
              <a:rPr sz="1275" b="1" i="0">
                <a:solidFill>
                  <a:srgbClr val="6DBB20"/>
                </a:solidFill>
                <a:latin typeface="Noto Sans JP"/>
                <a:ea typeface="Noto Sans JP"/>
                <a:cs typeface="Noto Sans JP"/>
              </a:rPr>
              <a:t>高エネルギー反応速度</a:t>
            </a:r>
            <a:r>
              <a:rPr sz="1275" b="1" i="0">
                <a:solidFill>
                  <a:srgbClr val="6DBB20"/>
                </a:solidFill>
                <a:latin typeface="Noto Sans JP"/>
                <a:ea typeface="Noto Sans JP"/>
                <a:cs typeface="Noto Sans JP"/>
              </a:rPr>
              <a:t>の検証を置き換えない。</a:t>
            </a:r>
          </a:p>
        </p:txBody>
      </p:sp>
      <p:sp>
        <p:nvSpPr>
          <p:cNvPr id="13" name="">
            <a:extLst xmlns:a="http://schemas.openxmlformats.org/drawingml/2006/main">
              <a:ext uri="{FF2B5EF4-FFF2-40B4-BE49-F238E27FC236}">
                <a16:creationId xmlns:a16="http://schemas.microsoft.com/office/drawing/2014/main" id="{8CE14365-6F1C-4EFC-8F78-965728FA2495}"/>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transport_vs_en.csv for three solvers</a:t>
            </a:r>
          </a:p>
        </p:txBody>
      </p:sp>
      <p:sp>
        <p:nvSpPr>
          <p:cNvPr id="17" name="title">
            <a:extLst xmlns:a="http://schemas.openxmlformats.org/drawingml/2006/main">
              <a:ext uri="{FF2B5EF4-FFF2-40B4-BE49-F238E27FC236}">
                <a16:creationId xmlns:a16="http://schemas.microsoft.com/office/drawing/2014/main" id="{7B3B882E-8338-485E-A5BC-B96C0EC95F02}"/>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純Ar：平均エネルギーとドリフト速度</a:t>
            </a:r>
          </a:p>
        </p:txBody>
      </p:sp>
      <p:sp>
        <p:nvSpPr>
          <p:cNvPr id="18" name="">
            <a:extLst xmlns:a="http://schemas.openxmlformats.org/drawingml/2006/main">
              <a:ext uri="{FF2B5EF4-FFF2-40B4-BE49-F238E27FC236}">
                <a16:creationId xmlns:a16="http://schemas.microsoft.com/office/drawing/2014/main" id="{61BE466E-E4CF-40F3-851B-AC6EF8FCD42E}"/>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9" name="section">
            <a:extLst xmlns:a="http://schemas.openxmlformats.org/drawingml/2006/main">
              <a:ext uri="{FF2B5EF4-FFF2-40B4-BE49-F238E27FC236}">
                <a16:creationId xmlns:a16="http://schemas.microsoft.com/office/drawing/2014/main" id="{A2BF0F0D-2A9A-4177-B4A5-8B2C16CB053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72530591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3D481A-14E7-4B62-B791-FB4E13B5EBD1}"/>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D5E0A804-03C5-4567-80CD-8FEFAE85BD80}"/>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30</a:t>
            </a:r>
          </a:p>
        </p:txBody>
      </p:sp>
      <p:graphicFrame>
        <p:nvGraphicFramePr>
          <p:cNvPr id="23" name="Chart"/>
          <p:cNvGraphicFramePr/>
          <p:nvPr/>
        </p:nvGraphicFramePr>
        <p:xfrm>
          <a:off xmlns:a="http://schemas.openxmlformats.org/drawingml/2006/main" x="476250" y="1476375"/>
          <a:ext xmlns:a="http://schemas.openxmlformats.org/drawingml/2006/main" cx="5476875" cy="3667125"/>
        </p:xfrm>
        <a:graphic xmlns:a="http://schemas.openxmlformats.org/drawingml/2006/main">
          <a:graphicData uri="http://schemas.openxmlformats.org/drawingml/2006/chart">
            <c:chart xmlns:r="http://schemas.openxmlformats.org/officeDocument/2006/relationships" xmlns:c="http://schemas.openxmlformats.org/drawingml/2006/chart" r:id="R27da08760b9c4958"/>
          </a:graphicData>
        </a:graphic>
      </p:graphicFrame>
      <p:graphicFrame>
        <p:nvGraphicFramePr>
          <p:cNvPr id="24" name="Chart"/>
          <p:cNvGraphicFramePr/>
          <p:nvPr/>
        </p:nvGraphicFramePr>
        <p:xfrm>
          <a:off xmlns:a="http://schemas.openxmlformats.org/drawingml/2006/main" x="6238875" y="1476375"/>
          <a:ext xmlns:a="http://schemas.openxmlformats.org/drawingml/2006/main" cx="5476875" cy="3667125"/>
        </p:xfrm>
        <a:graphic xmlns:a="http://schemas.openxmlformats.org/drawingml/2006/main">
          <a:graphicData uri="http://schemas.openxmlformats.org/drawingml/2006/chart">
            <c:chart xmlns:r="http://schemas.openxmlformats.org/officeDocument/2006/relationships" xmlns:c="http://schemas.openxmlformats.org/drawingml/2006/chart" r:id="R487773d60f31456e"/>
          </a:graphicData>
        </a:graphic>
      </p:graphicFrame>
      <p:sp>
        <p:nvSpPr>
          <p:cNvPr id="10" name="">
            <a:extLst xmlns:a="http://schemas.openxmlformats.org/drawingml/2006/main">
              <a:ext uri="{FF2B5EF4-FFF2-40B4-BE49-F238E27FC236}">
                <a16:creationId xmlns:a16="http://schemas.microsoft.com/office/drawing/2014/main" id="{B0AFDA7D-0305-4F11-8A69-5536A93A084E}"/>
              </a:ext>
            </a:extLst>
          </p:cNvPr>
          <p:cNvSpPr>
            <a:spLocks xmlns:a="http://schemas.openxmlformats.org/drawingml/2006/main" noGrp="1"/>
          </p:cNvSpPr>
          <p:nvPr/>
        </p:nvSpPr>
        <p:spPr>
          <a:xfrm xmlns:a="http://schemas.openxmlformats.org/drawingml/2006/main">
            <a:off x="2905125" y="5314950"/>
            <a:ext cx="638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350" b="1" i="0">
                <a:solidFill>
                  <a:srgbClr val="D43C3C"/>
                </a:solidFill>
                <a:latin typeface="Cambria Math"/>
                <a:ea typeface="Cambria Math"/>
                <a:cs typeface="Cambria Math"/>
              </a:defRPr>
            </a:pPr>
            <a:r>
              <a:rPr sz="1350" b="1" i="0">
                <a:solidFill>
                  <a:srgbClr val="D43C3C"/>
                </a:solidFill>
                <a:latin typeface="Cambria Math"/>
                <a:ea typeface="Cambria Math"/>
                <a:cs typeface="Cambria Math"/>
              </a:rPr>
              <a:t>kⱼ = ∫εₜₕ^∞ σⱼ(ε)v(ε)p(ε)dε：閾値未満は寄与しない</a:t>
            </a:r>
          </a:p>
        </p:txBody>
      </p:sp>
      <p:sp>
        <p:nvSpPr>
          <p:cNvPr id="13" name="">
            <a:extLst xmlns:a="http://schemas.openxmlformats.org/drawingml/2006/main">
              <a:ext uri="{FF2B5EF4-FFF2-40B4-BE49-F238E27FC236}">
                <a16:creationId xmlns:a16="http://schemas.microsoft.com/office/drawing/2014/main" id="{4DA1C7BF-7C65-4934-94DC-173D3F61347A}"/>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EEDFの“見た目の一致”より、対象反応の</a:t>
            </a:r>
            <a:r>
              <a:rPr sz="1275" b="1" i="0">
                <a:solidFill>
                  <a:srgbClr val="6DBB20"/>
                </a:solidFill>
                <a:latin typeface="Noto Sans JP"/>
                <a:ea typeface="Noto Sans JP"/>
                <a:cs typeface="Noto Sans JP"/>
              </a:rPr>
              <a:t>積分核</a:t>
            </a:r>
            <a:r>
              <a:rPr sz="1275" b="1" i="0">
                <a:solidFill>
                  <a:srgbClr val="6DBB20"/>
                </a:solidFill>
                <a:latin typeface="Noto Sans JP"/>
                <a:ea typeface="Noto Sans JP"/>
                <a:cs typeface="Noto Sans JP"/>
              </a:rPr>
              <a:t> σⱼvとの重なりを評価する。</a:t>
            </a:r>
          </a:p>
        </p:txBody>
      </p:sp>
      <p:sp>
        <p:nvSpPr>
          <p:cNvPr id="14" name="">
            <a:extLst xmlns:a="http://schemas.openxmlformats.org/drawingml/2006/main">
              <a:ext uri="{FF2B5EF4-FFF2-40B4-BE49-F238E27FC236}">
                <a16:creationId xmlns:a16="http://schemas.microsoft.com/office/drawing/2014/main" id="{FE03D727-0269-4FC3-87A1-90E8EBE6F8D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rates_vs_en.csv; Ar thresholds 11.5 / 15.8 eV</a:t>
            </a:r>
          </a:p>
        </p:txBody>
      </p:sp>
      <p:sp>
        <p:nvSpPr>
          <p:cNvPr id="18" name="title">
            <a:extLst xmlns:a="http://schemas.openxmlformats.org/drawingml/2006/main">
              <a:ext uri="{FF2B5EF4-FFF2-40B4-BE49-F238E27FC236}">
                <a16:creationId xmlns:a16="http://schemas.microsoft.com/office/drawing/2014/main" id="{A223D67F-6349-4208-BFD2-926F460C4F1B}"/>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純Ar：高エネルギー尾部が励起・電離速度を決める</a:t>
            </a:r>
          </a:p>
        </p:txBody>
      </p:sp>
      <p:sp>
        <p:nvSpPr>
          <p:cNvPr id="19" name="">
            <a:extLst xmlns:a="http://schemas.openxmlformats.org/drawingml/2006/main">
              <a:ext uri="{FF2B5EF4-FFF2-40B4-BE49-F238E27FC236}">
                <a16:creationId xmlns:a16="http://schemas.microsoft.com/office/drawing/2014/main" id="{EADDFAA6-2241-4C43-8F24-C8E6D4524D01}"/>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0" name="section">
            <a:extLst xmlns:a="http://schemas.openxmlformats.org/drawingml/2006/main">
              <a:ext uri="{FF2B5EF4-FFF2-40B4-BE49-F238E27FC236}">
                <a16:creationId xmlns:a16="http://schemas.microsoft.com/office/drawing/2014/main" id="{1A67314D-F65F-43FC-863C-C4A4E9F4178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17503422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0AAF1D-F0B8-455F-8DE7-EF2E81D3C7EE}"/>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86905BF6-7F51-4E47-B64B-9419BA832EE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31</a:t>
            </a:r>
          </a:p>
        </p:txBody>
      </p:sp>
      <p:graphicFrame>
        <p:nvGraphicFramePr>
          <p:cNvPr id="22" name=""/>
          <p:cNvGraphicFramePr/>
          <p:nvPr/>
        </p:nvGraphicFramePr>
        <p:xfrm>
          <a:off xmlns:a="http://schemas.openxmlformats.org/drawingml/2006/main" x="476250" y="1476375"/>
          <a:ext xmlns:a="http://schemas.openxmlformats.org/drawingml/2006/main" cx="11144250" cy="3143250"/>
        </p:xfrm>
        <a:graphic xmlns:a="http://schemas.openxmlformats.org/drawingml/2006/main">
          <a:graphicData uri="http://schemas.openxmlformats.org/drawingml/2006/table">
            <a:tbl>
              <a:tblPr firstRow="1" bandRow="0"/>
              <a:tblGrid>
                <a:gridCol w="2381250"/>
                <a:gridCol w="1809750"/>
                <a:gridCol w="2857500"/>
                <a:gridCol w="4095750"/>
              </a:tblGrid>
              <a:tr h="523875">
                <a:tc>
                  <a:txBody>
                    <a:bodyPr lIns="57150" tIns="38100" rIns="47625" bIns="38100">
                      <a:normAutofit/>
                    </a:bodyPr>
                    <a:lstStyle/>
                    <a:p>
                      <a:pPr algn="l">
                        <a:buNone/>
                      </a:pPr>
                      <a:r>
                        <a:rPr sz="1050" b="1">
                          <a:solidFill>
                            <a:srgbClr val="FFFFFF"/>
                          </a:solidFill>
                          <a:latin typeface="Noto Sans JP"/>
                          <a:ea typeface="Noto Sans JP"/>
                          <a:cs typeface="Noto Sans JP"/>
                        </a:rPr>
                        <a:t>計算法／確認項目</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合格数／全数</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最大・代表値</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解釈</a:t>
                      </a:r>
                    </a:p>
                  </a:txBody>
                  <a:tcPr marL="91440" marR="91440" marT="45720" marB="45720" anchor="ctr">
                    <a:solidFill>
                      <a:srgbClr val="00A6D9"/>
                    </a:solidFill>
                  </a:tcPr>
                </a:tc>
              </a:tr>
              <a:tr h="523875">
                <a:tc>
                  <a:txBody>
                    <a:bodyPr lIns="57150" tIns="38100" rIns="47625" bIns="38100">
                      <a:normAutofit/>
                    </a:bodyPr>
                    <a:lstStyle/>
                    <a:p>
                      <a:pPr algn="l">
                        <a:buNone/>
                      </a:pPr>
                      <a:r>
                        <a:rPr sz="1065" b="1">
                          <a:solidFill>
                            <a:srgbClr val="2F2F2F"/>
                          </a:solidFill>
                          <a:latin typeface="Noto Sans JP"/>
                          <a:ea typeface="Noto Sans JP"/>
                          <a:cs typeface="Noto Sans JP"/>
                        </a:rPr>
                        <a:t>two-term物性表の数値品質</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14 / 14</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高エネルギー尾部収束済み</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決定論的物性表を採用可能</a:t>
                      </a:r>
                    </a:p>
                  </a:txBody>
                  <a:tcPr marL="91440" marR="91440" marT="45720" marB="45720" anchor="ctr">
                    <a:solidFill>
                      <a:srgbClr val="FFFFFF"/>
                    </a:solidFill>
                  </a:tcPr>
                </a:tc>
              </a:tr>
              <a:tr h="523875">
                <a:tc>
                  <a:txBody>
                    <a:bodyPr lIns="57150" tIns="38100" rIns="47625" bIns="38100">
                      <a:normAutofit/>
                    </a:bodyPr>
                    <a:lstStyle/>
                    <a:p>
                      <a:pPr algn="l">
                        <a:buNone/>
                      </a:pPr>
                      <a:r>
                        <a:rPr sz="1065" b="1">
                          <a:solidFill>
                            <a:srgbClr val="2F2F2F"/>
                          </a:solidFill>
                          <a:latin typeface="Noto Sans JP"/>
                          <a:ea typeface="Noto Sans JP"/>
                          <a:cs typeface="Noto Sans JP"/>
                        </a:rPr>
                        <a:t>Monte Carlo輸送係数までの採用</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7 / 14</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定常性・相関時間が未達</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全輸送量を一括採用しない</a:t>
                      </a:r>
                    </a:p>
                  </a:txBody>
                  <a:tcPr marL="91440" marR="91440" marT="45720" marB="45720" anchor="ctr">
                    <a:solidFill>
                      <a:srgbClr val="F1F1F1"/>
                    </a:solidFill>
                  </a:tcPr>
                </a:tc>
              </a:tr>
              <a:tr h="523875">
                <a:tc>
                  <a:txBody>
                    <a:bodyPr lIns="57150" tIns="38100" rIns="47625" bIns="38100">
                      <a:normAutofit/>
                    </a:bodyPr>
                    <a:lstStyle/>
                    <a:p>
                      <a:pPr algn="l">
                        <a:buNone/>
                      </a:pPr>
                      <a:r>
                        <a:rPr sz="1065" b="1">
                          <a:solidFill>
                            <a:srgbClr val="2F2F2F"/>
                          </a:solidFill>
                          <a:latin typeface="Noto Sans JP"/>
                          <a:ea typeface="Noto Sans JP"/>
                          <a:cs typeface="Noto Sans JP"/>
                        </a:rPr>
                        <a:t>Monte Carlo EEDF・反応速度に採用</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14 / 14</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EEDF・反応速度のみ採用</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COMSOL入力として採用</a:t>
                      </a:r>
                    </a:p>
                  </a:txBody>
                  <a:tcPr marL="91440" marR="91440" marT="45720" marB="45720" anchor="ctr">
                    <a:solidFill>
                      <a:srgbClr val="FFFFFF"/>
                    </a:solidFill>
                  </a:tcPr>
                </a:tc>
              </a:tr>
              <a:tr h="523875">
                <a:tc>
                  <a:txBody>
                    <a:bodyPr lIns="57150" tIns="38100" rIns="47625" bIns="38100">
                      <a:normAutofit/>
                    </a:bodyPr>
                    <a:lstStyle/>
                    <a:p>
                      <a:pPr algn="l">
                        <a:buNone/>
                      </a:pPr>
                      <a:r>
                        <a:rPr sz="1065" b="1">
                          <a:solidFill>
                            <a:srgbClr val="2F2F2F"/>
                          </a:solidFill>
                          <a:latin typeface="Noto Sans JP"/>
                          <a:ea typeface="Noto Sans JP"/>
                          <a:cs typeface="Noto Sans JP"/>
                        </a:rPr>
                        <a:t>propagator P1主要出力</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14 / 14</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最大残差 1.43e-15</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決定論的収束</a:t>
                      </a:r>
                    </a:p>
                  </a:txBody>
                  <a:tcPr marL="91440" marR="91440" marT="45720" marB="45720" anchor="ctr">
                    <a:solidFill>
                      <a:srgbClr val="F1F1F1"/>
                    </a:solidFill>
                  </a:tcPr>
                </a:tc>
              </a:tr>
              <a:tr h="523875">
                <a:tc>
                  <a:txBody>
                    <a:bodyPr lIns="57150" tIns="38100" rIns="47625" bIns="38100">
                      <a:normAutofit/>
                    </a:bodyPr>
                    <a:lstStyle/>
                    <a:p>
                      <a:pPr algn="l">
                        <a:buNone/>
                      </a:pPr>
                      <a:r>
                        <a:rPr sz="1065" b="1">
                          <a:solidFill>
                            <a:srgbClr val="2F2F2F"/>
                          </a:solidFill>
                          <a:latin typeface="Noto Sans JP"/>
                          <a:ea typeface="Noto Sans JP"/>
                          <a:cs typeface="Noto Sans JP"/>
                        </a:rPr>
                        <a:t>EEDF正規化</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全表示条件</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最大誤差 4.44e-16</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確率質量保存</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9BB99A45-A3DF-4761-B477-356AC20E1EFC}"/>
              </a:ext>
            </a:extLst>
          </p:cNvPr>
          <p:cNvSpPr>
            <a:spLocks xmlns:a="http://schemas.openxmlformats.org/drawingml/2006/main" noGrp="1"/>
          </p:cNvSpPr>
          <p:nvPr/>
        </p:nvSpPr>
        <p:spPr>
          <a:xfrm xmlns:a="http://schemas.openxmlformats.org/drawingml/2006/main">
            <a:off x="666750" y="504825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425" b="1" i="0">
                <a:solidFill>
                  <a:srgbClr val="D43C3C"/>
                </a:solidFill>
                <a:latin typeface="Noto Sans JP"/>
                <a:ea typeface="Noto Sans JP"/>
                <a:cs typeface="Noto Sans JP"/>
              </a:defRPr>
            </a:pPr>
            <a:r>
              <a:rPr sz="1425" b="1" i="0">
                <a:solidFill>
                  <a:srgbClr val="D43C3C"/>
                </a:solidFill>
                <a:latin typeface="Noto Sans JP"/>
                <a:ea typeface="Noto Sans JP"/>
                <a:cs typeface="Noto Sans JP"/>
              </a:rPr>
              <a:t>重要</a:t>
            </a:r>
          </a:p>
        </p:txBody>
      </p:sp>
      <p:sp>
        <p:nvSpPr>
          <p:cNvPr id="10" name="">
            <a:extLst xmlns:a="http://schemas.openxmlformats.org/drawingml/2006/main">
              <a:ext uri="{FF2B5EF4-FFF2-40B4-BE49-F238E27FC236}">
                <a16:creationId xmlns:a16="http://schemas.microsoft.com/office/drawing/2014/main" id="{1F808627-03A7-4579-BC6D-3BD9DFD8CDA9}"/>
              </a:ext>
            </a:extLst>
          </p:cNvPr>
          <p:cNvSpPr>
            <a:spLocks xmlns:a="http://schemas.openxmlformats.org/drawingml/2006/main" noGrp="1"/>
          </p:cNvSpPr>
          <p:nvPr/>
        </p:nvSpPr>
        <p:spPr>
          <a:xfrm xmlns:a="http://schemas.openxmlformats.org/drawingml/2006/main">
            <a:off x="1619250" y="4953000"/>
            <a:ext cx="933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i="0">
                <a:solidFill>
                  <a:srgbClr val="2F2F2F"/>
                </a:solidFill>
                <a:latin typeface="Noto Sans JP"/>
                <a:ea typeface="Noto Sans JP"/>
                <a:cs typeface="Noto Sans JP"/>
              </a:defRPr>
            </a:pPr>
            <a:r>
              <a:rPr sz="1350" b="0" i="0">
                <a:solidFill>
                  <a:srgbClr val="2F2F2F"/>
                </a:solidFill>
                <a:latin typeface="Noto Sans JP"/>
                <a:ea typeface="Noto Sans JP"/>
                <a:cs typeface="Noto Sans JP"/>
              </a:rPr>
              <a:t>MCの</a:t>
            </a:r>
            <a:r>
              <a:rPr sz="1350" b="0" i="0">
                <a:solidFill>
                  <a:srgbClr val="2F2F2F"/>
                </a:solidFill>
                <a:latin typeface="Noto Sans JP"/>
                <a:ea typeface="Noto Sans JP"/>
                <a:cs typeface="Noto Sans JP"/>
              </a:rPr>
              <a:t>輸送係数まで統計収束</a:t>
            </a:r>
            <a:r>
              <a:rPr sz="1350" b="0" i="0">
                <a:solidFill>
                  <a:srgbClr val="2F2F2F"/>
                </a:solidFill>
                <a:latin typeface="Noto Sans JP"/>
                <a:ea typeface="Noto Sans JP"/>
                <a:cs typeface="Noto Sans JP"/>
              </a:rPr>
              <a:t> </a:t>
            </a:r>
            <a:r>
              <a:rPr sz="1350" b="0" i="0">
                <a:solidFill>
                  <a:srgbClr val="2F2F2F"/>
                </a:solidFill>
                <a:latin typeface="Noto Sans JP"/>
                <a:ea typeface="Noto Sans JP"/>
                <a:cs typeface="Noto Sans JP"/>
              </a:rPr>
              <a:t>未達</a:t>
            </a:r>
            <a:r>
              <a:rPr sz="1350" b="0" i="0">
                <a:solidFill>
                  <a:srgbClr val="2F2F2F"/>
                </a:solidFill>
                <a:latin typeface="Noto Sans JP"/>
                <a:ea typeface="Noto Sans JP"/>
                <a:cs typeface="Noto Sans JP"/>
              </a:rPr>
              <a:t>と</a:t>
            </a:r>
            <a:r>
              <a:rPr sz="1350" b="0" i="0">
                <a:solidFill>
                  <a:srgbClr val="2F2F2F"/>
                </a:solidFill>
                <a:latin typeface="Noto Sans JP"/>
                <a:ea typeface="Noto Sans JP"/>
                <a:cs typeface="Noto Sans JP"/>
              </a:rPr>
              <a:t>EEDF・反応速度の採用</a:t>
            </a:r>
            <a:r>
              <a:rPr sz="1350" b="0" i="0">
                <a:solidFill>
                  <a:srgbClr val="2F2F2F"/>
                </a:solidFill>
                <a:latin typeface="Noto Sans JP"/>
                <a:ea typeface="Noto Sans JP"/>
                <a:cs typeface="Noto Sans JP"/>
              </a:rPr>
              <a:t>は矛盾しない。採用対象の物理量が異なる。</a:t>
            </a:r>
          </a:p>
        </p:txBody>
      </p:sp>
      <p:sp>
        <p:nvSpPr>
          <p:cNvPr id="13" name="">
            <a:extLst xmlns:a="http://schemas.openxmlformats.org/drawingml/2006/main">
              <a:ext uri="{FF2B5EF4-FFF2-40B4-BE49-F238E27FC236}">
                <a16:creationId xmlns:a16="http://schemas.microsoft.com/office/drawing/2014/main" id="{E099A57B-8B73-4944-BCA2-96F0E1BA206B}"/>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採用判定</a:t>
            </a:r>
            <a:r>
              <a:rPr sz="1275" b="1" i="0">
                <a:solidFill>
                  <a:srgbClr val="6DBB20"/>
                </a:solidFill>
                <a:latin typeface="Noto Sans JP"/>
                <a:ea typeface="Noto Sans JP"/>
                <a:cs typeface="Noto Sans JP"/>
              </a:rPr>
              <a:t>は</a:t>
            </a:r>
            <a:r>
              <a:rPr sz="1275" b="1" i="0">
                <a:solidFill>
                  <a:srgbClr val="6DBB20"/>
                </a:solidFill>
                <a:latin typeface="Noto Sans JP"/>
                <a:ea typeface="Noto Sans JP"/>
                <a:cs typeface="Noto Sans JP"/>
              </a:rPr>
              <a:t>計算法全体</a:t>
            </a:r>
            <a:r>
              <a:rPr sz="1275" b="1" i="0">
                <a:solidFill>
                  <a:srgbClr val="6DBB20"/>
                </a:solidFill>
                <a:latin typeface="Noto Sans JP"/>
                <a:ea typeface="Noto Sans JP"/>
                <a:cs typeface="Noto Sans JP"/>
              </a:rPr>
              <a:t>の称号ではなく、使用する出力量ごとの契約。</a:t>
            </a:r>
          </a:p>
        </p:txBody>
      </p:sp>
      <p:sp>
        <p:nvSpPr>
          <p:cNvPr id="14" name="">
            <a:extLst xmlns:a="http://schemas.openxmlformats.org/drawingml/2006/main">
              <a:ext uri="{FF2B5EF4-FFF2-40B4-BE49-F238E27FC236}">
                <a16:creationId xmlns:a16="http://schemas.microsoft.com/office/drawing/2014/main" id="{AF6D2990-0C38-474C-8C26-1550F47512B4}"/>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quality.csv for three solvers; run_status.json</a:t>
            </a:r>
          </a:p>
        </p:txBody>
      </p:sp>
      <p:sp>
        <p:nvSpPr>
          <p:cNvPr id="17" name="title">
            <a:extLst xmlns:a="http://schemas.openxmlformats.org/drawingml/2006/main">
              <a:ext uri="{FF2B5EF4-FFF2-40B4-BE49-F238E27FC236}">
                <a16:creationId xmlns:a16="http://schemas.microsoft.com/office/drawing/2014/main" id="{5876E5D1-FA01-407D-AE78-8ED243B32146}"/>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純Ar：採用前の数値品質確認</a:t>
            </a:r>
          </a:p>
        </p:txBody>
      </p:sp>
      <p:sp>
        <p:nvSpPr>
          <p:cNvPr id="18" name="">
            <a:extLst xmlns:a="http://schemas.openxmlformats.org/drawingml/2006/main">
              <a:ext uri="{FF2B5EF4-FFF2-40B4-BE49-F238E27FC236}">
                <a16:creationId xmlns:a16="http://schemas.microsoft.com/office/drawing/2014/main" id="{E654ECA9-F583-421D-8A00-AB330F88A3E1}"/>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9" name="section">
            <a:extLst xmlns:a="http://schemas.openxmlformats.org/drawingml/2006/main">
              <a:ext uri="{FF2B5EF4-FFF2-40B4-BE49-F238E27FC236}">
                <a16:creationId xmlns:a16="http://schemas.microsoft.com/office/drawing/2014/main" id="{DF569153-0650-4086-8476-A049F5AFE7BA}"/>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57786189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2489DA-25B3-4D72-9C67-18410D8DF8E2}"/>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7EE7588E-A5BC-46B8-98EB-8CD7536D7F86}"/>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32</a:t>
            </a:r>
          </a:p>
        </p:txBody>
      </p:sp>
      <p:graphicFrame>
        <p:nvGraphicFramePr>
          <p:cNvPr id="28" name=""/>
          <p:cNvGraphicFramePr/>
          <p:nvPr/>
        </p:nvGraphicFramePr>
        <p:xfrm>
          <a:off xmlns:a="http://schemas.openxmlformats.org/drawingml/2006/main" x="476250" y="1476375"/>
          <a:ext xmlns:a="http://schemas.openxmlformats.org/drawingml/2006/main" cx="11144250" cy="2619375"/>
        </p:xfrm>
        <a:graphic xmlns:a="http://schemas.openxmlformats.org/drawingml/2006/main">
          <a:graphicData uri="http://schemas.openxmlformats.org/drawingml/2006/table">
            <a:tbl>
              <a:tblPr firstRow="1" bandRow="0"/>
              <a:tblGrid>
                <a:gridCol w="2095500"/>
                <a:gridCol w="3238500"/>
                <a:gridCol w="3238500"/>
                <a:gridCol w="2571750"/>
              </a:tblGrid>
              <a:tr h="654844">
                <a:tc>
                  <a:txBody>
                    <a:bodyPr lIns="57150" tIns="38100" rIns="47625" bIns="38100">
                      <a:normAutofit/>
                    </a:bodyPr>
                    <a:lstStyle/>
                    <a:p>
                      <a:pPr algn="l">
                        <a:buNone/>
                      </a:pPr>
                      <a:r>
                        <a:rPr sz="1050" b="1">
                          <a:solidFill>
                            <a:srgbClr val="FFFFFF"/>
                          </a:solidFill>
                          <a:latin typeface="Noto Sans JP"/>
                          <a:ea typeface="Noto Sans JP"/>
                          <a:cs typeface="Noto Sans JP"/>
                        </a:rPr>
                        <a:t>条件</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主なエネルギー損失・比較手法</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期待されるEEDF効果</a:t>
                      </a:r>
                    </a:p>
                  </a:txBody>
                  <a:tcPr marL="91440" marR="91440" marT="45720" marB="45720" anchor="ctr">
                    <a:solidFill>
                      <a:srgbClr val="00A6D9"/>
                    </a:solidFill>
                  </a:tcPr>
                </a:tc>
                <a:tc>
                  <a:txBody>
                    <a:bodyPr lIns="57150" tIns="38100" rIns="47625" bIns="38100">
                      <a:normAutofit/>
                    </a:bodyPr>
                    <a:lstStyle/>
                    <a:p>
                      <a:pPr algn="ctr">
                        <a:buNone/>
                      </a:pPr>
                      <a:r>
                        <a:rPr sz="1050" b="1">
                          <a:solidFill>
                            <a:srgbClr val="FFFFFF"/>
                          </a:solidFill>
                          <a:latin typeface="Noto Sans JP"/>
                          <a:ea typeface="Noto Sans JP"/>
                          <a:cs typeface="Noto Sans JP"/>
                        </a:rPr>
                        <a:t>比較上の制約</a:t>
                      </a:r>
                    </a:p>
                  </a:txBody>
                  <a:tcPr marL="91440" marR="91440" marT="45720" marB="45720" anchor="ctr">
                    <a:solidFill>
                      <a:srgbClr val="00A6D9"/>
                    </a:solidFill>
                  </a:tcPr>
                </a:tc>
              </a:tr>
              <a:tr h="654844">
                <a:tc>
                  <a:txBody>
                    <a:bodyPr lIns="57150" tIns="38100" rIns="47625" bIns="38100">
                      <a:normAutofit/>
                    </a:bodyPr>
                    <a:lstStyle/>
                    <a:p>
                      <a:pPr algn="l">
                        <a:buNone/>
                      </a:pPr>
                      <a:r>
                        <a:rPr sz="1065" b="1">
                          <a:solidFill>
                            <a:srgbClr val="2F2F2F"/>
                          </a:solidFill>
                          <a:latin typeface="Noto Sans JP"/>
                          <a:ea typeface="Noto Sans JP"/>
                          <a:cs typeface="Noto Sans JP"/>
                        </a:rPr>
                        <a:t>Ar/N₂</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N₂振動・電子励起</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1–10 eV域の冷却・構造変化</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Biagi断面積セットは回転励起を含まない</a:t>
                      </a:r>
                    </a:p>
                  </a:txBody>
                  <a:tcPr marL="91440" marR="91440" marT="45720" marB="45720" anchor="ctr">
                    <a:solidFill>
                      <a:srgbClr val="FFFFFF"/>
                    </a:solidFill>
                  </a:tcPr>
                </a:tc>
              </a:tr>
              <a:tr h="654844">
                <a:tc>
                  <a:txBody>
                    <a:bodyPr lIns="57150" tIns="38100" rIns="47625" bIns="38100">
                      <a:normAutofit/>
                    </a:bodyPr>
                    <a:lstStyle/>
                    <a:p>
                      <a:pPr algn="l">
                        <a:buNone/>
                      </a:pPr>
                      <a:r>
                        <a:rPr sz="1065" b="1">
                          <a:solidFill>
                            <a:srgbClr val="2F2F2F"/>
                          </a:solidFill>
                          <a:latin typeface="Noto Sans JP"/>
                          <a:ea typeface="Noto Sans JP"/>
                          <a:cs typeface="Noto Sans JP"/>
                        </a:rPr>
                        <a:t>Ar/O₂（付着なし共通条件）</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O₂振動・電子励起</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低エネルギー本体と高エネルギー尾部を再配分</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3手法に共通する衝突過程</a:t>
                      </a:r>
                    </a:p>
                  </a:txBody>
                  <a:tcPr marL="91440" marR="91440" marT="45720" marB="45720" anchor="ctr">
                    <a:solidFill>
                      <a:srgbClr val="F1F1F1"/>
                    </a:solidFill>
                  </a:tcPr>
                </a:tc>
              </a:tr>
              <a:tr h="654844">
                <a:tc>
                  <a:txBody>
                    <a:bodyPr lIns="57150" tIns="38100" rIns="47625" bIns="38100">
                      <a:normAutofit/>
                    </a:bodyPr>
                    <a:lstStyle/>
                    <a:p>
                      <a:pPr algn="l">
                        <a:buNone/>
                      </a:pPr>
                      <a:r>
                        <a:rPr sz="1065" b="1">
                          <a:solidFill>
                            <a:srgbClr val="2F2F2F"/>
                          </a:solidFill>
                          <a:latin typeface="Noto Sans JP"/>
                          <a:ea typeface="Noto Sans JP"/>
                          <a:cs typeface="Noto Sans JP"/>
                        </a:rPr>
                        <a:t>Ar/O₂（解離性付着あり）</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e+O₂→O+O⁻</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電子数成長率を低下</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現行Monte Carloは付着後の粒子数減少が未実装</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449D6BC5-4579-4658-9F1C-95DB2B48D6AA}"/>
              </a:ext>
            </a:extLst>
          </p:cNvPr>
          <p:cNvSpPr>
            <a:spLocks xmlns:a="http://schemas.openxmlformats.org/drawingml/2006/main" noGrp="1"/>
          </p:cNvSpPr>
          <p:nvPr/>
        </p:nvSpPr>
        <p:spPr>
          <a:xfrm xmlns:a="http://schemas.openxmlformats.org/drawingml/2006/main">
            <a:off x="714375" y="4524375"/>
            <a:ext cx="4286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0" name="">
            <a:extLst xmlns:a="http://schemas.openxmlformats.org/drawingml/2006/main">
              <a:ext uri="{FF2B5EF4-FFF2-40B4-BE49-F238E27FC236}">
                <a16:creationId xmlns:a16="http://schemas.microsoft.com/office/drawing/2014/main" id="{9F635E31-E4FB-4D9E-AD9C-F3AA476CEF8B}"/>
              </a:ext>
            </a:extLst>
          </p:cNvPr>
          <p:cNvSpPr>
            <a:spLocks xmlns:a="http://schemas.openxmlformats.org/drawingml/2006/main" noGrp="1"/>
          </p:cNvSpPr>
          <p:nvPr/>
        </p:nvSpPr>
        <p:spPr>
          <a:xfrm xmlns:a="http://schemas.openxmlformats.org/drawingml/2006/main">
            <a:off x="714375" y="4524375"/>
            <a:ext cx="704850" cy="619125"/>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97D1784-7B40-4BF1-AA17-EE3057E5A4DA}"/>
              </a:ext>
            </a:extLst>
          </p:cNvPr>
          <p:cNvSpPr>
            <a:spLocks xmlns:a="http://schemas.openxmlformats.org/drawingml/2006/main" noGrp="1"/>
          </p:cNvSpPr>
          <p:nvPr/>
        </p:nvSpPr>
        <p:spPr>
          <a:xfrm xmlns:a="http://schemas.openxmlformats.org/drawingml/2006/main">
            <a:off x="762000" y="4562475"/>
            <a:ext cx="609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混合</a:t>
            </a:r>
          </a:p>
        </p:txBody>
      </p:sp>
      <p:sp>
        <p:nvSpPr>
          <p:cNvPr id="12" name="">
            <a:extLst xmlns:a="http://schemas.openxmlformats.org/drawingml/2006/main">
              <a:ext uri="{FF2B5EF4-FFF2-40B4-BE49-F238E27FC236}">
                <a16:creationId xmlns:a16="http://schemas.microsoft.com/office/drawing/2014/main" id="{88E9C8C6-C4B8-4835-8301-1AD895531152}"/>
              </a:ext>
            </a:extLst>
          </p:cNvPr>
          <p:cNvSpPr>
            <a:spLocks xmlns:a="http://schemas.openxmlformats.org/drawingml/2006/main" noGrp="1"/>
          </p:cNvSpPr>
          <p:nvPr/>
        </p:nvSpPr>
        <p:spPr>
          <a:xfrm xmlns:a="http://schemas.openxmlformats.org/drawingml/2006/main">
            <a:off x="1590675" y="4572000"/>
            <a:ext cx="3257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Σs xs=1,   Cmix=Σs xs Cs</a:t>
            </a:r>
          </a:p>
        </p:txBody>
      </p:sp>
      <p:sp>
        <p:nvSpPr>
          <p:cNvPr id="13" name="">
            <a:extLst xmlns:a="http://schemas.openxmlformats.org/drawingml/2006/main">
              <a:ext uri="{FF2B5EF4-FFF2-40B4-BE49-F238E27FC236}">
                <a16:creationId xmlns:a16="http://schemas.microsoft.com/office/drawing/2014/main" id="{D269FF4A-C209-47EF-9BB6-8F8248526366}"/>
              </a:ext>
            </a:extLst>
          </p:cNvPr>
          <p:cNvSpPr>
            <a:spLocks xmlns:a="http://schemas.openxmlformats.org/drawingml/2006/main" noGrp="1"/>
          </p:cNvSpPr>
          <p:nvPr/>
        </p:nvSpPr>
        <p:spPr>
          <a:xfrm xmlns:a="http://schemas.openxmlformats.org/drawingml/2006/main">
            <a:off x="6000750" y="4524375"/>
            <a:ext cx="476250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4" name="">
            <a:extLst xmlns:a="http://schemas.openxmlformats.org/drawingml/2006/main">
              <a:ext uri="{FF2B5EF4-FFF2-40B4-BE49-F238E27FC236}">
                <a16:creationId xmlns:a16="http://schemas.microsoft.com/office/drawing/2014/main" id="{F6DB1634-0438-42AD-8A73-FADA868FCDBD}"/>
              </a:ext>
            </a:extLst>
          </p:cNvPr>
          <p:cNvSpPr>
            <a:spLocks xmlns:a="http://schemas.openxmlformats.org/drawingml/2006/main" noGrp="1"/>
          </p:cNvSpPr>
          <p:nvPr/>
        </p:nvSpPr>
        <p:spPr>
          <a:xfrm xmlns:a="http://schemas.openxmlformats.org/drawingml/2006/main">
            <a:off x="6000750" y="4524375"/>
            <a:ext cx="704850" cy="619125"/>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BDE74E7-61D4-4026-8C1F-BD1B9EC89C25}"/>
              </a:ext>
            </a:extLst>
          </p:cNvPr>
          <p:cNvSpPr>
            <a:spLocks xmlns:a="http://schemas.openxmlformats.org/drawingml/2006/main" noGrp="1"/>
          </p:cNvSpPr>
          <p:nvPr/>
        </p:nvSpPr>
        <p:spPr>
          <a:xfrm xmlns:a="http://schemas.openxmlformats.org/drawingml/2006/main">
            <a:off x="6048375" y="4562475"/>
            <a:ext cx="609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付着損失</a:t>
            </a:r>
          </a:p>
        </p:txBody>
      </p:sp>
      <p:sp>
        <p:nvSpPr>
          <p:cNvPr id="16" name="">
            <a:extLst xmlns:a="http://schemas.openxmlformats.org/drawingml/2006/main">
              <a:ext uri="{FF2B5EF4-FFF2-40B4-BE49-F238E27FC236}">
                <a16:creationId xmlns:a16="http://schemas.microsoft.com/office/drawing/2014/main" id="{F2B9A88C-8C01-4F80-A720-137DF5D0E24E}"/>
              </a:ext>
            </a:extLst>
          </p:cNvPr>
          <p:cNvSpPr>
            <a:spLocks xmlns:a="http://schemas.openxmlformats.org/drawingml/2006/main" noGrp="1"/>
          </p:cNvSpPr>
          <p:nvPr/>
        </p:nvSpPr>
        <p:spPr>
          <a:xfrm xmlns:a="http://schemas.openxmlformats.org/drawingml/2006/main">
            <a:off x="6877050" y="4572000"/>
            <a:ext cx="3733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Rattach = nₑN xO₂ katt</a:t>
            </a:r>
          </a:p>
        </p:txBody>
      </p:sp>
      <p:sp>
        <p:nvSpPr>
          <p:cNvPr id="19" name="">
            <a:extLst xmlns:a="http://schemas.openxmlformats.org/drawingml/2006/main">
              <a:ext uri="{FF2B5EF4-FFF2-40B4-BE49-F238E27FC236}">
                <a16:creationId xmlns:a16="http://schemas.microsoft.com/office/drawing/2014/main" id="{9CBAC3E6-BF2D-4B01-8BA5-57A9291DEE8A}"/>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組成差は“平均断面積”ではなく、各閾値</a:t>
            </a:r>
            <a:r>
              <a:rPr sz="1275" b="1" i="0">
                <a:solidFill>
                  <a:srgbClr val="6DBB20"/>
                </a:solidFill>
                <a:latin typeface="Noto Sans JP"/>
                <a:ea typeface="Noto Sans JP"/>
                <a:cs typeface="Noto Sans JP"/>
              </a:rPr>
              <a:t>積分核</a:t>
            </a:r>
            <a:r>
              <a:rPr sz="1275" b="1" i="0">
                <a:solidFill>
                  <a:srgbClr val="6DBB20"/>
                </a:solidFill>
                <a:latin typeface="Noto Sans JP"/>
                <a:ea typeface="Noto Sans JP"/>
                <a:cs typeface="Noto Sans JP"/>
              </a:rPr>
              <a:t>とEEDFの自己整合再配分として現れる。</a:t>
            </a:r>
          </a:p>
        </p:txBody>
      </p:sp>
      <p:sp>
        <p:nvSpPr>
          <p:cNvPr id="20" name="">
            <a:extLst xmlns:a="http://schemas.openxmlformats.org/drawingml/2006/main">
              <a:ext uri="{FF2B5EF4-FFF2-40B4-BE49-F238E27FC236}">
                <a16:creationId xmlns:a16="http://schemas.microsoft.com/office/drawing/2014/main" id="{222BB28B-3DE2-42A8-ADB8-B06D81F52676}"/>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[R2]  |  outputs/lxcat_swarm_validation/evaluation/README_ja.md</a:t>
            </a:r>
          </a:p>
        </p:txBody>
      </p:sp>
      <p:sp>
        <p:nvSpPr>
          <p:cNvPr id="23" name="title">
            <a:extLst xmlns:a="http://schemas.openxmlformats.org/drawingml/2006/main">
              <a:ext uri="{FF2B5EF4-FFF2-40B4-BE49-F238E27FC236}">
                <a16:creationId xmlns:a16="http://schemas.microsoft.com/office/drawing/2014/main" id="{556894E1-8BD8-40CF-A1CC-20DF0D2573E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混合ガス：Ar 90% + 添加ガス 10% の比較条件</a:t>
            </a:r>
          </a:p>
        </p:txBody>
      </p:sp>
      <p:sp>
        <p:nvSpPr>
          <p:cNvPr id="24" name="">
            <a:extLst xmlns:a="http://schemas.openxmlformats.org/drawingml/2006/main">
              <a:ext uri="{FF2B5EF4-FFF2-40B4-BE49-F238E27FC236}">
                <a16:creationId xmlns:a16="http://schemas.microsoft.com/office/drawing/2014/main" id="{9D75BD34-157F-4D8F-8C29-F505167D5CCA}"/>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5" name="section">
            <a:extLst xmlns:a="http://schemas.openxmlformats.org/drawingml/2006/main">
              <a:ext uri="{FF2B5EF4-FFF2-40B4-BE49-F238E27FC236}">
                <a16:creationId xmlns:a16="http://schemas.microsoft.com/office/drawing/2014/main" id="{8C0145BB-ADBA-48EE-A204-B5CF28672B8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70847862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B1F367-D98D-42C0-B656-D913B94BBD51}"/>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A9208186-AC50-44BA-B701-304C2A6E83AA}"/>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33</a:t>
            </a:r>
          </a:p>
        </p:txBody>
      </p:sp>
      <p:graphicFrame>
        <p:nvGraphicFramePr>
          <p:cNvPr id="32" name="Chart"/>
          <p:cNvGraphicFramePr/>
          <p:nvPr/>
        </p:nvGraphicFramePr>
        <p:xfrm>
          <a:off xmlns:a="http://schemas.openxmlformats.org/drawingml/2006/main" x="428625" y="13811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518259d401fd41b1"/>
          </a:graphicData>
        </a:graphic>
      </p:graphicFrame>
      <p:graphicFrame>
        <p:nvGraphicFramePr>
          <p:cNvPr id="33" name="Chart"/>
          <p:cNvGraphicFramePr/>
          <p:nvPr/>
        </p:nvGraphicFramePr>
        <p:xfrm>
          <a:off xmlns:a="http://schemas.openxmlformats.org/drawingml/2006/main" x="6334125" y="13811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d68d4ac8cdba4a7a"/>
          </a:graphicData>
        </a:graphic>
      </p:graphicFrame>
      <p:graphicFrame>
        <p:nvGraphicFramePr>
          <p:cNvPr id="34" name="Chart"/>
          <p:cNvGraphicFramePr/>
          <p:nvPr/>
        </p:nvGraphicFramePr>
        <p:xfrm>
          <a:off xmlns:a="http://schemas.openxmlformats.org/drawingml/2006/main" x="428625" y="357187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995ae5581a054e9f"/>
          </a:graphicData>
        </a:graphic>
      </p:graphicFrame>
      <p:graphicFrame>
        <p:nvGraphicFramePr>
          <p:cNvPr id="35" name="Chart"/>
          <p:cNvGraphicFramePr/>
          <p:nvPr/>
        </p:nvGraphicFramePr>
        <p:xfrm>
          <a:off xmlns:a="http://schemas.openxmlformats.org/drawingml/2006/main" x="6334125" y="357187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83d7eadb78984209"/>
          </a:graphicData>
        </a:graphic>
      </p:graphicFrame>
      <p:sp>
        <p:nvSpPr>
          <p:cNvPr id="12" name="">
            <a:extLst xmlns:a="http://schemas.openxmlformats.org/drawingml/2006/main">
              <a:ext uri="{FF2B5EF4-FFF2-40B4-BE49-F238E27FC236}">
                <a16:creationId xmlns:a16="http://schemas.microsoft.com/office/drawing/2014/main" id="{B542775E-550E-4DCC-812B-6679C7BA9BAD}"/>
              </a:ext>
            </a:extLst>
          </p:cNvPr>
          <p:cNvSpPr>
            <a:spLocks xmlns:a="http://schemas.openxmlformats.org/drawingml/2006/main" noGrp="1"/>
          </p:cNvSpPr>
          <p:nvPr/>
        </p:nvSpPr>
        <p:spPr>
          <a:xfrm xmlns:a="http://schemas.openxmlformats.org/drawingml/2006/main">
            <a:off x="4000500" y="5743575"/>
            <a:ext cx="323850" cy="0"/>
          </a:xfrm>
          <a:prstGeom xmlns:a="http://schemas.openxmlformats.org/drawingml/2006/main" prst="line">
            <a:avLst/>
          </a:prstGeom>
          <a:noFill xmlns:a="http://schemas.openxmlformats.org/drawingml/2006/main"/>
          <a:ln xmlns:a="http://schemas.openxmlformats.org/drawingml/2006/main" w="28575">
            <a:solidFill>
              <a:srgbClr val="007FAE"/>
            </a:solidFill>
            <a:prstDash val="solid"/>
          </a:ln>
        </p:spPr>
      </p:sp>
      <p:sp>
        <p:nvSpPr>
          <p:cNvPr id="13" name="">
            <a:extLst xmlns:a="http://schemas.openxmlformats.org/drawingml/2006/main">
              <a:ext uri="{FF2B5EF4-FFF2-40B4-BE49-F238E27FC236}">
                <a16:creationId xmlns:a16="http://schemas.microsoft.com/office/drawing/2014/main" id="{571A52C9-2251-4D11-852D-8C4ECC1B7834}"/>
              </a:ext>
            </a:extLst>
          </p:cNvPr>
          <p:cNvSpPr>
            <a:spLocks xmlns:a="http://schemas.openxmlformats.org/drawingml/2006/main" noGrp="1"/>
          </p:cNvSpPr>
          <p:nvPr/>
        </p:nvSpPr>
        <p:spPr>
          <a:xfrm xmlns:a="http://schemas.openxmlformats.org/drawingml/2006/main">
            <a:off x="4381500" y="5638800"/>
            <a:ext cx="1095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938" b="1" i="0">
                <a:solidFill>
                  <a:srgbClr val="007FAE"/>
                </a:solidFill>
                <a:latin typeface="Noto Sans JP"/>
                <a:ea typeface="Noto Sans JP"/>
                <a:cs typeface="Noto Sans JP"/>
              </a:defRPr>
            </a:pPr>
            <a:r>
              <a:rPr sz="938" b="1" i="0">
                <a:solidFill>
                  <a:srgbClr val="007FAE"/>
                </a:solidFill>
                <a:latin typeface="Noto Sans JP"/>
                <a:ea typeface="Noto Sans JP"/>
                <a:cs typeface="Noto Sans JP"/>
              </a:rPr>
              <a:t>two-term</a:t>
            </a:r>
          </a:p>
        </p:txBody>
      </p:sp>
      <p:sp>
        <p:nvSpPr>
          <p:cNvPr id="14" name="">
            <a:extLst xmlns:a="http://schemas.openxmlformats.org/drawingml/2006/main">
              <a:ext uri="{FF2B5EF4-FFF2-40B4-BE49-F238E27FC236}">
                <a16:creationId xmlns:a16="http://schemas.microsoft.com/office/drawing/2014/main" id="{C6DC8817-92B9-46CC-BD17-0723E7844F55}"/>
              </a:ext>
            </a:extLst>
          </p:cNvPr>
          <p:cNvSpPr>
            <a:spLocks xmlns:a="http://schemas.openxmlformats.org/drawingml/2006/main" noGrp="1"/>
          </p:cNvSpPr>
          <p:nvPr/>
        </p:nvSpPr>
        <p:spPr>
          <a:xfrm xmlns:a="http://schemas.openxmlformats.org/drawingml/2006/main">
            <a:off x="5572125" y="5743575"/>
            <a:ext cx="323850" cy="0"/>
          </a:xfrm>
          <a:prstGeom xmlns:a="http://schemas.openxmlformats.org/drawingml/2006/main" prst="line">
            <a:avLst/>
          </a:prstGeom>
          <a:noFill xmlns:a="http://schemas.openxmlformats.org/drawingml/2006/main"/>
          <a:ln xmlns:a="http://schemas.openxmlformats.org/drawingml/2006/main" w="28575">
            <a:solidFill>
              <a:srgbClr val="B87900"/>
            </a:solidFill>
            <a:prstDash val="solid"/>
          </a:ln>
        </p:spPr>
      </p:sp>
      <p:sp>
        <p:nvSpPr>
          <p:cNvPr id="15" name="">
            <a:extLst xmlns:a="http://schemas.openxmlformats.org/drawingml/2006/main">
              <a:ext uri="{FF2B5EF4-FFF2-40B4-BE49-F238E27FC236}">
                <a16:creationId xmlns:a16="http://schemas.microsoft.com/office/drawing/2014/main" id="{485BD73E-DE68-41AB-9468-9F727F29287D}"/>
              </a:ext>
            </a:extLst>
          </p:cNvPr>
          <p:cNvSpPr>
            <a:spLocks xmlns:a="http://schemas.openxmlformats.org/drawingml/2006/main" noGrp="1"/>
          </p:cNvSpPr>
          <p:nvPr/>
        </p:nvSpPr>
        <p:spPr>
          <a:xfrm xmlns:a="http://schemas.openxmlformats.org/drawingml/2006/main">
            <a:off x="5953125" y="5638800"/>
            <a:ext cx="1095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7293"/>
          </a:bodyPr>
          <a:lstStyle xmlns:a="http://schemas.openxmlformats.org/drawingml/2006/main"/>
          <a:p xmlns:a="http://schemas.openxmlformats.org/drawingml/2006/main">
            <a:pPr algn="l">
              <a:lnSpc>
                <a:spcPct val="105000"/>
              </a:lnSpc>
              <a:buNone/>
              <a:defRPr sz="938" b="1" i="0">
                <a:solidFill>
                  <a:srgbClr val="B87900"/>
                </a:solidFill>
                <a:latin typeface="Noto Sans JP"/>
                <a:ea typeface="Noto Sans JP"/>
                <a:cs typeface="Noto Sans JP"/>
              </a:defRPr>
            </a:pPr>
            <a:r>
              <a:rPr sz="938" b="1" i="0">
                <a:solidFill>
                  <a:srgbClr val="B87900"/>
                </a:solidFill>
                <a:latin typeface="Noto Sans JP"/>
                <a:ea typeface="Noto Sans JP"/>
                <a:cs typeface="Noto Sans JP"/>
              </a:rPr>
              <a:t>Monte Carlo直接出力</a:t>
            </a:r>
          </a:p>
        </p:txBody>
      </p:sp>
      <p:sp>
        <p:nvSpPr>
          <p:cNvPr id="16" name="">
            <a:extLst xmlns:a="http://schemas.openxmlformats.org/drawingml/2006/main">
              <a:ext uri="{FF2B5EF4-FFF2-40B4-BE49-F238E27FC236}">
                <a16:creationId xmlns:a16="http://schemas.microsoft.com/office/drawing/2014/main" id="{727A7CBC-B3BB-48F8-977A-A77B3BB4697D}"/>
              </a:ext>
            </a:extLst>
          </p:cNvPr>
          <p:cNvSpPr>
            <a:spLocks xmlns:a="http://schemas.openxmlformats.org/drawingml/2006/main" noGrp="1"/>
          </p:cNvSpPr>
          <p:nvPr/>
        </p:nvSpPr>
        <p:spPr>
          <a:xfrm xmlns:a="http://schemas.openxmlformats.org/drawingml/2006/main">
            <a:off x="7143750" y="5743575"/>
            <a:ext cx="323850" cy="0"/>
          </a:xfrm>
          <a:prstGeom xmlns:a="http://schemas.openxmlformats.org/drawingml/2006/main" prst="line">
            <a:avLst/>
          </a:prstGeom>
          <a:noFill xmlns:a="http://schemas.openxmlformats.org/drawingml/2006/main"/>
          <a:ln xmlns:a="http://schemas.openxmlformats.org/drawingml/2006/main" w="28575">
            <a:solidFill>
              <a:srgbClr val="72B51F"/>
            </a:solidFill>
            <a:prstDash val="solid"/>
          </a:ln>
        </p:spPr>
      </p:sp>
      <p:sp>
        <p:nvSpPr>
          <p:cNvPr id="17" name="">
            <a:extLst xmlns:a="http://schemas.openxmlformats.org/drawingml/2006/main">
              <a:ext uri="{FF2B5EF4-FFF2-40B4-BE49-F238E27FC236}">
                <a16:creationId xmlns:a16="http://schemas.microsoft.com/office/drawing/2014/main" id="{8564FF3A-D89F-4AEB-BB2D-A2C6290062A0}"/>
              </a:ext>
            </a:extLst>
          </p:cNvPr>
          <p:cNvSpPr>
            <a:spLocks xmlns:a="http://schemas.openxmlformats.org/drawingml/2006/main" noGrp="1"/>
          </p:cNvSpPr>
          <p:nvPr/>
        </p:nvSpPr>
        <p:spPr>
          <a:xfrm xmlns:a="http://schemas.openxmlformats.org/drawingml/2006/main">
            <a:off x="7524750" y="5638800"/>
            <a:ext cx="1095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938" b="1" i="0">
                <a:solidFill>
                  <a:srgbClr val="72B51F"/>
                </a:solidFill>
                <a:latin typeface="Noto Sans JP"/>
                <a:ea typeface="Noto Sans JP"/>
                <a:cs typeface="Noto Sans JP"/>
              </a:defRPr>
            </a:pPr>
            <a:r>
              <a:rPr sz="938" b="1" i="0">
                <a:solidFill>
                  <a:srgbClr val="72B51F"/>
                </a:solidFill>
                <a:latin typeface="Noto Sans JP"/>
                <a:ea typeface="Noto Sans JP"/>
                <a:cs typeface="Noto Sans JP"/>
              </a:rPr>
              <a:t>propagator</a:t>
            </a:r>
          </a:p>
        </p:txBody>
      </p:sp>
      <p:sp>
        <p:nvSpPr>
          <p:cNvPr id="20" name="">
            <a:extLst xmlns:a="http://schemas.openxmlformats.org/drawingml/2006/main">
              <a:ext uri="{FF2B5EF4-FFF2-40B4-BE49-F238E27FC236}">
                <a16:creationId xmlns:a16="http://schemas.microsoft.com/office/drawing/2014/main" id="{3F248A0B-6D23-405E-9BF7-89AC41FCA755}"/>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10 Tdで⟨ε⟩=1.297–1.328 eV。N₂の非弾性損失が、Ar単ガスより低いエネルギー分布を形成する。</a:t>
            </a:r>
          </a:p>
        </p:txBody>
      </p:sp>
      <p:sp>
        <p:nvSpPr>
          <p:cNvPr id="21" name="">
            <a:extLst xmlns:a="http://schemas.openxmlformats.org/drawingml/2006/main">
              <a:ext uri="{FF2B5EF4-FFF2-40B4-BE49-F238E27FC236}">
                <a16:creationId xmlns:a16="http://schemas.microsoft.com/office/drawing/2014/main" id="{3240B002-5694-44BE-AE58-1FAE216700B6}"/>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[R2]  |  lxcat_swarm_validation tables + MC aggregate EEDF</a:t>
            </a:r>
          </a:p>
        </p:txBody>
      </p:sp>
      <p:sp>
        <p:nvSpPr>
          <p:cNvPr id="27" name="title">
            <a:extLst xmlns:a="http://schemas.openxmlformats.org/drawingml/2006/main">
              <a:ext uri="{FF2B5EF4-FFF2-40B4-BE49-F238E27FC236}">
                <a16:creationId xmlns:a16="http://schemas.microsoft.com/office/drawing/2014/main" id="{A842662D-FCE8-474F-9BE7-D878BAB75FBB}"/>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Ar 90% + N₂ 10%：振動励起がEEDFを冷却する</a:t>
            </a:r>
          </a:p>
        </p:txBody>
      </p:sp>
      <p:sp>
        <p:nvSpPr>
          <p:cNvPr id="28" name="">
            <a:extLst xmlns:a="http://schemas.openxmlformats.org/drawingml/2006/main">
              <a:ext uri="{FF2B5EF4-FFF2-40B4-BE49-F238E27FC236}">
                <a16:creationId xmlns:a16="http://schemas.microsoft.com/office/drawing/2014/main" id="{F7F7ADC9-6764-428F-BC57-3B6E07C6D97E}"/>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9" name="section">
            <a:extLst xmlns:a="http://schemas.openxmlformats.org/drawingml/2006/main">
              <a:ext uri="{FF2B5EF4-FFF2-40B4-BE49-F238E27FC236}">
                <a16:creationId xmlns:a16="http://schemas.microsoft.com/office/drawing/2014/main" id="{84B8A222-C42A-4B0F-BBD7-571F98EA9845}"/>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43650819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998191-2C6B-4AA7-9491-90FB873A1D44}"/>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AECAFA3F-71D4-4443-9187-5D4E26923C0E}"/>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34</a:t>
            </a:r>
          </a:p>
        </p:txBody>
      </p:sp>
      <p:graphicFrame>
        <p:nvGraphicFramePr>
          <p:cNvPr id="24" name="Chart"/>
          <p:cNvGraphicFramePr/>
          <p:nvPr/>
        </p:nvGraphicFramePr>
        <p:xfrm>
          <a:off xmlns:a="http://schemas.openxmlformats.org/drawingml/2006/main" x="476250" y="1476375"/>
          <a:ext xmlns:a="http://schemas.openxmlformats.org/drawingml/2006/main" cx="5381625" cy="2714625"/>
        </p:xfrm>
        <a:graphic xmlns:a="http://schemas.openxmlformats.org/drawingml/2006/main">
          <a:graphicData uri="http://schemas.openxmlformats.org/drawingml/2006/chart">
            <c:chart xmlns:r="http://schemas.openxmlformats.org/officeDocument/2006/relationships" xmlns:c="http://schemas.openxmlformats.org/drawingml/2006/chart" r:id="R8e64a1c84c6e457e"/>
          </a:graphicData>
        </a:graphic>
      </p:graphicFrame>
      <p:graphicFrame>
        <p:nvGraphicFramePr>
          <p:cNvPr id="25" name="Chart"/>
          <p:cNvGraphicFramePr/>
          <p:nvPr/>
        </p:nvGraphicFramePr>
        <p:xfrm>
          <a:off xmlns:a="http://schemas.openxmlformats.org/drawingml/2006/main" x="6191250" y="1476375"/>
          <a:ext xmlns:a="http://schemas.openxmlformats.org/drawingml/2006/main" cx="5381625" cy="2714625"/>
        </p:xfrm>
        <a:graphic xmlns:a="http://schemas.openxmlformats.org/drawingml/2006/main">
          <a:graphicData uri="http://schemas.openxmlformats.org/drawingml/2006/chart">
            <c:chart xmlns:r="http://schemas.openxmlformats.org/officeDocument/2006/relationships" xmlns:c="http://schemas.openxmlformats.org/drawingml/2006/chart" r:id="Rf05629309eb94a33"/>
          </a:graphicData>
        </a:graphic>
      </p:graphicFrame>
      <p:graphicFrame>
        <p:nvGraphicFramePr>
          <p:cNvPr id="26" name=""/>
          <p:cNvGraphicFramePr/>
          <p:nvPr/>
        </p:nvGraphicFramePr>
        <p:xfrm>
          <a:off xmlns:a="http://schemas.openxmlformats.org/drawingml/2006/main" x="2428875" y="4333875"/>
          <a:ext xmlns:a="http://schemas.openxmlformats.org/drawingml/2006/main" cx="7334250" cy="1476375"/>
        </p:xfrm>
        <a:graphic xmlns:a="http://schemas.openxmlformats.org/drawingml/2006/main">
          <a:graphicData uri="http://schemas.openxmlformats.org/drawingml/2006/table">
            <a:tbl>
              <a:tblPr firstRow="1" bandRow="0"/>
              <a:tblGrid>
                <a:gridCol w="1524000"/>
                <a:gridCol w="1428750"/>
                <a:gridCol w="2190750"/>
                <a:gridCol w="2190750"/>
              </a:tblGrid>
              <a:tr h="295275">
                <a:tc>
                  <a:txBody>
                    <a:bodyPr lIns="57150" tIns="38100" rIns="47625" bIns="38100">
                      <a:normAutofit/>
                    </a:bodyPr>
                    <a:lstStyle/>
                    <a:p>
                      <a:pPr algn="l">
                        <a:buNone/>
                      </a:pPr>
                      <a:r>
                        <a:rPr sz="810" b="1">
                          <a:solidFill>
                            <a:srgbClr val="FFFFFF"/>
                          </a:solidFill>
                          <a:latin typeface="Noto Sans JP"/>
                          <a:ea typeface="Noto Sans JP"/>
                          <a:cs typeface="Noto Sans JP"/>
                        </a:rPr>
                        <a:t>E/N</a:t>
                      </a:r>
                    </a:p>
                  </a:txBody>
                  <a:tcPr marL="91440" marR="91440" marT="45720" marB="45720" anchor="ctr">
                    <a:solidFill>
                      <a:srgbClr val="00A6D9"/>
                    </a:solidFill>
                  </a:tcPr>
                </a:tc>
                <a:tc>
                  <a:txBody>
                    <a:bodyPr lIns="57150" tIns="38100" rIns="47625" bIns="38100">
                      <a:normAutofit/>
                    </a:bodyPr>
                    <a:lstStyle/>
                    <a:p>
                      <a:pPr algn="ctr">
                        <a:buNone/>
                      </a:pPr>
                      <a:r>
                        <a:rPr sz="810" b="1">
                          <a:solidFill>
                            <a:srgbClr val="FFFFFF"/>
                          </a:solidFill>
                          <a:latin typeface="Noto Sans JP"/>
                          <a:ea typeface="Noto Sans JP"/>
                          <a:cs typeface="Noto Sans JP"/>
                        </a:rPr>
                        <a:t>輸送係数まで統計収束</a:t>
                      </a:r>
                    </a:p>
                  </a:txBody>
                  <a:tcPr marL="91440" marR="91440" marT="45720" marB="45720" anchor="ctr">
                    <a:solidFill>
                      <a:srgbClr val="00A6D9"/>
                    </a:solidFill>
                  </a:tcPr>
                </a:tc>
                <a:tc>
                  <a:txBody>
                    <a:bodyPr lIns="57150" tIns="38100" rIns="47625" bIns="38100">
                      <a:normAutofit/>
                    </a:bodyPr>
                    <a:lstStyle/>
                    <a:p>
                      <a:pPr algn="ctr">
                        <a:buNone/>
                      </a:pPr>
                      <a:r>
                        <a:rPr sz="810" b="1">
                          <a:solidFill>
                            <a:srgbClr val="FFFFFF"/>
                          </a:solidFill>
                          <a:latin typeface="Noto Sans JP"/>
                          <a:ea typeface="Noto Sans JP"/>
                          <a:cs typeface="Noto Sans JP"/>
                        </a:rPr>
                        <a:t>EEDF・反応速度に採用</a:t>
                      </a:r>
                    </a:p>
                  </a:txBody>
                  <a:tcPr marL="91440" marR="91440" marT="45720" marB="45720" anchor="ctr">
                    <a:solidFill>
                      <a:srgbClr val="00A6D9"/>
                    </a:solidFill>
                  </a:tcPr>
                </a:tc>
                <a:tc>
                  <a:txBody>
                    <a:bodyPr lIns="57150" tIns="38100" rIns="47625" bIns="38100">
                      <a:normAutofit/>
                    </a:bodyPr>
                    <a:lstStyle/>
                    <a:p>
                      <a:pPr algn="ctr">
                        <a:buNone/>
                      </a:pPr>
                      <a:r>
                        <a:rPr sz="810" b="1">
                          <a:solidFill>
                            <a:srgbClr val="FFFFFF"/>
                          </a:solidFill>
                          <a:latin typeface="Noto Sans JP"/>
                          <a:ea typeface="Noto Sans JP"/>
                          <a:cs typeface="Noto Sans JP"/>
                        </a:rPr>
                        <a:t>電子移動度の相対標準誤差</a:t>
                      </a:r>
                    </a:p>
                  </a:txBody>
                  <a:tcPr marL="91440" marR="91440" marT="45720" marB="45720" anchor="ctr">
                    <a:solidFill>
                      <a:srgbClr val="00A6D9"/>
                    </a:solidFill>
                  </a:tcPr>
                </a:tc>
              </a:tr>
              <a:tr h="295275">
                <a:tc>
                  <a:txBody>
                    <a:bodyPr lIns="57150" tIns="38100" rIns="47625" bIns="38100">
                      <a:normAutofit/>
                    </a:bodyPr>
                    <a:lstStyle/>
                    <a:p>
                      <a:pPr algn="l">
                        <a:buNone/>
                      </a:pPr>
                      <a:r>
                        <a:rPr sz="788" b="1">
                          <a:solidFill>
                            <a:srgbClr val="2F2F2F"/>
                          </a:solidFill>
                          <a:latin typeface="Noto Sans JP"/>
                          <a:ea typeface="Noto Sans JP"/>
                          <a:cs typeface="Noto Sans JP"/>
                        </a:rPr>
                        <a:t>1 Td</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未達</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合格</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2.23%</a:t>
                      </a:r>
                    </a:p>
                  </a:txBody>
                  <a:tcPr marL="91440" marR="91440" marT="45720" marB="45720" anchor="ctr">
                    <a:solidFill>
                      <a:srgbClr val="FFFFFF"/>
                    </a:solidFill>
                  </a:tcPr>
                </a:tc>
              </a:tr>
              <a:tr h="295275">
                <a:tc>
                  <a:txBody>
                    <a:bodyPr lIns="57150" tIns="38100" rIns="47625" bIns="38100">
                      <a:normAutofit/>
                    </a:bodyPr>
                    <a:lstStyle/>
                    <a:p>
                      <a:pPr algn="l">
                        <a:buNone/>
                      </a:pPr>
                      <a:r>
                        <a:rPr sz="788" b="1">
                          <a:solidFill>
                            <a:srgbClr val="2F2F2F"/>
                          </a:solidFill>
                          <a:latin typeface="Noto Sans JP"/>
                          <a:ea typeface="Noto Sans JP"/>
                          <a:cs typeface="Noto Sans JP"/>
                        </a:rPr>
                        <a:t>10 Td</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未達</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合格</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0.15%</a:t>
                      </a:r>
                    </a:p>
                  </a:txBody>
                  <a:tcPr marL="91440" marR="91440" marT="45720" marB="45720" anchor="ctr">
                    <a:solidFill>
                      <a:srgbClr val="F1F1F1"/>
                    </a:solidFill>
                  </a:tcPr>
                </a:tc>
              </a:tr>
              <a:tr h="295275">
                <a:tc>
                  <a:txBody>
                    <a:bodyPr lIns="57150" tIns="38100" rIns="47625" bIns="38100">
                      <a:normAutofit/>
                    </a:bodyPr>
                    <a:lstStyle/>
                    <a:p>
                      <a:pPr algn="l">
                        <a:buNone/>
                      </a:pPr>
                      <a:r>
                        <a:rPr sz="788" b="1">
                          <a:solidFill>
                            <a:srgbClr val="2F2F2F"/>
                          </a:solidFill>
                          <a:latin typeface="Noto Sans JP"/>
                          <a:ea typeface="Noto Sans JP"/>
                          <a:cs typeface="Noto Sans JP"/>
                        </a:rPr>
                        <a:t>100 Td</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未達</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合格</a:t>
                      </a:r>
                    </a:p>
                  </a:txBody>
                  <a:tcPr marL="91440" marR="91440" marT="45720" marB="45720" anchor="ctr">
                    <a:solidFill>
                      <a:srgbClr val="FFFFFF"/>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0.14%</a:t>
                      </a:r>
                    </a:p>
                  </a:txBody>
                  <a:tcPr marL="91440" marR="91440" marT="45720" marB="45720" anchor="ctr">
                    <a:solidFill>
                      <a:srgbClr val="FFFFFF"/>
                    </a:solidFill>
                  </a:tcPr>
                </a:tc>
              </a:tr>
              <a:tr h="295275">
                <a:tc>
                  <a:txBody>
                    <a:bodyPr lIns="57150" tIns="38100" rIns="47625" bIns="38100">
                      <a:normAutofit/>
                    </a:bodyPr>
                    <a:lstStyle/>
                    <a:p>
                      <a:pPr algn="l">
                        <a:buNone/>
                      </a:pPr>
                      <a:r>
                        <a:rPr sz="788" b="1">
                          <a:solidFill>
                            <a:srgbClr val="2F2F2F"/>
                          </a:solidFill>
                          <a:latin typeface="Noto Sans JP"/>
                          <a:ea typeface="Noto Sans JP"/>
                          <a:cs typeface="Noto Sans JP"/>
                        </a:rPr>
                        <a:t>1000 Td</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合格</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合格</a:t>
                      </a:r>
                    </a:p>
                  </a:txBody>
                  <a:tcPr marL="91440" marR="91440" marT="45720" marB="45720" anchor="ctr">
                    <a:solidFill>
                      <a:srgbClr val="F1F1F1"/>
                    </a:solidFill>
                  </a:tcPr>
                </a:tc>
                <a:tc>
                  <a:txBody>
                    <a:bodyPr lIns="57150" tIns="38100" rIns="47625" bIns="38100">
                      <a:normAutofit/>
                    </a:bodyPr>
                    <a:lstStyle/>
                    <a:p>
                      <a:pPr algn="ctr">
                        <a:buNone/>
                      </a:pPr>
                      <a:r>
                        <a:rPr sz="788" b="0">
                          <a:solidFill>
                            <a:srgbClr val="2F2F2F"/>
                          </a:solidFill>
                          <a:latin typeface="Noto Sans JP"/>
                          <a:ea typeface="Noto Sans JP"/>
                          <a:cs typeface="Noto Sans JP"/>
                        </a:rPr>
                        <a:t>0.01%</a:t>
                      </a:r>
                    </a:p>
                  </a:txBody>
                  <a:tcPr marL="91440" marR="91440" marT="45720" marB="45720" anchor="ctr">
                    <a:solidFill>
                      <a:srgbClr val="F1F1F1"/>
                    </a:solidFill>
                  </a:tcPr>
                </a:tc>
              </a:tr>
            </a:tbl>
          </a:graphicData>
        </a:graphic>
      </p:graphicFrame>
      <p:sp>
        <p:nvSpPr>
          <p:cNvPr id="13" name="">
            <a:extLst xmlns:a="http://schemas.openxmlformats.org/drawingml/2006/main">
              <a:ext uri="{FF2B5EF4-FFF2-40B4-BE49-F238E27FC236}">
                <a16:creationId xmlns:a16="http://schemas.microsoft.com/office/drawing/2014/main" id="{BCBAD0BD-69DD-42D2-89BA-22F74F0A2926}"/>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EEDF・反応速度は4/4条件で採用、輸送係数までの統計収束は1/4条件。100 Tdは電子数成長率が整合するが、拡散係数は未収束。</a:t>
            </a:r>
          </a:p>
        </p:txBody>
      </p:sp>
      <p:sp>
        <p:nvSpPr>
          <p:cNvPr id="14" name="">
            <a:extLst xmlns:a="http://schemas.openxmlformats.org/drawingml/2006/main">
              <a:ext uri="{FF2B5EF4-FFF2-40B4-BE49-F238E27FC236}">
                <a16:creationId xmlns:a16="http://schemas.microsoft.com/office/drawing/2014/main" id="{DD1BD35D-7CB8-493C-849B-40A8464815FA}"/>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mc_refinement_v7 + mc_core_v8; conservative union-grid TV</a:t>
            </a:r>
          </a:p>
        </p:txBody>
      </p:sp>
      <p:sp>
        <p:nvSpPr>
          <p:cNvPr id="19" name="title">
            <a:extLst xmlns:a="http://schemas.openxmlformats.org/drawingml/2006/main">
              <a:ext uri="{FF2B5EF4-FFF2-40B4-BE49-F238E27FC236}">
                <a16:creationId xmlns:a16="http://schemas.microsoft.com/office/drawing/2014/main" id="{31BB593A-1342-484A-9F30-EEB0D05846F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Ar/N₂：EEDF差とMonte Carloの統計誤差</a:t>
            </a:r>
          </a:p>
        </p:txBody>
      </p:sp>
      <p:sp>
        <p:nvSpPr>
          <p:cNvPr id="20" name="">
            <a:extLst xmlns:a="http://schemas.openxmlformats.org/drawingml/2006/main">
              <a:ext uri="{FF2B5EF4-FFF2-40B4-BE49-F238E27FC236}">
                <a16:creationId xmlns:a16="http://schemas.microsoft.com/office/drawing/2014/main" id="{1DAE62AD-4C47-4167-886B-C7A552D49690}"/>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1" name="section">
            <a:extLst xmlns:a="http://schemas.openxmlformats.org/drawingml/2006/main">
              <a:ext uri="{FF2B5EF4-FFF2-40B4-BE49-F238E27FC236}">
                <a16:creationId xmlns:a16="http://schemas.microsoft.com/office/drawing/2014/main" id="{52FA2A6D-BF21-4FEC-A6DB-ED5E50B9787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38610823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A13E19-3DF0-4607-B594-1F984ABCDAE1}"/>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0394591C-2215-4E5E-87C0-8AB26F55CED0}"/>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35</a:t>
            </a:r>
          </a:p>
        </p:txBody>
      </p:sp>
      <p:graphicFrame>
        <p:nvGraphicFramePr>
          <p:cNvPr id="32" name="Chart"/>
          <p:cNvGraphicFramePr/>
          <p:nvPr/>
        </p:nvGraphicFramePr>
        <p:xfrm>
          <a:off xmlns:a="http://schemas.openxmlformats.org/drawingml/2006/main" x="428625" y="13811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c0382a09d246401f"/>
          </a:graphicData>
        </a:graphic>
      </p:graphicFrame>
      <p:graphicFrame>
        <p:nvGraphicFramePr>
          <p:cNvPr id="33" name="Chart"/>
          <p:cNvGraphicFramePr/>
          <p:nvPr/>
        </p:nvGraphicFramePr>
        <p:xfrm>
          <a:off xmlns:a="http://schemas.openxmlformats.org/drawingml/2006/main" x="6334125" y="138112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3b81cb2d4d624d7e"/>
          </a:graphicData>
        </a:graphic>
      </p:graphicFrame>
      <p:graphicFrame>
        <p:nvGraphicFramePr>
          <p:cNvPr id="34" name="Chart"/>
          <p:cNvGraphicFramePr/>
          <p:nvPr/>
        </p:nvGraphicFramePr>
        <p:xfrm>
          <a:off xmlns:a="http://schemas.openxmlformats.org/drawingml/2006/main" x="428625" y="357187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9ce712bdb6134f1d"/>
          </a:graphicData>
        </a:graphic>
      </p:graphicFrame>
      <p:graphicFrame>
        <p:nvGraphicFramePr>
          <p:cNvPr id="35" name="Chart"/>
          <p:cNvGraphicFramePr/>
          <p:nvPr/>
        </p:nvGraphicFramePr>
        <p:xfrm>
          <a:off xmlns:a="http://schemas.openxmlformats.org/drawingml/2006/main" x="6334125" y="3571875"/>
          <a:ext xmlns:a="http://schemas.openxmlformats.org/drawingml/2006/main" cx="5429250" cy="1952625"/>
        </p:xfrm>
        <a:graphic xmlns:a="http://schemas.openxmlformats.org/drawingml/2006/main">
          <a:graphicData uri="http://schemas.openxmlformats.org/drawingml/2006/chart">
            <c:chart xmlns:r="http://schemas.openxmlformats.org/officeDocument/2006/relationships" xmlns:c="http://schemas.openxmlformats.org/drawingml/2006/chart" r:id="Rdc4b60c1a2fb4d47"/>
          </a:graphicData>
        </a:graphic>
      </p:graphicFrame>
      <p:sp>
        <p:nvSpPr>
          <p:cNvPr id="12" name="">
            <a:extLst xmlns:a="http://schemas.openxmlformats.org/drawingml/2006/main">
              <a:ext uri="{FF2B5EF4-FFF2-40B4-BE49-F238E27FC236}">
                <a16:creationId xmlns:a16="http://schemas.microsoft.com/office/drawing/2014/main" id="{7EF1D00B-DD1A-427B-A44E-4AB957D8FB94}"/>
              </a:ext>
            </a:extLst>
          </p:cNvPr>
          <p:cNvSpPr>
            <a:spLocks xmlns:a="http://schemas.openxmlformats.org/drawingml/2006/main" noGrp="1"/>
          </p:cNvSpPr>
          <p:nvPr/>
        </p:nvSpPr>
        <p:spPr>
          <a:xfrm xmlns:a="http://schemas.openxmlformats.org/drawingml/2006/main">
            <a:off x="4000500" y="5743575"/>
            <a:ext cx="323850" cy="0"/>
          </a:xfrm>
          <a:prstGeom xmlns:a="http://schemas.openxmlformats.org/drawingml/2006/main" prst="line">
            <a:avLst/>
          </a:prstGeom>
          <a:noFill xmlns:a="http://schemas.openxmlformats.org/drawingml/2006/main"/>
          <a:ln xmlns:a="http://schemas.openxmlformats.org/drawingml/2006/main" w="28575">
            <a:solidFill>
              <a:srgbClr val="007FAE"/>
            </a:solidFill>
            <a:prstDash val="solid"/>
          </a:ln>
        </p:spPr>
      </p:sp>
      <p:sp>
        <p:nvSpPr>
          <p:cNvPr id="13" name="">
            <a:extLst xmlns:a="http://schemas.openxmlformats.org/drawingml/2006/main">
              <a:ext uri="{FF2B5EF4-FFF2-40B4-BE49-F238E27FC236}">
                <a16:creationId xmlns:a16="http://schemas.microsoft.com/office/drawing/2014/main" id="{BB603787-2B45-4582-A79E-14F2A9228D59}"/>
              </a:ext>
            </a:extLst>
          </p:cNvPr>
          <p:cNvSpPr>
            <a:spLocks xmlns:a="http://schemas.openxmlformats.org/drawingml/2006/main" noGrp="1"/>
          </p:cNvSpPr>
          <p:nvPr/>
        </p:nvSpPr>
        <p:spPr>
          <a:xfrm xmlns:a="http://schemas.openxmlformats.org/drawingml/2006/main">
            <a:off x="4381500" y="5638800"/>
            <a:ext cx="1095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938" b="1" i="0">
                <a:solidFill>
                  <a:srgbClr val="007FAE"/>
                </a:solidFill>
                <a:latin typeface="Noto Sans JP"/>
                <a:ea typeface="Noto Sans JP"/>
                <a:cs typeface="Noto Sans JP"/>
              </a:defRPr>
            </a:pPr>
            <a:r>
              <a:rPr sz="938" b="1" i="0">
                <a:solidFill>
                  <a:srgbClr val="007FAE"/>
                </a:solidFill>
                <a:latin typeface="Noto Sans JP"/>
                <a:ea typeface="Noto Sans JP"/>
                <a:cs typeface="Noto Sans JP"/>
              </a:rPr>
              <a:t>two-term</a:t>
            </a:r>
          </a:p>
        </p:txBody>
      </p:sp>
      <p:sp>
        <p:nvSpPr>
          <p:cNvPr id="14" name="">
            <a:extLst xmlns:a="http://schemas.openxmlformats.org/drawingml/2006/main">
              <a:ext uri="{FF2B5EF4-FFF2-40B4-BE49-F238E27FC236}">
                <a16:creationId xmlns:a16="http://schemas.microsoft.com/office/drawing/2014/main" id="{FE1996F7-31D6-414D-95F8-73A41CA53C38}"/>
              </a:ext>
            </a:extLst>
          </p:cNvPr>
          <p:cNvSpPr>
            <a:spLocks xmlns:a="http://schemas.openxmlformats.org/drawingml/2006/main" noGrp="1"/>
          </p:cNvSpPr>
          <p:nvPr/>
        </p:nvSpPr>
        <p:spPr>
          <a:xfrm xmlns:a="http://schemas.openxmlformats.org/drawingml/2006/main">
            <a:off x="5572125" y="5743575"/>
            <a:ext cx="323850" cy="0"/>
          </a:xfrm>
          <a:prstGeom xmlns:a="http://schemas.openxmlformats.org/drawingml/2006/main" prst="line">
            <a:avLst/>
          </a:prstGeom>
          <a:noFill xmlns:a="http://schemas.openxmlformats.org/drawingml/2006/main"/>
          <a:ln xmlns:a="http://schemas.openxmlformats.org/drawingml/2006/main" w="28575">
            <a:solidFill>
              <a:srgbClr val="B87900"/>
            </a:solidFill>
            <a:prstDash val="solid"/>
          </a:ln>
        </p:spPr>
      </p:sp>
      <p:sp>
        <p:nvSpPr>
          <p:cNvPr id="15" name="">
            <a:extLst xmlns:a="http://schemas.openxmlformats.org/drawingml/2006/main">
              <a:ext uri="{FF2B5EF4-FFF2-40B4-BE49-F238E27FC236}">
                <a16:creationId xmlns:a16="http://schemas.microsoft.com/office/drawing/2014/main" id="{E1C60BD3-5135-43C6-9798-75D9AF32F5EE}"/>
              </a:ext>
            </a:extLst>
          </p:cNvPr>
          <p:cNvSpPr>
            <a:spLocks xmlns:a="http://schemas.openxmlformats.org/drawingml/2006/main" noGrp="1"/>
          </p:cNvSpPr>
          <p:nvPr/>
        </p:nvSpPr>
        <p:spPr>
          <a:xfrm xmlns:a="http://schemas.openxmlformats.org/drawingml/2006/main">
            <a:off x="5953125" y="5638800"/>
            <a:ext cx="1095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7293"/>
          </a:bodyPr>
          <a:lstStyle xmlns:a="http://schemas.openxmlformats.org/drawingml/2006/main"/>
          <a:p xmlns:a="http://schemas.openxmlformats.org/drawingml/2006/main">
            <a:pPr algn="l">
              <a:lnSpc>
                <a:spcPct val="105000"/>
              </a:lnSpc>
              <a:buNone/>
              <a:defRPr sz="938" b="1" i="0">
                <a:solidFill>
                  <a:srgbClr val="B87900"/>
                </a:solidFill>
                <a:latin typeface="Noto Sans JP"/>
                <a:ea typeface="Noto Sans JP"/>
                <a:cs typeface="Noto Sans JP"/>
              </a:defRPr>
            </a:pPr>
            <a:r>
              <a:rPr sz="938" b="1" i="0">
                <a:solidFill>
                  <a:srgbClr val="B87900"/>
                </a:solidFill>
                <a:latin typeface="Noto Sans JP"/>
                <a:ea typeface="Noto Sans JP"/>
                <a:cs typeface="Noto Sans JP"/>
              </a:rPr>
              <a:t>Monte Carlo直接出力</a:t>
            </a:r>
          </a:p>
        </p:txBody>
      </p:sp>
      <p:sp>
        <p:nvSpPr>
          <p:cNvPr id="16" name="">
            <a:extLst xmlns:a="http://schemas.openxmlformats.org/drawingml/2006/main">
              <a:ext uri="{FF2B5EF4-FFF2-40B4-BE49-F238E27FC236}">
                <a16:creationId xmlns:a16="http://schemas.microsoft.com/office/drawing/2014/main" id="{CA140F72-0AE7-44D8-BF9E-FBB39F41EDF5}"/>
              </a:ext>
            </a:extLst>
          </p:cNvPr>
          <p:cNvSpPr>
            <a:spLocks xmlns:a="http://schemas.openxmlformats.org/drawingml/2006/main" noGrp="1"/>
          </p:cNvSpPr>
          <p:nvPr/>
        </p:nvSpPr>
        <p:spPr>
          <a:xfrm xmlns:a="http://schemas.openxmlformats.org/drawingml/2006/main">
            <a:off x="7143750" y="5743575"/>
            <a:ext cx="323850" cy="0"/>
          </a:xfrm>
          <a:prstGeom xmlns:a="http://schemas.openxmlformats.org/drawingml/2006/main" prst="line">
            <a:avLst/>
          </a:prstGeom>
          <a:noFill xmlns:a="http://schemas.openxmlformats.org/drawingml/2006/main"/>
          <a:ln xmlns:a="http://schemas.openxmlformats.org/drawingml/2006/main" w="28575">
            <a:solidFill>
              <a:srgbClr val="72B51F"/>
            </a:solidFill>
            <a:prstDash val="solid"/>
          </a:ln>
        </p:spPr>
      </p:sp>
      <p:sp>
        <p:nvSpPr>
          <p:cNvPr id="17" name="">
            <a:extLst xmlns:a="http://schemas.openxmlformats.org/drawingml/2006/main">
              <a:ext uri="{FF2B5EF4-FFF2-40B4-BE49-F238E27FC236}">
                <a16:creationId xmlns:a16="http://schemas.microsoft.com/office/drawing/2014/main" id="{371C0BA3-47BE-455B-9161-81F34FB95063}"/>
              </a:ext>
            </a:extLst>
          </p:cNvPr>
          <p:cNvSpPr>
            <a:spLocks xmlns:a="http://schemas.openxmlformats.org/drawingml/2006/main" noGrp="1"/>
          </p:cNvSpPr>
          <p:nvPr/>
        </p:nvSpPr>
        <p:spPr>
          <a:xfrm xmlns:a="http://schemas.openxmlformats.org/drawingml/2006/main">
            <a:off x="7524750" y="5638800"/>
            <a:ext cx="1095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938" b="1" i="0">
                <a:solidFill>
                  <a:srgbClr val="72B51F"/>
                </a:solidFill>
                <a:latin typeface="Noto Sans JP"/>
                <a:ea typeface="Noto Sans JP"/>
                <a:cs typeface="Noto Sans JP"/>
              </a:defRPr>
            </a:pPr>
            <a:r>
              <a:rPr sz="938" b="1" i="0">
                <a:solidFill>
                  <a:srgbClr val="72B51F"/>
                </a:solidFill>
                <a:latin typeface="Noto Sans JP"/>
                <a:ea typeface="Noto Sans JP"/>
                <a:cs typeface="Noto Sans JP"/>
              </a:rPr>
              <a:t>propagator</a:t>
            </a:r>
          </a:p>
        </p:txBody>
      </p:sp>
      <p:sp>
        <p:nvSpPr>
          <p:cNvPr id="20" name="">
            <a:extLst xmlns:a="http://schemas.openxmlformats.org/drawingml/2006/main">
              <a:ext uri="{FF2B5EF4-FFF2-40B4-BE49-F238E27FC236}">
                <a16:creationId xmlns:a16="http://schemas.microsoft.com/office/drawing/2014/main" id="{45AEF603-8F5B-4BF0-92DC-E813200AD717}"/>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1 Tdの</a:t>
            </a:r>
            <a:r>
              <a:rPr sz="1275" b="1" i="0">
                <a:solidFill>
                  <a:srgbClr val="6DBB20"/>
                </a:solidFill>
                <a:latin typeface="Noto Sans JP"/>
                <a:ea typeface="Noto Sans JP"/>
                <a:cs typeface="Noto Sans JP"/>
              </a:rPr>
              <a:t>Monte Carlo直接出力</a:t>
            </a:r>
            <a:r>
              <a:rPr sz="1275" b="1" i="0">
                <a:solidFill>
                  <a:srgbClr val="6DBB20"/>
                </a:solidFill>
                <a:latin typeface="Noto Sans JP"/>
                <a:ea typeface="Noto Sans JP"/>
                <a:cs typeface="Noto Sans JP"/>
              </a:rPr>
              <a:t>–2T TV=4.32%が最大。</a:t>
            </a:r>
            <a:r>
              <a:rPr sz="1275" b="1" i="0">
                <a:solidFill>
                  <a:srgbClr val="6DBB20"/>
                </a:solidFill>
                <a:latin typeface="Noto Sans JP"/>
                <a:ea typeface="Noto Sans JP"/>
                <a:cs typeface="Noto Sans JP"/>
              </a:rPr>
              <a:t>EEDF・反応速度に採用</a:t>
            </a:r>
            <a:r>
              <a:rPr sz="1275" b="1" i="0">
                <a:solidFill>
                  <a:srgbClr val="6DBB20"/>
                </a:solidFill>
                <a:latin typeface="Noto Sans JP"/>
                <a:ea typeface="Noto Sans JP"/>
                <a:cs typeface="Noto Sans JP"/>
              </a:rPr>
              <a:t>は4/4、</a:t>
            </a:r>
            <a:r>
              <a:rPr sz="1275" b="1" i="0">
                <a:solidFill>
                  <a:srgbClr val="6DBB20"/>
                </a:solidFill>
                <a:latin typeface="Noto Sans JP"/>
                <a:ea typeface="Noto Sans JP"/>
                <a:cs typeface="Noto Sans JP"/>
              </a:rPr>
              <a:t>輸送係数まで統計収束</a:t>
            </a:r>
            <a:r>
              <a:rPr sz="1275" b="1" i="0">
                <a:solidFill>
                  <a:srgbClr val="6DBB20"/>
                </a:solidFill>
                <a:latin typeface="Noto Sans JP"/>
                <a:ea typeface="Noto Sans JP"/>
                <a:cs typeface="Noto Sans JP"/>
              </a:rPr>
              <a:t>は10/1000 Tdのみ合格。</a:t>
            </a:r>
          </a:p>
        </p:txBody>
      </p:sp>
      <p:sp>
        <p:nvSpPr>
          <p:cNvPr id="21" name="">
            <a:extLst xmlns:a="http://schemas.openxmlformats.org/drawingml/2006/main">
              <a:ext uri="{FF2B5EF4-FFF2-40B4-BE49-F238E27FC236}">
                <a16:creationId xmlns:a16="http://schemas.microsoft.com/office/drawing/2014/main" id="{067F7803-249D-4FF7-974A-47FBEC7FAC02}"/>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[R2]  |  O₂ common no-attachment 13-process set</a:t>
            </a:r>
          </a:p>
        </p:txBody>
      </p:sp>
      <p:sp>
        <p:nvSpPr>
          <p:cNvPr id="27" name="title">
            <a:extLst xmlns:a="http://schemas.openxmlformats.org/drawingml/2006/main">
              <a:ext uri="{FF2B5EF4-FFF2-40B4-BE49-F238E27FC236}">
                <a16:creationId xmlns:a16="http://schemas.microsoft.com/office/drawing/2014/main" id="{F936B48F-F370-4FEA-B395-AF6015EF2F9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Ar 90% + O₂ 10%：付着を除いた共通条件のEEDF</a:t>
            </a:r>
          </a:p>
        </p:txBody>
      </p:sp>
      <p:sp>
        <p:nvSpPr>
          <p:cNvPr id="28" name="">
            <a:extLst xmlns:a="http://schemas.openxmlformats.org/drawingml/2006/main">
              <a:ext uri="{FF2B5EF4-FFF2-40B4-BE49-F238E27FC236}">
                <a16:creationId xmlns:a16="http://schemas.microsoft.com/office/drawing/2014/main" id="{90A1DD58-824E-4213-8EDA-0E6CFB8FFF7F}"/>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9" name="section">
            <a:extLst xmlns:a="http://schemas.openxmlformats.org/drawingml/2006/main">
              <a:ext uri="{FF2B5EF4-FFF2-40B4-BE49-F238E27FC236}">
                <a16:creationId xmlns:a16="http://schemas.microsoft.com/office/drawing/2014/main" id="{4003E4A0-2564-40F5-9A79-FBBA1D75007E}"/>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68229268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EF725A-87C2-4E5B-8FF7-57AD2DA5F74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11776BA9-7A5A-4A50-A0F9-75DBB49FFAAE}"/>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36</a:t>
            </a:r>
          </a:p>
        </p:txBody>
      </p:sp>
      <p:graphicFrame>
        <p:nvGraphicFramePr>
          <p:cNvPr id="26" name="Chart"/>
          <p:cNvGraphicFramePr/>
          <p:nvPr/>
        </p:nvGraphicFramePr>
        <p:xfrm>
          <a:off xmlns:a="http://schemas.openxmlformats.org/drawingml/2006/main" x="476250" y="1476375"/>
          <a:ext xmlns:a="http://schemas.openxmlformats.org/drawingml/2006/main" cx="5334000" cy="3238500"/>
        </p:xfrm>
        <a:graphic xmlns:a="http://schemas.openxmlformats.org/drawingml/2006/main">
          <a:graphicData uri="http://schemas.openxmlformats.org/drawingml/2006/chart">
            <c:chart xmlns:r="http://schemas.openxmlformats.org/officeDocument/2006/relationships" xmlns:c="http://schemas.openxmlformats.org/drawingml/2006/chart" r:id="R2c2107c5d74f4e0a"/>
          </a:graphicData>
        </a:graphic>
      </p:graphicFrame>
      <p:graphicFrame>
        <p:nvGraphicFramePr>
          <p:cNvPr id="27" name=""/>
          <p:cNvGraphicFramePr/>
          <p:nvPr/>
        </p:nvGraphicFramePr>
        <p:xfrm>
          <a:off xmlns:a="http://schemas.openxmlformats.org/drawingml/2006/main" x="6191250" y="1476375"/>
          <a:ext xmlns:a="http://schemas.openxmlformats.org/drawingml/2006/main" cx="5381625" cy="3238500"/>
        </p:xfrm>
        <a:graphic xmlns:a="http://schemas.openxmlformats.org/drawingml/2006/main">
          <a:graphicData uri="http://schemas.openxmlformats.org/drawingml/2006/table">
            <a:tbl>
              <a:tblPr firstRow="1" bandRow="0"/>
              <a:tblGrid>
                <a:gridCol w="1143000"/>
                <a:gridCol w="952500"/>
                <a:gridCol w="1666875"/>
                <a:gridCol w="1619250"/>
              </a:tblGrid>
              <a:tr h="647700">
                <a:tc>
                  <a:txBody>
                    <a:bodyPr lIns="57150" tIns="38100" rIns="47625" bIns="38100">
                      <a:normAutofit/>
                    </a:bodyPr>
                    <a:lstStyle/>
                    <a:p>
                      <a:pPr algn="l">
                        <a:buNone/>
                      </a:pPr>
                      <a:r>
                        <a:rPr sz="923" b="1">
                          <a:solidFill>
                            <a:srgbClr val="FFFFFF"/>
                          </a:solidFill>
                          <a:latin typeface="Noto Sans JP"/>
                          <a:ea typeface="Noto Sans JP"/>
                          <a:cs typeface="Noto Sans JP"/>
                        </a:rPr>
                        <a:t>E/N</a:t>
                      </a:r>
                    </a:p>
                  </a:txBody>
                  <a:tcPr marL="91440" marR="91440" marT="45720" marB="45720" anchor="ctr">
                    <a:solidFill>
                      <a:srgbClr val="00A6D9"/>
                    </a:solidFill>
                  </a:tcPr>
                </a:tc>
                <a:tc>
                  <a:txBody>
                    <a:bodyPr lIns="57150" tIns="38100" rIns="47625" bIns="38100">
                      <a:normAutofit/>
                    </a:bodyPr>
                    <a:lstStyle/>
                    <a:p>
                      <a:pPr algn="ctr">
                        <a:buNone/>
                      </a:pPr>
                      <a:r>
                        <a:rPr sz="923" b="1">
                          <a:solidFill>
                            <a:srgbClr val="FFFFFF"/>
                          </a:solidFill>
                          <a:latin typeface="Noto Sans JP"/>
                          <a:ea typeface="Noto Sans JP"/>
                          <a:cs typeface="Noto Sans JP"/>
                        </a:rPr>
                        <a:t>TV</a:t>
                      </a:r>
                    </a:p>
                  </a:txBody>
                  <a:tcPr marL="91440" marR="91440" marT="45720" marB="45720" anchor="ctr">
                    <a:solidFill>
                      <a:srgbClr val="00A6D9"/>
                    </a:solidFill>
                  </a:tcPr>
                </a:tc>
                <a:tc>
                  <a:txBody>
                    <a:bodyPr lIns="57150" tIns="38100" rIns="47625" bIns="38100">
                      <a:normAutofit/>
                    </a:bodyPr>
                    <a:lstStyle/>
                    <a:p>
                      <a:pPr algn="ctr">
                        <a:buNone/>
                      </a:pPr>
                      <a:r>
                        <a:rPr sz="923" b="1">
                          <a:solidFill>
                            <a:srgbClr val="FFFFFF"/>
                          </a:solidFill>
                          <a:latin typeface="Noto Sans JP"/>
                          <a:ea typeface="Noto Sans JP"/>
                          <a:cs typeface="Noto Sans JP"/>
                        </a:rPr>
                        <a:t>電子数成長率（付着なし）[s⁻¹]</a:t>
                      </a:r>
                    </a:p>
                  </a:txBody>
                  <a:tcPr marL="91440" marR="91440" marT="45720" marB="45720" anchor="ctr">
                    <a:solidFill>
                      <a:srgbClr val="00A6D9"/>
                    </a:solidFill>
                  </a:tcPr>
                </a:tc>
                <a:tc>
                  <a:txBody>
                    <a:bodyPr lIns="57150" tIns="38100" rIns="47625" bIns="38100">
                      <a:normAutofit/>
                    </a:bodyPr>
                    <a:lstStyle/>
                    <a:p>
                      <a:pPr algn="ctr">
                        <a:buNone/>
                      </a:pPr>
                      <a:r>
                        <a:rPr sz="923" b="1">
                          <a:solidFill>
                            <a:srgbClr val="FFFFFF"/>
                          </a:solidFill>
                          <a:latin typeface="Noto Sans JP"/>
                          <a:ea typeface="Noto Sans JP"/>
                          <a:cs typeface="Noto Sans JP"/>
                        </a:rPr>
                        <a:t>電子数成長率（解離性付着あり）[s⁻¹]</a:t>
                      </a:r>
                    </a:p>
                  </a:txBody>
                  <a:tcPr marL="91440" marR="91440" marT="45720" marB="45720" anchor="ctr">
                    <a:solidFill>
                      <a:srgbClr val="00A6D9"/>
                    </a:solidFill>
                  </a:tcPr>
                </a:tc>
              </a:tr>
              <a:tr h="647700">
                <a:tc>
                  <a:txBody>
                    <a:bodyPr lIns="57150" tIns="38100" rIns="47625" bIns="38100">
                      <a:normAutofit/>
                    </a:bodyPr>
                    <a:lstStyle/>
                    <a:p>
                      <a:pPr algn="l">
                        <a:buNone/>
                      </a:pPr>
                      <a:r>
                        <a:rPr sz="960" b="1">
                          <a:solidFill>
                            <a:srgbClr val="2F2F2F"/>
                          </a:solidFill>
                          <a:latin typeface="Noto Sans JP"/>
                          <a:ea typeface="Noto Sans JP"/>
                          <a:cs typeface="Noto Sans JP"/>
                        </a:rPr>
                        <a:t>1 Td</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0.000%</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1.17e-11</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-0.056</a:t>
                      </a:r>
                    </a:p>
                  </a:txBody>
                  <a:tcPr marL="91440" marR="91440" marT="45720" marB="45720" anchor="ctr">
                    <a:solidFill>
                      <a:srgbClr val="FFFFFF"/>
                    </a:solidFill>
                  </a:tcPr>
                </a:tc>
              </a:tr>
              <a:tr h="647700">
                <a:tc>
                  <a:txBody>
                    <a:bodyPr lIns="57150" tIns="38100" rIns="47625" bIns="38100">
                      <a:normAutofit/>
                    </a:bodyPr>
                    <a:lstStyle/>
                    <a:p>
                      <a:pPr algn="l">
                        <a:buNone/>
                      </a:pPr>
                      <a:r>
                        <a:rPr sz="960" b="1">
                          <a:solidFill>
                            <a:srgbClr val="2F2F2F"/>
                          </a:solidFill>
                          <a:latin typeface="Noto Sans JP"/>
                          <a:ea typeface="Noto Sans JP"/>
                          <a:cs typeface="Noto Sans JP"/>
                        </a:rPr>
                        <a:t>10 Td</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0.349%</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0.014</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-6535.990</a:t>
                      </a:r>
                    </a:p>
                  </a:txBody>
                  <a:tcPr marL="91440" marR="91440" marT="45720" marB="45720" anchor="ctr">
                    <a:solidFill>
                      <a:srgbClr val="F1F1F1"/>
                    </a:solidFill>
                  </a:tcPr>
                </a:tc>
              </a:tr>
              <a:tr h="647700">
                <a:tc>
                  <a:txBody>
                    <a:bodyPr lIns="57150" tIns="38100" rIns="47625" bIns="38100">
                      <a:normAutofit/>
                    </a:bodyPr>
                    <a:lstStyle/>
                    <a:p>
                      <a:pPr algn="l">
                        <a:buNone/>
                      </a:pPr>
                      <a:r>
                        <a:rPr sz="960" b="1">
                          <a:solidFill>
                            <a:srgbClr val="2F2F2F"/>
                          </a:solidFill>
                          <a:latin typeface="Noto Sans JP"/>
                          <a:ea typeface="Noto Sans JP"/>
                          <a:cs typeface="Noto Sans JP"/>
                        </a:rPr>
                        <a:t>100 Td</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0.016%</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1.50e+5</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1.35e+5</a:t>
                      </a:r>
                    </a:p>
                  </a:txBody>
                  <a:tcPr marL="91440" marR="91440" marT="45720" marB="45720" anchor="ctr">
                    <a:solidFill>
                      <a:srgbClr val="FFFFFF"/>
                    </a:solidFill>
                  </a:tcPr>
                </a:tc>
              </a:tr>
              <a:tr h="647700">
                <a:tc>
                  <a:txBody>
                    <a:bodyPr lIns="57150" tIns="38100" rIns="47625" bIns="38100">
                      <a:normAutofit/>
                    </a:bodyPr>
                    <a:lstStyle/>
                    <a:p>
                      <a:pPr algn="l">
                        <a:buNone/>
                      </a:pPr>
                      <a:r>
                        <a:rPr sz="960" b="1">
                          <a:solidFill>
                            <a:srgbClr val="2F2F2F"/>
                          </a:solidFill>
                          <a:latin typeface="Noto Sans JP"/>
                          <a:ea typeface="Noto Sans JP"/>
                          <a:cs typeface="Noto Sans JP"/>
                        </a:rPr>
                        <a:t>1000 Td</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0.002%</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4.65e+7</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4.65e+7</a:t>
                      </a:r>
                    </a:p>
                  </a:txBody>
                  <a:tcPr marL="91440" marR="91440" marT="45720" marB="45720" anchor="ctr">
                    <a:solidFill>
                      <a:srgbClr val="F1F1F1"/>
                    </a:solidFill>
                  </a:tcPr>
                </a:tc>
              </a:tr>
            </a:tbl>
          </a:graphicData>
        </a:graphic>
      </p:graphicFrame>
      <p:sp>
        <p:nvSpPr>
          <p:cNvPr id="10" name="">
            <a:extLst xmlns:a="http://schemas.openxmlformats.org/drawingml/2006/main">
              <a:ext uri="{FF2B5EF4-FFF2-40B4-BE49-F238E27FC236}">
                <a16:creationId xmlns:a16="http://schemas.microsoft.com/office/drawing/2014/main" id="{A7905194-D4DB-478C-BED1-4AF5AB8CF10C}"/>
              </a:ext>
            </a:extLst>
          </p:cNvPr>
          <p:cNvSpPr>
            <a:spLocks xmlns:a="http://schemas.openxmlformats.org/drawingml/2006/main" noGrp="1"/>
          </p:cNvSpPr>
          <p:nvPr/>
        </p:nvSpPr>
        <p:spPr>
          <a:xfrm xmlns:a="http://schemas.openxmlformats.org/drawingml/2006/main">
            <a:off x="2381250" y="5000625"/>
            <a:ext cx="74295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1" name="">
            <a:extLst xmlns:a="http://schemas.openxmlformats.org/drawingml/2006/main">
              <a:ext uri="{FF2B5EF4-FFF2-40B4-BE49-F238E27FC236}">
                <a16:creationId xmlns:a16="http://schemas.microsoft.com/office/drawing/2014/main" id="{88CB4E5C-C18D-4343-A3C4-F5AC79387EAF}"/>
              </a:ext>
            </a:extLst>
          </p:cNvPr>
          <p:cNvSpPr>
            <a:spLocks xmlns:a="http://schemas.openxmlformats.org/drawingml/2006/main" noGrp="1"/>
          </p:cNvSpPr>
          <p:nvPr/>
        </p:nvSpPr>
        <p:spPr>
          <a:xfrm xmlns:a="http://schemas.openxmlformats.org/drawingml/2006/main">
            <a:off x="2381250" y="5000625"/>
            <a:ext cx="704850" cy="571500"/>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10D8CB7-E488-4B4F-818A-E8C055B0E81F}"/>
              </a:ext>
            </a:extLst>
          </p:cNvPr>
          <p:cNvSpPr>
            <a:spLocks xmlns:a="http://schemas.openxmlformats.org/drawingml/2006/main" noGrp="1"/>
          </p:cNvSpPr>
          <p:nvPr/>
        </p:nvSpPr>
        <p:spPr>
          <a:xfrm xmlns:a="http://schemas.openxmlformats.org/drawingml/2006/main">
            <a:off x="2428875" y="5038725"/>
            <a:ext cx="60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付着損失</a:t>
            </a:r>
          </a:p>
        </p:txBody>
      </p:sp>
      <p:sp>
        <p:nvSpPr>
          <p:cNvPr id="13" name="">
            <a:extLst xmlns:a="http://schemas.openxmlformats.org/drawingml/2006/main">
              <a:ext uri="{FF2B5EF4-FFF2-40B4-BE49-F238E27FC236}">
                <a16:creationId xmlns:a16="http://schemas.microsoft.com/office/drawing/2014/main" id="{5AAF4AA6-15AF-47A6-A556-52E3782BCC22}"/>
              </a:ext>
            </a:extLst>
          </p:cNvPr>
          <p:cNvSpPr>
            <a:spLocks xmlns:a="http://schemas.openxmlformats.org/drawingml/2006/main" noGrp="1"/>
          </p:cNvSpPr>
          <p:nvPr/>
        </p:nvSpPr>
        <p:spPr>
          <a:xfrm xmlns:a="http://schemas.openxmlformats.org/drawingml/2006/main">
            <a:off x="3257550" y="5048250"/>
            <a:ext cx="640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Cattach[p] = −Nvσatt(ε)p</a:t>
            </a:r>
          </a:p>
        </p:txBody>
      </p:sp>
      <p:sp>
        <p:nvSpPr>
          <p:cNvPr id="16" name="">
            <a:extLst xmlns:a="http://schemas.openxmlformats.org/drawingml/2006/main">
              <a:ext uri="{FF2B5EF4-FFF2-40B4-BE49-F238E27FC236}">
                <a16:creationId xmlns:a16="http://schemas.microsoft.com/office/drawing/2014/main" id="{4C2022EB-A050-403C-9431-4E6824AA9091}"/>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10 Td：TV=0.349%・⟨ε⟩−0.458%でも、gは+0.014→−6.54×10³ s⁻¹。密度収支は</a:t>
            </a:r>
            <a:r>
              <a:rPr sz="1275" b="1" i="0">
                <a:solidFill>
                  <a:srgbClr val="6DBB20"/>
                </a:solidFill>
                <a:latin typeface="Noto Sans JP"/>
                <a:ea typeface="Noto Sans JP"/>
                <a:cs typeface="Noto Sans JP"/>
              </a:rPr>
              <a:t>高エネルギー尾部形状</a:t>
            </a:r>
            <a:r>
              <a:rPr sz="1275" b="1" i="0">
                <a:solidFill>
                  <a:srgbClr val="6DBB20"/>
                </a:solidFill>
                <a:latin typeface="Noto Sans JP"/>
                <a:ea typeface="Noto Sans JP"/>
                <a:cs typeface="Noto Sans JP"/>
              </a:rPr>
              <a:t>以上に敏感。</a:t>
            </a:r>
          </a:p>
        </p:txBody>
      </p:sp>
      <p:sp>
        <p:nvSpPr>
          <p:cNvPr id="17" name="">
            <a:extLst xmlns:a="http://schemas.openxmlformats.org/drawingml/2006/main">
              <a:ext uri="{FF2B5EF4-FFF2-40B4-BE49-F238E27FC236}">
                <a16:creationId xmlns:a16="http://schemas.microsoft.com/office/drawing/2014/main" id="{6BE9F784-44DB-4855-A580-E42940C99E23}"/>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evaluation/attachment_sensitivity.csv</a:t>
            </a:r>
          </a:p>
        </p:txBody>
      </p:sp>
      <p:sp>
        <p:nvSpPr>
          <p:cNvPr id="21" name="title">
            <a:extLst xmlns:a="http://schemas.openxmlformats.org/drawingml/2006/main">
              <a:ext uri="{FF2B5EF4-FFF2-40B4-BE49-F238E27FC236}">
                <a16:creationId xmlns:a16="http://schemas.microsoft.com/office/drawing/2014/main" id="{5E693764-62CD-4222-A7E6-C5532BCA931C}"/>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O₂付着：EEDF差が小さくても電子数成長率は反転する</a:t>
            </a:r>
          </a:p>
        </p:txBody>
      </p:sp>
      <p:sp>
        <p:nvSpPr>
          <p:cNvPr id="22" name="">
            <a:extLst xmlns:a="http://schemas.openxmlformats.org/drawingml/2006/main">
              <a:ext uri="{FF2B5EF4-FFF2-40B4-BE49-F238E27FC236}">
                <a16:creationId xmlns:a16="http://schemas.microsoft.com/office/drawing/2014/main" id="{BC03B1EA-0FA7-40BF-9732-02E37C084E98}"/>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3" name="section">
            <a:extLst xmlns:a="http://schemas.openxmlformats.org/drawingml/2006/main">
              <a:ext uri="{FF2B5EF4-FFF2-40B4-BE49-F238E27FC236}">
                <a16:creationId xmlns:a16="http://schemas.microsoft.com/office/drawing/2014/main" id="{380B18F2-B052-4429-9105-EDA0BA50D9E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68420933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000459-E7E4-4092-85A8-AAD6A8491EA1}"/>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23634240-3337-4CAC-8960-CDEF1FDD344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37</a:t>
            </a:r>
          </a:p>
        </p:txBody>
      </p:sp>
      <p:graphicFrame>
        <p:nvGraphicFramePr>
          <p:cNvPr id="22" name=""/>
          <p:cNvGraphicFramePr/>
          <p:nvPr/>
        </p:nvGraphicFramePr>
        <p:xfrm>
          <a:off xmlns:a="http://schemas.openxmlformats.org/drawingml/2006/main" x="428625" y="1381125"/>
          <a:ext xmlns:a="http://schemas.openxmlformats.org/drawingml/2006/main" cx="11334750" cy="1952625"/>
        </p:xfrm>
        <a:graphic xmlns:a="http://schemas.openxmlformats.org/drawingml/2006/main">
          <a:graphicData uri="http://schemas.openxmlformats.org/drawingml/2006/table">
            <a:tbl>
              <a:tblPr firstRow="1" bandRow="0"/>
              <a:tblGrid>
                <a:gridCol w="1571625"/>
                <a:gridCol w="1714500"/>
                <a:gridCol w="1714500"/>
                <a:gridCol w="6334125"/>
              </a:tblGrid>
              <a:tr h="488156">
                <a:tc>
                  <a:txBody>
                    <a:bodyPr lIns="57150" tIns="38100" rIns="47625" bIns="38100">
                      <a:normAutofit/>
                    </a:bodyPr>
                    <a:lstStyle/>
                    <a:p>
                      <a:pPr algn="l">
                        <a:buNone/>
                      </a:pPr>
                      <a:r>
                        <a:rPr sz="975" b="1">
                          <a:solidFill>
                            <a:srgbClr val="FFFFFF"/>
                          </a:solidFill>
                          <a:latin typeface="Noto Sans JP"/>
                          <a:ea typeface="Noto Sans JP"/>
                          <a:cs typeface="Noto Sans JP"/>
                        </a:rPr>
                        <a:t>混合ガス</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EEDF・反応速度に採用</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輸送係数まで統計収束</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確認すべき点</a:t>
                      </a:r>
                    </a:p>
                  </a:txBody>
                  <a:tcPr marL="91440" marR="91440" marT="45720" marB="45720" anchor="ctr">
                    <a:solidFill>
                      <a:srgbClr val="00A6D9"/>
                    </a:solidFill>
                  </a:tcPr>
                </a:tc>
              </a:tr>
              <a:tr h="488156">
                <a:tc>
                  <a:txBody>
                    <a:bodyPr lIns="57150" tIns="38100" rIns="47625" bIns="38100">
                      <a:normAutofit/>
                    </a:bodyPr>
                    <a:lstStyle/>
                    <a:p>
                      <a:pPr algn="l">
                        <a:buNone/>
                      </a:pPr>
                      <a:r>
                        <a:rPr sz="990" b="1">
                          <a:solidFill>
                            <a:srgbClr val="2F2F2F"/>
                          </a:solidFill>
                          <a:latin typeface="Noto Sans JP"/>
                          <a:ea typeface="Noto Sans JP"/>
                          <a:cs typeface="Noto Sans JP"/>
                        </a:rPr>
                        <a:t>Ar/O₂</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4/4</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2/4</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1 TdでMonte Carlo直接出力−two-term TV=4.32%; 付着なし共通物理</a:t>
                      </a:r>
                    </a:p>
                  </a:txBody>
                  <a:tcPr marL="91440" marR="91440" marT="45720" marB="45720" anchor="ctr">
                    <a:solidFill>
                      <a:srgbClr val="FFFFFF"/>
                    </a:solidFill>
                  </a:tcPr>
                </a:tc>
              </a:tr>
              <a:tr h="488156">
                <a:tc>
                  <a:txBody>
                    <a:bodyPr lIns="57150" tIns="38100" rIns="47625" bIns="38100">
                      <a:normAutofit/>
                    </a:bodyPr>
                    <a:lstStyle/>
                    <a:p>
                      <a:pPr algn="l">
                        <a:buNone/>
                      </a:pPr>
                      <a:r>
                        <a:rPr sz="990" b="1">
                          <a:solidFill>
                            <a:srgbClr val="2F2F2F"/>
                          </a:solidFill>
                          <a:latin typeface="Noto Sans JP"/>
                          <a:ea typeface="Noto Sans JP"/>
                          <a:cs typeface="Noto Sans JP"/>
                        </a:rPr>
                        <a:t>Ar/N₂</a:t>
                      </a:r>
                    </a:p>
                  </a:txBody>
                  <a:tcPr marL="91440" marR="91440" marT="45720" marB="45720" anchor="ctr">
                    <a:solidFill>
                      <a:srgbClr val="F1F1F1"/>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4/4</a:t>
                      </a:r>
                    </a:p>
                  </a:txBody>
                  <a:tcPr marL="91440" marR="91440" marT="45720" marB="45720" anchor="ctr">
                    <a:solidFill>
                      <a:srgbClr val="F1F1F1"/>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1/4</a:t>
                      </a:r>
                    </a:p>
                  </a:txBody>
                  <a:tcPr marL="91440" marR="91440" marT="45720" marB="45720" anchor="ctr">
                    <a:solidFill>
                      <a:srgbClr val="F1F1F1"/>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100 Tdは成長率整合合格; 輸送は観測時間不足</a:t>
                      </a:r>
                    </a:p>
                  </a:txBody>
                  <a:tcPr marL="91440" marR="91440" marT="45720" marB="45720" anchor="ctr">
                    <a:solidFill>
                      <a:srgbClr val="F1F1F1"/>
                    </a:solidFill>
                  </a:tcPr>
                </a:tc>
              </a:tr>
              <a:tr h="488156">
                <a:tc>
                  <a:txBody>
                    <a:bodyPr lIns="57150" tIns="38100" rIns="47625" bIns="38100">
                      <a:normAutofit/>
                    </a:bodyPr>
                    <a:lstStyle/>
                    <a:p>
                      <a:pPr algn="l">
                        <a:buNone/>
                      </a:pPr>
                      <a:r>
                        <a:rPr sz="990" b="1">
                          <a:solidFill>
                            <a:srgbClr val="2F2F2F"/>
                          </a:solidFill>
                          <a:latin typeface="Noto Sans JP"/>
                          <a:ea typeface="Noto Sans JP"/>
                          <a:cs typeface="Noto Sans JP"/>
                        </a:rPr>
                        <a:t>Ar/Cl₂</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3/4</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1/4</a:t>
                      </a:r>
                    </a:p>
                  </a:txBody>
                  <a:tcPr marL="91440" marR="91440" marT="45720" marB="45720" anchor="ctr">
                    <a:solidFill>
                      <a:srgbClr val="FFFFFF"/>
                    </a:solidFill>
                  </a:tcPr>
                </a:tc>
                <a:tc>
                  <a:txBody>
                    <a:bodyPr lIns="57150" tIns="38100" rIns="47625" bIns="38100">
                      <a:normAutofit/>
                    </a:bodyPr>
                    <a:lstStyle/>
                    <a:p>
                      <a:pPr algn="ctr">
                        <a:buNone/>
                      </a:pPr>
                      <a:r>
                        <a:rPr sz="990" b="0">
                          <a:solidFill>
                            <a:srgbClr val="2F2F2F"/>
                          </a:solidFill>
                          <a:latin typeface="Noto Sans JP"/>
                          <a:ea typeface="Noto Sans JP"/>
                          <a:cs typeface="Noto Sans JP"/>
                        </a:rPr>
                        <a:t>100 Tdの35.5/43.5 eV二重電離を全独立反復で未観測</a:t>
                      </a:r>
                    </a:p>
                  </a:txBody>
                  <a:tcPr marL="91440" marR="91440" marT="45720" marB="45720" anchor="ctr">
                    <a:solidFill>
                      <a:srgbClr val="FFFFFF"/>
                    </a:solidFill>
                  </a:tcPr>
                </a:tc>
              </a:tr>
            </a:tbl>
          </a:graphicData>
        </a:graphic>
      </p:graphicFrame>
      <p:graphicFrame>
        <p:nvGraphicFramePr>
          <p:cNvPr id="23" name=""/>
          <p:cNvGraphicFramePr/>
          <p:nvPr/>
        </p:nvGraphicFramePr>
        <p:xfrm>
          <a:off xmlns:a="http://schemas.openxmlformats.org/drawingml/2006/main" x="428625" y="3714750"/>
          <a:ext xmlns:a="http://schemas.openxmlformats.org/drawingml/2006/main" cx="11334750" cy="1666875"/>
        </p:xfrm>
        <a:graphic xmlns:a="http://schemas.openxmlformats.org/drawingml/2006/main">
          <a:graphicData uri="http://schemas.openxmlformats.org/drawingml/2006/table">
            <a:tbl>
              <a:tblPr firstRow="1" bandRow="0"/>
              <a:tblGrid>
                <a:gridCol w="1428750"/>
                <a:gridCol w="1809750"/>
                <a:gridCol w="1476375"/>
                <a:gridCol w="1047750"/>
                <a:gridCol w="2381250"/>
                <a:gridCol w="3190875"/>
              </a:tblGrid>
              <a:tr h="555625">
                <a:tc>
                  <a:txBody>
                    <a:bodyPr lIns="57150" tIns="38100" rIns="47625" bIns="38100">
                      <a:normAutofit/>
                    </a:bodyPr>
                    <a:lstStyle/>
                    <a:p>
                      <a:pPr algn="l">
                        <a:buNone/>
                      </a:pPr>
                      <a:r>
                        <a:rPr sz="915" b="1">
                          <a:solidFill>
                            <a:srgbClr val="FFFFFF"/>
                          </a:solidFill>
                          <a:latin typeface="Noto Sans JP"/>
                          <a:ea typeface="Noto Sans JP"/>
                          <a:cs typeface="Noto Sans JP"/>
                        </a:rPr>
                        <a:t>100 Td 条件</a:t>
                      </a:r>
                    </a:p>
                  </a:txBody>
                  <a:tcPr marL="91440" marR="91440" marT="45720" marB="45720" anchor="ctr">
                    <a:solidFill>
                      <a:srgbClr val="00A6D9"/>
                    </a:solidFill>
                  </a:tcPr>
                </a:tc>
                <a:tc>
                  <a:txBody>
                    <a:bodyPr lIns="57150" tIns="38100" rIns="47625" bIns="38100">
                      <a:normAutofit/>
                    </a:bodyPr>
                    <a:lstStyle/>
                    <a:p>
                      <a:pPr algn="ctr">
                        <a:buNone/>
                      </a:pPr>
                      <a:r>
                        <a:rPr sz="915" b="1">
                          <a:solidFill>
                            <a:srgbClr val="FFFFFF"/>
                          </a:solidFill>
                          <a:latin typeface="Noto Sans JP"/>
                          <a:ea typeface="Noto Sans JP"/>
                          <a:cs typeface="Noto Sans JP"/>
                        </a:rPr>
                        <a:t>成長率の定常性指標</a:t>
                      </a:r>
                    </a:p>
                  </a:txBody>
                  <a:tcPr marL="91440" marR="91440" marT="45720" marB="45720" anchor="ctr">
                    <a:solidFill>
                      <a:srgbClr val="00A6D9"/>
                    </a:solidFill>
                  </a:tcPr>
                </a:tc>
                <a:tc>
                  <a:txBody>
                    <a:bodyPr lIns="57150" tIns="38100" rIns="47625" bIns="38100">
                      <a:normAutofit/>
                    </a:bodyPr>
                    <a:lstStyle/>
                    <a:p>
                      <a:pPr algn="ctr">
                        <a:buNone/>
                      </a:pPr>
                      <a:r>
                        <a:rPr sz="915" b="1">
                          <a:solidFill>
                            <a:srgbClr val="FFFFFF"/>
                          </a:solidFill>
                          <a:latin typeface="Noto Sans JP"/>
                          <a:ea typeface="Noto Sans JP"/>
                          <a:cs typeface="Noto Sans JP"/>
                        </a:rPr>
                        <a:t>衝突イベント推定差</a:t>
                      </a:r>
                    </a:p>
                  </a:txBody>
                  <a:tcPr marL="91440" marR="91440" marT="45720" marB="45720" anchor="ctr">
                    <a:solidFill>
                      <a:srgbClr val="00A6D9"/>
                    </a:solidFill>
                  </a:tcPr>
                </a:tc>
                <a:tc>
                  <a:txBody>
                    <a:bodyPr lIns="57150" tIns="38100" rIns="47625" bIns="38100">
                      <a:normAutofit/>
                    </a:bodyPr>
                    <a:lstStyle/>
                    <a:p>
                      <a:pPr algn="ctr">
                        <a:buNone/>
                      </a:pPr>
                      <a:r>
                        <a:rPr sz="915" b="1">
                          <a:solidFill>
                            <a:srgbClr val="FFFFFF"/>
                          </a:solidFill>
                          <a:latin typeface="Noto Sans JP"/>
                          <a:ea typeface="Noto Sans JP"/>
                          <a:cs typeface="Noto Sans JP"/>
                        </a:rPr>
                        <a:t>採用判定</a:t>
                      </a:r>
                    </a:p>
                  </a:txBody>
                  <a:tcPr marL="91440" marR="91440" marT="45720" marB="45720" anchor="ctr">
                    <a:solidFill>
                      <a:srgbClr val="00A6D9"/>
                    </a:solidFill>
                  </a:tcPr>
                </a:tc>
                <a:tc>
                  <a:txBody>
                    <a:bodyPr lIns="57150" tIns="38100" rIns="47625" bIns="38100">
                      <a:normAutofit/>
                    </a:bodyPr>
                    <a:lstStyle/>
                    <a:p>
                      <a:pPr algn="ctr">
                        <a:buNone/>
                      </a:pPr>
                      <a:r>
                        <a:rPr sz="915" b="1">
                          <a:solidFill>
                            <a:srgbClr val="FFFFFF"/>
                          </a:solidFill>
                          <a:latin typeface="Noto Sans JP"/>
                          <a:ea typeface="Noto Sans JP"/>
                          <a:cs typeface="Noto Sans JP"/>
                        </a:rPr>
                        <a:t>未達理由</a:t>
                      </a:r>
                    </a:p>
                  </a:txBody>
                  <a:tcPr marL="91440" marR="91440" marT="45720" marB="45720" anchor="ctr">
                    <a:solidFill>
                      <a:srgbClr val="00A6D9"/>
                    </a:solidFill>
                  </a:tcPr>
                </a:tc>
                <a:tc>
                  <a:txBody>
                    <a:bodyPr lIns="57150" tIns="38100" rIns="47625" bIns="38100">
                      <a:normAutofit/>
                    </a:bodyPr>
                    <a:lstStyle/>
                    <a:p>
                      <a:pPr algn="ctr">
                        <a:buNone/>
                      </a:pPr>
                      <a:r>
                        <a:rPr sz="915" b="1">
                          <a:solidFill>
                            <a:srgbClr val="FFFFFF"/>
                          </a:solidFill>
                          <a:latin typeface="Noto Sans JP"/>
                          <a:ea typeface="Noto Sans JP"/>
                          <a:cs typeface="Noto Sans JP"/>
                        </a:rPr>
                        <a:t>実行時間／計算規模</a:t>
                      </a:r>
                    </a:p>
                  </a:txBody>
                  <a:tcPr marL="91440" marR="91440" marT="45720" marB="45720" anchor="ctr">
                    <a:solidFill>
                      <a:srgbClr val="00A6D9"/>
                    </a:solidFill>
                  </a:tcPr>
                </a:tc>
              </a:tr>
              <a:tr h="555625">
                <a:tc>
                  <a:txBody>
                    <a:bodyPr lIns="57150" tIns="38100" rIns="47625" bIns="38100">
                      <a:normAutofit/>
                    </a:bodyPr>
                    <a:lstStyle/>
                    <a:p>
                      <a:pPr algn="l">
                        <a:buNone/>
                      </a:pPr>
                      <a:r>
                        <a:rPr sz="938" b="1">
                          <a:solidFill>
                            <a:srgbClr val="2F2F2F"/>
                          </a:solidFill>
                          <a:latin typeface="Noto Sans JP"/>
                          <a:ea typeface="Noto Sans JP"/>
                          <a:cs typeface="Noto Sans JP"/>
                        </a:rPr>
                        <a:t>Ar/N2</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0.995546</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-1.554%</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合格</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観測時間不足</a:t>
                      </a:r>
                    </a:p>
                  </a:txBody>
                  <a:tcPr marL="91440" marR="91440" marT="45720" marB="45720" anchor="ctr">
                    <a:solidFill>
                      <a:srgbClr val="FFFFFF"/>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550.2 s / 151.0 M</a:t>
                      </a:r>
                    </a:p>
                  </a:txBody>
                  <a:tcPr marL="91440" marR="91440" marT="45720" marB="45720" anchor="ctr">
                    <a:solidFill>
                      <a:srgbClr val="FFFFFF"/>
                    </a:solidFill>
                  </a:tcPr>
                </a:tc>
              </a:tr>
              <a:tr h="555625">
                <a:tc>
                  <a:txBody>
                    <a:bodyPr lIns="57150" tIns="38100" rIns="47625" bIns="38100">
                      <a:normAutofit/>
                    </a:bodyPr>
                    <a:lstStyle/>
                    <a:p>
                      <a:pPr algn="l">
                        <a:buNone/>
                      </a:pPr>
                      <a:r>
                        <a:rPr sz="938" b="1">
                          <a:solidFill>
                            <a:srgbClr val="2F2F2F"/>
                          </a:solidFill>
                          <a:latin typeface="Noto Sans JP"/>
                          <a:ea typeface="Noto Sans JP"/>
                          <a:cs typeface="Noto Sans JP"/>
                        </a:rPr>
                        <a:t>Ar/Cl2</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0.994423</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-1.323%</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未達</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高エネルギー標本不足 + 観測時間不足</a:t>
                      </a:r>
                    </a:p>
                  </a:txBody>
                  <a:tcPr marL="91440" marR="91440" marT="45720" marB="45720" anchor="ctr">
                    <a:solidFill>
                      <a:srgbClr val="F1F1F1"/>
                    </a:solidFill>
                  </a:tcPr>
                </a:tc>
                <a:tc>
                  <a:txBody>
                    <a:bodyPr lIns="57150" tIns="38100" rIns="47625" bIns="38100">
                      <a:normAutofit/>
                    </a:bodyPr>
                    <a:lstStyle/>
                    <a:p>
                      <a:pPr algn="ctr">
                        <a:buNone/>
                      </a:pPr>
                      <a:r>
                        <a:rPr sz="938" b="0">
                          <a:solidFill>
                            <a:srgbClr val="2F2F2F"/>
                          </a:solidFill>
                          <a:latin typeface="Noto Sans JP"/>
                          <a:ea typeface="Noto Sans JP"/>
                          <a:cs typeface="Noto Sans JP"/>
                        </a:rPr>
                        <a:t>236.6 s / 184.5 M</a:t>
                      </a:r>
                    </a:p>
                  </a:txBody>
                  <a:tcPr marL="91440" marR="91440" marT="45720" marB="45720" anchor="ctr">
                    <a:solidFill>
                      <a:srgbClr val="F1F1F1"/>
                    </a:solidFill>
                  </a:tcPr>
                </a:tc>
              </a:tr>
            </a:tbl>
          </a:graphicData>
        </a:graphic>
      </p:graphicFrame>
      <p:sp>
        <p:nvSpPr>
          <p:cNvPr id="12" name="">
            <a:extLst xmlns:a="http://schemas.openxmlformats.org/drawingml/2006/main">
              <a:ext uri="{FF2B5EF4-FFF2-40B4-BE49-F238E27FC236}">
                <a16:creationId xmlns:a16="http://schemas.microsoft.com/office/drawing/2014/main" id="{F6F80543-1DEE-4D4D-B391-C7C35546658A}"/>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8039"/>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12点中</a:t>
            </a:r>
            <a:r>
              <a:rPr sz="1275" b="1" i="0">
                <a:solidFill>
                  <a:srgbClr val="6DBB20"/>
                </a:solidFill>
                <a:latin typeface="Noto Sans JP"/>
                <a:ea typeface="Noto Sans JP"/>
                <a:cs typeface="Noto Sans JP"/>
              </a:rPr>
              <a:t>EEDF・反応速度に採用</a:t>
            </a:r>
            <a:r>
              <a:rPr sz="1275" b="1" i="0">
                <a:solidFill>
                  <a:srgbClr val="6DBB20"/>
                </a:solidFill>
                <a:latin typeface="Noto Sans JP"/>
                <a:ea typeface="Noto Sans JP"/>
                <a:cs typeface="Noto Sans JP"/>
              </a:rPr>
              <a:t> 11、</a:t>
            </a:r>
            <a:r>
              <a:rPr sz="1275" b="1" i="0">
                <a:solidFill>
                  <a:srgbClr val="6DBB20"/>
                </a:solidFill>
                <a:latin typeface="Noto Sans JP"/>
                <a:ea typeface="Noto Sans JP"/>
                <a:cs typeface="Noto Sans JP"/>
              </a:rPr>
              <a:t>輸送係数まで統計収束</a:t>
            </a:r>
            <a:r>
              <a:rPr sz="1275" b="1" i="0">
                <a:solidFill>
                  <a:srgbClr val="6DBB20"/>
                </a:solidFill>
                <a:latin typeface="Noto Sans JP"/>
                <a:ea typeface="Noto Sans JP"/>
                <a:cs typeface="Noto Sans JP"/>
              </a:rPr>
              <a:t> 4。未合格軸をEEDF破損へ読み替えず、</a:t>
            </a:r>
            <a:r>
              <a:rPr sz="1275" b="1" i="0">
                <a:solidFill>
                  <a:srgbClr val="6DBB20"/>
                </a:solidFill>
                <a:latin typeface="Noto Sans JP"/>
                <a:ea typeface="Noto Sans JP"/>
                <a:cs typeface="Noto Sans JP"/>
              </a:rPr>
              <a:t>観測時間不足</a:t>
            </a:r>
            <a:r>
              <a:rPr sz="1275" b="1" i="0">
                <a:solidFill>
                  <a:srgbClr val="6DBB20"/>
                </a:solidFill>
                <a:latin typeface="Noto Sans JP"/>
                <a:ea typeface="Noto Sans JP"/>
                <a:cs typeface="Noto Sans JP"/>
              </a:rPr>
              <a:t>と</a:t>
            </a:r>
            <a:r>
              <a:rPr sz="1275" b="1" i="0">
                <a:solidFill>
                  <a:srgbClr val="6DBB20"/>
                </a:solidFill>
                <a:latin typeface="Noto Sans JP"/>
                <a:ea typeface="Noto Sans JP"/>
                <a:cs typeface="Noto Sans JP"/>
              </a:rPr>
              <a:t>高エネルギー標本不足</a:t>
            </a:r>
            <a:r>
              <a:rPr sz="1275" b="1" i="0">
                <a:solidFill>
                  <a:srgbClr val="6DBB20"/>
                </a:solidFill>
                <a:latin typeface="Noto Sans JP"/>
                <a:ea typeface="Noto Sans JP"/>
                <a:cs typeface="Noto Sans JP"/>
              </a:rPr>
              <a:t>を別々に扱う。</a:t>
            </a:r>
          </a:p>
        </p:txBody>
      </p:sp>
      <p:sp>
        <p:nvSpPr>
          <p:cNvPr id="13" name="">
            <a:extLst xmlns:a="http://schemas.openxmlformats.org/drawingml/2006/main">
              <a:ext uri="{FF2B5EF4-FFF2-40B4-BE49-F238E27FC236}">
                <a16:creationId xmlns:a16="http://schemas.microsoft.com/office/drawing/2014/main" id="{9C4F9E2A-3E6F-4854-9AC4-CFCEA01482A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mc_refinement_v7/evaluation/refinement/qualification_status.csv; mc_core_v8/evaluation/metrics.csv</a:t>
            </a:r>
          </a:p>
        </p:txBody>
      </p:sp>
      <p:sp>
        <p:nvSpPr>
          <p:cNvPr id="17" name="title">
            <a:extLst xmlns:a="http://schemas.openxmlformats.org/drawingml/2006/main">
              <a:ext uri="{FF2B5EF4-FFF2-40B4-BE49-F238E27FC236}">
                <a16:creationId xmlns:a16="http://schemas.microsoft.com/office/drawing/2014/main" id="{4957BBA8-DEA9-415C-AFDE-66E5ECAA67C1}"/>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混合ガスMC：出力別に統計収束を判定</a:t>
            </a:r>
          </a:p>
        </p:txBody>
      </p:sp>
      <p:sp>
        <p:nvSpPr>
          <p:cNvPr id="18" name="">
            <a:extLst xmlns:a="http://schemas.openxmlformats.org/drawingml/2006/main">
              <a:ext uri="{FF2B5EF4-FFF2-40B4-BE49-F238E27FC236}">
                <a16:creationId xmlns:a16="http://schemas.microsoft.com/office/drawing/2014/main" id="{6445D37F-489B-4C80-8DAC-91C619110761}"/>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9" name="section">
            <a:extLst xmlns:a="http://schemas.openxmlformats.org/drawingml/2006/main">
              <a:ext uri="{FF2B5EF4-FFF2-40B4-BE49-F238E27FC236}">
                <a16:creationId xmlns:a16="http://schemas.microsoft.com/office/drawing/2014/main" id="{F32F6814-2706-4662-A9E7-60BA1C16297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79692244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2680C70-6C63-4741-ADC1-F4A84EB77A50}"/>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Ar/N₂とAr/O₂のMonte Carloは各最終計算結果を使用；O₂は電子付着を除く共通衝突集合</a:t>
            </a:r>
          </a:p>
        </p:txBody>
      </p:sp>
      <p:sp>
        <p:nvSpPr>
          <p:cNvPr id="7" name="">
            <a:extLst xmlns:a="http://schemas.openxmlformats.org/drawingml/2006/main">
              <a:ext uri="{FF2B5EF4-FFF2-40B4-BE49-F238E27FC236}">
                <a16:creationId xmlns:a16="http://schemas.microsoft.com/office/drawing/2014/main" id="{9A5E5DB8-63B0-4A6F-AC72-463B9C48FA9F}"/>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677A62DC-486C-48B8-808C-8708958622AA}"/>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38</a:t>
            </a:r>
          </a:p>
        </p:txBody>
      </p:sp>
      <p:graphicFrame>
        <p:nvGraphicFramePr>
          <p:cNvPr id="26" name="Chart"/>
          <p:cNvGraphicFramePr/>
          <p:nvPr/>
        </p:nvGraphicFramePr>
        <p:xfrm>
          <a:off xmlns:a="http://schemas.openxmlformats.org/drawingml/2006/main" x="428625" y="1381125"/>
          <a:ext xmlns:a="http://schemas.openxmlformats.org/drawingml/2006/main" cx="5429250" cy="3190875"/>
        </p:xfrm>
        <a:graphic xmlns:a="http://schemas.openxmlformats.org/drawingml/2006/main">
          <a:graphicData uri="http://schemas.openxmlformats.org/drawingml/2006/chart">
            <c:chart xmlns:r="http://schemas.openxmlformats.org/officeDocument/2006/relationships" xmlns:c="http://schemas.openxmlformats.org/drawingml/2006/chart" r:id="R42e7a64db8d8442b"/>
          </a:graphicData>
        </a:graphic>
      </p:graphicFrame>
      <p:graphicFrame>
        <p:nvGraphicFramePr>
          <p:cNvPr id="27" name="Chart"/>
          <p:cNvGraphicFramePr/>
          <p:nvPr/>
        </p:nvGraphicFramePr>
        <p:xfrm>
          <a:off xmlns:a="http://schemas.openxmlformats.org/drawingml/2006/main" x="6238875" y="1381125"/>
          <a:ext xmlns:a="http://schemas.openxmlformats.org/drawingml/2006/main" cx="5429250" cy="3190875"/>
        </p:xfrm>
        <a:graphic xmlns:a="http://schemas.openxmlformats.org/drawingml/2006/main">
          <a:graphicData uri="http://schemas.openxmlformats.org/drawingml/2006/chart">
            <c:chart xmlns:r="http://schemas.openxmlformats.org/officeDocument/2006/relationships" xmlns:c="http://schemas.openxmlformats.org/drawingml/2006/chart" r:id="Rd9716dd3fed5413a"/>
          </a:graphicData>
        </a:graphic>
      </p:graphicFrame>
      <p:graphicFrame>
        <p:nvGraphicFramePr>
          <p:cNvPr id="28" name=""/>
          <p:cNvGraphicFramePr/>
          <p:nvPr/>
        </p:nvGraphicFramePr>
        <p:xfrm>
          <a:off xmlns:a="http://schemas.openxmlformats.org/drawingml/2006/main" x="904875" y="4705350"/>
          <a:ext xmlns:a="http://schemas.openxmlformats.org/drawingml/2006/main" cx="10382250" cy="971550"/>
        </p:xfrm>
        <a:graphic xmlns:a="http://schemas.openxmlformats.org/drawingml/2006/main">
          <a:graphicData uri="http://schemas.openxmlformats.org/drawingml/2006/table">
            <a:tbl>
              <a:tblPr firstRow="1" bandRow="0"/>
              <a:tblGrid>
                <a:gridCol w="1333500"/>
                <a:gridCol w="1809750"/>
                <a:gridCol w="1714500"/>
                <a:gridCol w="5524500"/>
              </a:tblGrid>
              <a:tr h="242888">
                <a:tc>
                  <a:txBody>
                    <a:bodyPr lIns="57150" tIns="38100" rIns="47625" bIns="38100">
                      <a:normAutofit/>
                    </a:bodyPr>
                    <a:lstStyle/>
                    <a:p>
                      <a:pPr algn="l">
                        <a:buNone/>
                      </a:pPr>
                      <a:r>
                        <a:rPr sz="863" b="1">
                          <a:solidFill>
                            <a:srgbClr val="FFFFFF"/>
                          </a:solidFill>
                          <a:latin typeface="Noto Sans JP"/>
                          <a:ea typeface="Noto Sans JP"/>
                          <a:cs typeface="Noto Sans JP"/>
                        </a:rPr>
                        <a:t>混合気</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平均エネルギーの手法間最大差</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ドリフト速度の手法間最大差</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物理的解釈</a:t>
                      </a:r>
                    </a:p>
                  </a:txBody>
                  <a:tcPr marL="91440" marR="91440" marT="45720" marB="45720" anchor="ctr">
                    <a:solidFill>
                      <a:srgbClr val="00A6D9"/>
                    </a:solidFill>
                  </a:tcPr>
                </a:tc>
              </a:tr>
              <a:tr h="242888">
                <a:tc>
                  <a:txBody>
                    <a:bodyPr lIns="57150" tIns="38100" rIns="47625" bIns="38100">
                      <a:normAutofit/>
                    </a:bodyPr>
                    <a:lstStyle/>
                    <a:p>
                      <a:pPr algn="l">
                        <a:buNone/>
                      </a:pPr>
                      <a:r>
                        <a:rPr sz="848" b="1">
                          <a:solidFill>
                            <a:srgbClr val="2F2F2F"/>
                          </a:solidFill>
                          <a:latin typeface="Noto Sans JP"/>
                          <a:ea typeface="Noto Sans JP"/>
                          <a:cs typeface="Noto Sans JP"/>
                        </a:rPr>
                        <a:t>Ar</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0.26%</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0.39%</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Ramsauer領域から非弾性衝突支配へ</a:t>
                      </a:r>
                    </a:p>
                  </a:txBody>
                  <a:tcPr marL="91440" marR="91440" marT="45720" marB="45720" anchor="ctr">
                    <a:solidFill>
                      <a:srgbClr val="FFFFFF"/>
                    </a:solidFill>
                  </a:tcPr>
                </a:tc>
              </a:tr>
              <a:tr h="242888">
                <a:tc>
                  <a:txBody>
                    <a:bodyPr lIns="57150" tIns="38100" rIns="47625" bIns="38100">
                      <a:normAutofit/>
                    </a:bodyPr>
                    <a:lstStyle/>
                    <a:p>
                      <a:pPr algn="l">
                        <a:buNone/>
                      </a:pPr>
                      <a:r>
                        <a:rPr sz="848" b="1">
                          <a:solidFill>
                            <a:srgbClr val="2F2F2F"/>
                          </a:solidFill>
                          <a:latin typeface="Noto Sans JP"/>
                          <a:ea typeface="Noto Sans JP"/>
                          <a:cs typeface="Noto Sans JP"/>
                        </a:rPr>
                        <a:t>Ar/N₂</a:t>
                      </a:r>
                    </a:p>
                  </a:txBody>
                  <a:tcPr marL="91440" marR="91440" marT="45720" marB="45720" anchor="ctr">
                    <a:solidFill>
                      <a:srgbClr val="F1F1F1"/>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0.58%</a:t>
                      </a:r>
                    </a:p>
                  </a:txBody>
                  <a:tcPr marL="91440" marR="91440" marT="45720" marB="45720" anchor="ctr">
                    <a:solidFill>
                      <a:srgbClr val="F1F1F1"/>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0.69%</a:t>
                      </a:r>
                    </a:p>
                  </a:txBody>
                  <a:tcPr marL="91440" marR="91440" marT="45720" marB="45720" anchor="ctr">
                    <a:solidFill>
                      <a:srgbClr val="F1F1F1"/>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振動励起が電子エネルギーを冷却し電子移動度を再配分</a:t>
                      </a:r>
                    </a:p>
                  </a:txBody>
                  <a:tcPr marL="91440" marR="91440" marT="45720" marB="45720" anchor="ctr">
                    <a:solidFill>
                      <a:srgbClr val="F1F1F1"/>
                    </a:solidFill>
                  </a:tcPr>
                </a:tc>
              </a:tr>
              <a:tr h="242888">
                <a:tc>
                  <a:txBody>
                    <a:bodyPr lIns="57150" tIns="38100" rIns="47625" bIns="38100">
                      <a:normAutofit/>
                    </a:bodyPr>
                    <a:lstStyle/>
                    <a:p>
                      <a:pPr algn="l">
                        <a:buNone/>
                      </a:pPr>
                      <a:r>
                        <a:rPr sz="848" b="1">
                          <a:solidFill>
                            <a:srgbClr val="2F2F2F"/>
                          </a:solidFill>
                          <a:latin typeface="Noto Sans JP"/>
                          <a:ea typeface="Noto Sans JP"/>
                          <a:cs typeface="Noto Sans JP"/>
                        </a:rPr>
                        <a:t>Ar/O₂</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0.42%</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0.62%</a:t>
                      </a:r>
                    </a:p>
                  </a:txBody>
                  <a:tcPr marL="91440" marR="91440" marT="45720" marB="45720" anchor="ctr">
                    <a:solidFill>
                      <a:srgbClr val="FFFFFF"/>
                    </a:solidFill>
                  </a:tcPr>
                </a:tc>
                <a:tc>
                  <a:txBody>
                    <a:bodyPr lIns="57150" tIns="38100" rIns="47625" bIns="38100">
                      <a:normAutofit/>
                    </a:bodyPr>
                    <a:lstStyle/>
                    <a:p>
                      <a:pPr algn="ctr">
                        <a:buNone/>
                      </a:pPr>
                      <a:r>
                        <a:rPr sz="848" b="0">
                          <a:solidFill>
                            <a:srgbClr val="2F2F2F"/>
                          </a:solidFill>
                          <a:latin typeface="Noto Sans JP"/>
                          <a:ea typeface="Noto Sans JP"/>
                          <a:cs typeface="Noto Sans JP"/>
                        </a:rPr>
                        <a:t>O₂振動・電子励起；付着は除外</a:t>
                      </a:r>
                    </a:p>
                  </a:txBody>
                  <a:tcPr marL="91440" marR="91440" marT="45720" marB="45720" anchor="ctr">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17B5E05C-159F-4AB8-97E8-F208A5FDD083}"/>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100 Tdでは組成による平均エネルギー差（Ar→混合気）が手法間差より大きい。装置設計ではガス反応系を先に固定する。</a:t>
            </a:r>
          </a:p>
        </p:txBody>
      </p:sp>
      <p:sp>
        <p:nvSpPr>
          <p:cNvPr id="15" name="">
            <a:extLst xmlns:a="http://schemas.openxmlformats.org/drawingml/2006/main">
              <a:ext uri="{FF2B5EF4-FFF2-40B4-BE49-F238E27FC236}">
                <a16:creationId xmlns:a16="http://schemas.microsoft.com/office/drawing/2014/main" id="{2828D428-9F40-4C6F-9FD7-47B779C55B5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transport_vs_en.csv; mc_refinement_v7; mc_core_v8 aggregate_scalars.csv</a:t>
            </a:r>
          </a:p>
        </p:txBody>
      </p:sp>
      <p:sp>
        <p:nvSpPr>
          <p:cNvPr id="20" name="title">
            <a:extLst xmlns:a="http://schemas.openxmlformats.org/drawingml/2006/main">
              <a:ext uri="{FF2B5EF4-FFF2-40B4-BE49-F238E27FC236}">
                <a16:creationId xmlns:a16="http://schemas.microsoft.com/office/drawing/2014/main" id="{FB632D64-7D44-4008-8D0F-8534CCA5711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100 Tdの物性値：ガス組成の効果と計算法の差</a:t>
            </a:r>
          </a:p>
        </p:txBody>
      </p:sp>
      <p:sp>
        <p:nvSpPr>
          <p:cNvPr id="21" name="">
            <a:extLst xmlns:a="http://schemas.openxmlformats.org/drawingml/2006/main">
              <a:ext uri="{FF2B5EF4-FFF2-40B4-BE49-F238E27FC236}">
                <a16:creationId xmlns:a16="http://schemas.microsoft.com/office/drawing/2014/main" id="{3E2244CA-A716-404D-A0B9-7D26EDC369F0}"/>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2" name="section">
            <a:extLst xmlns:a="http://schemas.openxmlformats.org/drawingml/2006/main">
              <a:ext uri="{FF2B5EF4-FFF2-40B4-BE49-F238E27FC236}">
                <a16:creationId xmlns:a16="http://schemas.microsoft.com/office/drawing/2014/main" id="{F5C2B348-87F5-4C99-96DB-6A6AE4449D5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8765224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BBD88D4-5537-40DD-A550-EF379D824EB8}"/>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各セルは3手法間の最大EEDF全変動距離；同じ確率規格化・共通エネルギー範囲</a:t>
            </a:r>
          </a:p>
        </p:txBody>
      </p:sp>
      <p:sp>
        <p:nvSpPr>
          <p:cNvPr id="7" name="">
            <a:extLst xmlns:a="http://schemas.openxmlformats.org/drawingml/2006/main">
              <a:ext uri="{FF2B5EF4-FFF2-40B4-BE49-F238E27FC236}">
                <a16:creationId xmlns:a16="http://schemas.microsoft.com/office/drawing/2014/main" id="{0C98ED3E-B8D1-4815-8038-19855C4C140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A2166136-6170-4602-885D-8B244FEA4590}"/>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39</a:t>
            </a:r>
          </a:p>
        </p:txBody>
      </p:sp>
      <p:sp>
        <p:nvSpPr>
          <p:cNvPr id="9" name="">
            <a:extLst xmlns:a="http://schemas.openxmlformats.org/drawingml/2006/main">
              <a:ext uri="{FF2B5EF4-FFF2-40B4-BE49-F238E27FC236}">
                <a16:creationId xmlns:a16="http://schemas.microsoft.com/office/drawing/2014/main" id="{DE9B2C6E-5313-4A26-ADE2-C7710346F0AD}"/>
              </a:ext>
            </a:extLst>
          </p:cNvPr>
          <p:cNvSpPr>
            <a:spLocks xmlns:a="http://schemas.openxmlformats.org/drawingml/2006/main" noGrp="1"/>
          </p:cNvSpPr>
          <p:nvPr/>
        </p:nvSpPr>
        <p:spPr>
          <a:xfrm xmlns:a="http://schemas.openxmlformats.org/drawingml/2006/main">
            <a:off x="523875" y="12954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lnSpc>
                <a:spcPct val="105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混合気</a:t>
            </a:r>
          </a:p>
        </p:txBody>
      </p:sp>
      <p:sp>
        <p:nvSpPr>
          <p:cNvPr id="10" name="">
            <a:extLst xmlns:a="http://schemas.openxmlformats.org/drawingml/2006/main">
              <a:ext uri="{FF2B5EF4-FFF2-40B4-BE49-F238E27FC236}">
                <a16:creationId xmlns:a16="http://schemas.microsoft.com/office/drawing/2014/main" id="{7AF1BF90-F9EF-45C7-AEB7-4E076A0E2109}"/>
              </a:ext>
            </a:extLst>
          </p:cNvPr>
          <p:cNvSpPr>
            <a:spLocks xmlns:a="http://schemas.openxmlformats.org/drawingml/2006/main" noGrp="1"/>
          </p:cNvSpPr>
          <p:nvPr/>
        </p:nvSpPr>
        <p:spPr>
          <a:xfrm xmlns:a="http://schemas.openxmlformats.org/drawingml/2006/main">
            <a:off x="2190750" y="129540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1 Td</a:t>
            </a:r>
          </a:p>
        </p:txBody>
      </p:sp>
      <p:sp>
        <p:nvSpPr>
          <p:cNvPr id="11" name="">
            <a:extLst xmlns:a="http://schemas.openxmlformats.org/drawingml/2006/main">
              <a:ext uri="{FF2B5EF4-FFF2-40B4-BE49-F238E27FC236}">
                <a16:creationId xmlns:a16="http://schemas.microsoft.com/office/drawing/2014/main" id="{B89D1A12-5F83-4094-B5D5-D7B49F987970}"/>
              </a:ext>
            </a:extLst>
          </p:cNvPr>
          <p:cNvSpPr>
            <a:spLocks xmlns:a="http://schemas.openxmlformats.org/drawingml/2006/main" noGrp="1"/>
          </p:cNvSpPr>
          <p:nvPr/>
        </p:nvSpPr>
        <p:spPr>
          <a:xfrm xmlns:a="http://schemas.openxmlformats.org/drawingml/2006/main">
            <a:off x="3762375" y="129540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10 Td</a:t>
            </a:r>
          </a:p>
        </p:txBody>
      </p:sp>
      <p:sp>
        <p:nvSpPr>
          <p:cNvPr id="12" name="">
            <a:extLst xmlns:a="http://schemas.openxmlformats.org/drawingml/2006/main">
              <a:ext uri="{FF2B5EF4-FFF2-40B4-BE49-F238E27FC236}">
                <a16:creationId xmlns:a16="http://schemas.microsoft.com/office/drawing/2014/main" id="{AF953D00-3986-4A2A-BB78-39EE6C4AD02D}"/>
              </a:ext>
            </a:extLst>
          </p:cNvPr>
          <p:cNvSpPr>
            <a:spLocks xmlns:a="http://schemas.openxmlformats.org/drawingml/2006/main" noGrp="1"/>
          </p:cNvSpPr>
          <p:nvPr/>
        </p:nvSpPr>
        <p:spPr>
          <a:xfrm xmlns:a="http://schemas.openxmlformats.org/drawingml/2006/main">
            <a:off x="5334000" y="129540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100 Td</a:t>
            </a:r>
          </a:p>
        </p:txBody>
      </p:sp>
      <p:sp>
        <p:nvSpPr>
          <p:cNvPr id="13" name="">
            <a:extLst xmlns:a="http://schemas.openxmlformats.org/drawingml/2006/main">
              <a:ext uri="{FF2B5EF4-FFF2-40B4-BE49-F238E27FC236}">
                <a16:creationId xmlns:a16="http://schemas.microsoft.com/office/drawing/2014/main" id="{E4499F47-FF6D-4F72-9EE0-20AD26F754D2}"/>
              </a:ext>
            </a:extLst>
          </p:cNvPr>
          <p:cNvSpPr>
            <a:spLocks xmlns:a="http://schemas.openxmlformats.org/drawingml/2006/main" noGrp="1"/>
          </p:cNvSpPr>
          <p:nvPr/>
        </p:nvSpPr>
        <p:spPr>
          <a:xfrm xmlns:a="http://schemas.openxmlformats.org/drawingml/2006/main">
            <a:off x="6905625" y="129540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1000 Td</a:t>
            </a:r>
          </a:p>
        </p:txBody>
      </p:sp>
      <p:sp>
        <p:nvSpPr>
          <p:cNvPr id="14" name="">
            <a:extLst xmlns:a="http://schemas.openxmlformats.org/drawingml/2006/main">
              <a:ext uri="{FF2B5EF4-FFF2-40B4-BE49-F238E27FC236}">
                <a16:creationId xmlns:a16="http://schemas.microsoft.com/office/drawing/2014/main" id="{ED2B2E14-C192-4C33-AEBB-7A93AEE0ED1D}"/>
              </a:ext>
            </a:extLst>
          </p:cNvPr>
          <p:cNvSpPr>
            <a:spLocks xmlns:a="http://schemas.openxmlformats.org/drawingml/2006/main" noGrp="1"/>
          </p:cNvSpPr>
          <p:nvPr/>
        </p:nvSpPr>
        <p:spPr>
          <a:xfrm xmlns:a="http://schemas.openxmlformats.org/drawingml/2006/main">
            <a:off x="457200" y="18669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Ar</a:t>
            </a:r>
          </a:p>
        </p:txBody>
      </p:sp>
      <p:sp>
        <p:nvSpPr>
          <p:cNvPr id="15" name="">
            <a:extLst xmlns:a="http://schemas.openxmlformats.org/drawingml/2006/main">
              <a:ext uri="{FF2B5EF4-FFF2-40B4-BE49-F238E27FC236}">
                <a16:creationId xmlns:a16="http://schemas.microsoft.com/office/drawing/2014/main" id="{A3F0D22B-42C0-47CD-AE6E-3E367015C866}"/>
              </a:ext>
            </a:extLst>
          </p:cNvPr>
          <p:cNvSpPr>
            <a:spLocks xmlns:a="http://schemas.openxmlformats.org/drawingml/2006/main" noGrp="1"/>
          </p:cNvSpPr>
          <p:nvPr/>
        </p:nvSpPr>
        <p:spPr>
          <a:xfrm xmlns:a="http://schemas.openxmlformats.org/drawingml/2006/main">
            <a:off x="2190750" y="1695450"/>
            <a:ext cx="1495425" cy="762000"/>
          </a:xfrm>
          <a:prstGeom xmlns:a="http://schemas.openxmlformats.org/drawingml/2006/main" prst="rect">
            <a:avLst/>
          </a:prstGeom>
          <a:solidFill xmlns:a="http://schemas.openxmlformats.org/drawingml/2006/main">
            <a:srgbClr val="72CEEA"/>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2F22ADCD-2E49-4076-BF5A-BF7602BCDA16}"/>
              </a:ext>
            </a:extLst>
          </p:cNvPr>
          <p:cNvSpPr>
            <a:spLocks xmlns:a="http://schemas.openxmlformats.org/drawingml/2006/main" noGrp="1"/>
          </p:cNvSpPr>
          <p:nvPr/>
        </p:nvSpPr>
        <p:spPr>
          <a:xfrm xmlns:a="http://schemas.openxmlformats.org/drawingml/2006/main">
            <a:off x="2266950" y="18192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1.38%</a:t>
            </a:r>
          </a:p>
        </p:txBody>
      </p:sp>
      <p:sp>
        <p:nvSpPr>
          <p:cNvPr id="17" name="">
            <a:extLst xmlns:a="http://schemas.openxmlformats.org/drawingml/2006/main">
              <a:ext uri="{FF2B5EF4-FFF2-40B4-BE49-F238E27FC236}">
                <a16:creationId xmlns:a16="http://schemas.microsoft.com/office/drawing/2014/main" id="{5956AB49-EC69-44C1-ABA5-EA7CA9888132}"/>
              </a:ext>
            </a:extLst>
          </p:cNvPr>
          <p:cNvSpPr>
            <a:spLocks xmlns:a="http://schemas.openxmlformats.org/drawingml/2006/main" noGrp="1"/>
          </p:cNvSpPr>
          <p:nvPr/>
        </p:nvSpPr>
        <p:spPr>
          <a:xfrm xmlns:a="http://schemas.openxmlformats.org/drawingml/2006/main">
            <a:off x="2257425" y="21526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要感度確認</a:t>
            </a:r>
          </a:p>
        </p:txBody>
      </p:sp>
      <p:sp>
        <p:nvSpPr>
          <p:cNvPr id="18" name="">
            <a:extLst xmlns:a="http://schemas.openxmlformats.org/drawingml/2006/main">
              <a:ext uri="{FF2B5EF4-FFF2-40B4-BE49-F238E27FC236}">
                <a16:creationId xmlns:a16="http://schemas.microsoft.com/office/drawing/2014/main" id="{9A7D0F46-2336-431D-A5CF-192747DA48F2}"/>
              </a:ext>
            </a:extLst>
          </p:cNvPr>
          <p:cNvSpPr>
            <a:spLocks xmlns:a="http://schemas.openxmlformats.org/drawingml/2006/main" noGrp="1"/>
          </p:cNvSpPr>
          <p:nvPr/>
        </p:nvSpPr>
        <p:spPr>
          <a:xfrm xmlns:a="http://schemas.openxmlformats.org/drawingml/2006/main">
            <a:off x="3762375" y="1695450"/>
            <a:ext cx="1495425" cy="762000"/>
          </a:xfrm>
          <a:prstGeom xmlns:a="http://schemas.openxmlformats.org/drawingml/2006/main" prst="rect">
            <a:avLst/>
          </a:prstGeom>
          <a:solidFill xmlns:a="http://schemas.openxmlformats.org/drawingml/2006/main">
            <a:srgbClr val="C1E9F6"/>
          </a:solidFill>
          <a:ln xmlns:a="http://schemas.openxmlformats.org/drawingml/2006/main" w="19050">
            <a:solidFill>
              <a:srgbClr val="FFFFFF"/>
            </a:solidFill>
            <a:prstDash val="solid"/>
          </a:ln>
        </p:spPr>
      </p:sp>
      <p:sp>
        <p:nvSpPr>
          <p:cNvPr id="19" name="">
            <a:extLst xmlns:a="http://schemas.openxmlformats.org/drawingml/2006/main">
              <a:ext uri="{FF2B5EF4-FFF2-40B4-BE49-F238E27FC236}">
                <a16:creationId xmlns:a16="http://schemas.microsoft.com/office/drawing/2014/main" id="{4A94023B-335F-4DC8-B292-0E53A24D51DD}"/>
              </a:ext>
            </a:extLst>
          </p:cNvPr>
          <p:cNvSpPr>
            <a:spLocks xmlns:a="http://schemas.openxmlformats.org/drawingml/2006/main" noGrp="1"/>
          </p:cNvSpPr>
          <p:nvPr/>
        </p:nvSpPr>
        <p:spPr>
          <a:xfrm xmlns:a="http://schemas.openxmlformats.org/drawingml/2006/main">
            <a:off x="3838575" y="18192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0.60%</a:t>
            </a:r>
          </a:p>
        </p:txBody>
      </p:sp>
      <p:sp>
        <p:nvSpPr>
          <p:cNvPr id="20" name="">
            <a:extLst xmlns:a="http://schemas.openxmlformats.org/drawingml/2006/main">
              <a:ext uri="{FF2B5EF4-FFF2-40B4-BE49-F238E27FC236}">
                <a16:creationId xmlns:a16="http://schemas.microsoft.com/office/drawing/2014/main" id="{1EF922BC-0B88-4A31-9CED-72844928B675}"/>
              </a:ext>
            </a:extLst>
          </p:cNvPr>
          <p:cNvSpPr>
            <a:spLocks xmlns:a="http://schemas.openxmlformats.org/drawingml/2006/main" noGrp="1"/>
          </p:cNvSpPr>
          <p:nvPr/>
        </p:nvSpPr>
        <p:spPr>
          <a:xfrm xmlns:a="http://schemas.openxmlformats.org/drawingml/2006/main">
            <a:off x="3829050" y="21526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21" name="">
            <a:extLst xmlns:a="http://schemas.openxmlformats.org/drawingml/2006/main">
              <a:ext uri="{FF2B5EF4-FFF2-40B4-BE49-F238E27FC236}">
                <a16:creationId xmlns:a16="http://schemas.microsoft.com/office/drawing/2014/main" id="{D128BE94-7B82-4104-8E4E-76F4A42B63B4}"/>
              </a:ext>
            </a:extLst>
          </p:cNvPr>
          <p:cNvSpPr>
            <a:spLocks xmlns:a="http://schemas.openxmlformats.org/drawingml/2006/main" noGrp="1"/>
          </p:cNvSpPr>
          <p:nvPr/>
        </p:nvSpPr>
        <p:spPr>
          <a:xfrm xmlns:a="http://schemas.openxmlformats.org/drawingml/2006/main">
            <a:off x="5334000" y="1695450"/>
            <a:ext cx="1495425" cy="762000"/>
          </a:xfrm>
          <a:prstGeom xmlns:a="http://schemas.openxmlformats.org/drawingml/2006/main" prst="rect">
            <a:avLst/>
          </a:prstGeom>
          <a:solidFill xmlns:a="http://schemas.openxmlformats.org/drawingml/2006/main">
            <a:srgbClr val="D2EFF8"/>
          </a:solidFill>
          <a:ln xmlns:a="http://schemas.openxmlformats.org/drawingml/2006/main" w="19050">
            <a:solidFill>
              <a:srgbClr val="FFFFFF"/>
            </a:solidFill>
            <a:prstDash val="solid"/>
          </a:ln>
        </p:spPr>
      </p:sp>
      <p:sp>
        <p:nvSpPr>
          <p:cNvPr id="22" name="">
            <a:extLst xmlns:a="http://schemas.openxmlformats.org/drawingml/2006/main">
              <a:ext uri="{FF2B5EF4-FFF2-40B4-BE49-F238E27FC236}">
                <a16:creationId xmlns:a16="http://schemas.microsoft.com/office/drawing/2014/main" id="{F882794D-9BC6-42FC-A572-4989A40DD051}"/>
              </a:ext>
            </a:extLst>
          </p:cNvPr>
          <p:cNvSpPr>
            <a:spLocks xmlns:a="http://schemas.openxmlformats.org/drawingml/2006/main" noGrp="1"/>
          </p:cNvSpPr>
          <p:nvPr/>
        </p:nvSpPr>
        <p:spPr>
          <a:xfrm xmlns:a="http://schemas.openxmlformats.org/drawingml/2006/main">
            <a:off x="5410200" y="18192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0.44%</a:t>
            </a:r>
          </a:p>
        </p:txBody>
      </p:sp>
      <p:sp>
        <p:nvSpPr>
          <p:cNvPr id="23" name="">
            <a:extLst xmlns:a="http://schemas.openxmlformats.org/drawingml/2006/main">
              <a:ext uri="{FF2B5EF4-FFF2-40B4-BE49-F238E27FC236}">
                <a16:creationId xmlns:a16="http://schemas.microsoft.com/office/drawing/2014/main" id="{BE8606B0-3AEF-495C-BA31-3D74AE989E57}"/>
              </a:ext>
            </a:extLst>
          </p:cNvPr>
          <p:cNvSpPr>
            <a:spLocks xmlns:a="http://schemas.openxmlformats.org/drawingml/2006/main" noGrp="1"/>
          </p:cNvSpPr>
          <p:nvPr/>
        </p:nvSpPr>
        <p:spPr>
          <a:xfrm xmlns:a="http://schemas.openxmlformats.org/drawingml/2006/main">
            <a:off x="5400675" y="21526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24" name="">
            <a:extLst xmlns:a="http://schemas.openxmlformats.org/drawingml/2006/main">
              <a:ext uri="{FF2B5EF4-FFF2-40B4-BE49-F238E27FC236}">
                <a16:creationId xmlns:a16="http://schemas.microsoft.com/office/drawing/2014/main" id="{5CB68214-214C-4C79-B7B0-06D496EFBCDB}"/>
              </a:ext>
            </a:extLst>
          </p:cNvPr>
          <p:cNvSpPr>
            <a:spLocks xmlns:a="http://schemas.openxmlformats.org/drawingml/2006/main" noGrp="1"/>
          </p:cNvSpPr>
          <p:nvPr/>
        </p:nvSpPr>
        <p:spPr>
          <a:xfrm xmlns:a="http://schemas.openxmlformats.org/drawingml/2006/main">
            <a:off x="6905625" y="1695450"/>
            <a:ext cx="1495425" cy="762000"/>
          </a:xfrm>
          <a:prstGeom xmlns:a="http://schemas.openxmlformats.org/drawingml/2006/main" prst="rect">
            <a:avLst/>
          </a:prstGeom>
          <a:solidFill xmlns:a="http://schemas.openxmlformats.org/drawingml/2006/main">
            <a:srgbClr val="48BFE4"/>
          </a:solidFill>
          <a:ln xmlns:a="http://schemas.openxmlformats.org/drawingml/2006/main" w="19050">
            <a:solidFill>
              <a:srgbClr val="FFFFFF"/>
            </a:solidFill>
            <a:prstDash val="solid"/>
          </a:ln>
        </p:spPr>
      </p:sp>
      <p:sp>
        <p:nvSpPr>
          <p:cNvPr id="25" name="">
            <a:extLst xmlns:a="http://schemas.openxmlformats.org/drawingml/2006/main">
              <a:ext uri="{FF2B5EF4-FFF2-40B4-BE49-F238E27FC236}">
                <a16:creationId xmlns:a16="http://schemas.microsoft.com/office/drawing/2014/main" id="{A65765C8-50B7-4684-8C10-E01F60987827}"/>
              </a:ext>
            </a:extLst>
          </p:cNvPr>
          <p:cNvSpPr>
            <a:spLocks xmlns:a="http://schemas.openxmlformats.org/drawingml/2006/main" noGrp="1"/>
          </p:cNvSpPr>
          <p:nvPr/>
        </p:nvSpPr>
        <p:spPr>
          <a:xfrm xmlns:a="http://schemas.openxmlformats.org/drawingml/2006/main">
            <a:off x="6981825" y="18192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1.80%</a:t>
            </a:r>
          </a:p>
        </p:txBody>
      </p:sp>
      <p:sp>
        <p:nvSpPr>
          <p:cNvPr id="26" name="">
            <a:extLst xmlns:a="http://schemas.openxmlformats.org/drawingml/2006/main">
              <a:ext uri="{FF2B5EF4-FFF2-40B4-BE49-F238E27FC236}">
                <a16:creationId xmlns:a16="http://schemas.microsoft.com/office/drawing/2014/main" id="{BE3515B5-DB3C-4560-B424-F64E57678D2E}"/>
              </a:ext>
            </a:extLst>
          </p:cNvPr>
          <p:cNvSpPr>
            <a:spLocks xmlns:a="http://schemas.openxmlformats.org/drawingml/2006/main" noGrp="1"/>
          </p:cNvSpPr>
          <p:nvPr/>
        </p:nvSpPr>
        <p:spPr>
          <a:xfrm xmlns:a="http://schemas.openxmlformats.org/drawingml/2006/main">
            <a:off x="6972300" y="21526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要感度確認</a:t>
            </a:r>
          </a:p>
        </p:txBody>
      </p:sp>
      <p:sp>
        <p:nvSpPr>
          <p:cNvPr id="27" name="">
            <a:extLst xmlns:a="http://schemas.openxmlformats.org/drawingml/2006/main">
              <a:ext uri="{FF2B5EF4-FFF2-40B4-BE49-F238E27FC236}">
                <a16:creationId xmlns:a16="http://schemas.microsoft.com/office/drawing/2014/main" id="{D4C208BF-F565-4617-A5FF-B97A8A4D0ABE}"/>
              </a:ext>
            </a:extLst>
          </p:cNvPr>
          <p:cNvSpPr>
            <a:spLocks xmlns:a="http://schemas.openxmlformats.org/drawingml/2006/main" noGrp="1"/>
          </p:cNvSpPr>
          <p:nvPr/>
        </p:nvSpPr>
        <p:spPr>
          <a:xfrm xmlns:a="http://schemas.openxmlformats.org/drawingml/2006/main">
            <a:off x="457200" y="27051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Ar 90% / N₂ 10%</a:t>
            </a:r>
          </a:p>
        </p:txBody>
      </p:sp>
      <p:sp>
        <p:nvSpPr>
          <p:cNvPr id="28" name="">
            <a:extLst xmlns:a="http://schemas.openxmlformats.org/drawingml/2006/main">
              <a:ext uri="{FF2B5EF4-FFF2-40B4-BE49-F238E27FC236}">
                <a16:creationId xmlns:a16="http://schemas.microsoft.com/office/drawing/2014/main" id="{95656AE0-63DB-4765-8CCB-DA94D1ECED36}"/>
              </a:ext>
            </a:extLst>
          </p:cNvPr>
          <p:cNvSpPr>
            <a:spLocks xmlns:a="http://schemas.openxmlformats.org/drawingml/2006/main" noGrp="1"/>
          </p:cNvSpPr>
          <p:nvPr/>
        </p:nvSpPr>
        <p:spPr>
          <a:xfrm xmlns:a="http://schemas.openxmlformats.org/drawingml/2006/main">
            <a:off x="2190750" y="2533650"/>
            <a:ext cx="1495425" cy="762000"/>
          </a:xfrm>
          <a:prstGeom xmlns:a="http://schemas.openxmlformats.org/drawingml/2006/main" prst="rect">
            <a:avLst/>
          </a:prstGeom>
          <a:solidFill xmlns:a="http://schemas.openxmlformats.org/drawingml/2006/main">
            <a:srgbClr val="A5DFF2"/>
          </a:solidFill>
          <a:ln xmlns:a="http://schemas.openxmlformats.org/drawingml/2006/main" w="19050">
            <a:solidFill>
              <a:srgbClr val="FFFFFF"/>
            </a:solidFill>
            <a:prstDash val="solid"/>
          </a:ln>
        </p:spPr>
      </p:sp>
      <p:sp>
        <p:nvSpPr>
          <p:cNvPr id="29" name="">
            <a:extLst xmlns:a="http://schemas.openxmlformats.org/drawingml/2006/main">
              <a:ext uri="{FF2B5EF4-FFF2-40B4-BE49-F238E27FC236}">
                <a16:creationId xmlns:a16="http://schemas.microsoft.com/office/drawing/2014/main" id="{4A038383-C0CC-49B0-87C9-3CC8148E4012}"/>
              </a:ext>
            </a:extLst>
          </p:cNvPr>
          <p:cNvSpPr>
            <a:spLocks xmlns:a="http://schemas.openxmlformats.org/drawingml/2006/main" noGrp="1"/>
          </p:cNvSpPr>
          <p:nvPr/>
        </p:nvSpPr>
        <p:spPr>
          <a:xfrm xmlns:a="http://schemas.openxmlformats.org/drawingml/2006/main">
            <a:off x="2266950" y="26574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0.89%</a:t>
            </a:r>
          </a:p>
        </p:txBody>
      </p:sp>
      <p:sp>
        <p:nvSpPr>
          <p:cNvPr id="30" name="">
            <a:extLst xmlns:a="http://schemas.openxmlformats.org/drawingml/2006/main">
              <a:ext uri="{FF2B5EF4-FFF2-40B4-BE49-F238E27FC236}">
                <a16:creationId xmlns:a16="http://schemas.microsoft.com/office/drawing/2014/main" id="{8176F18E-5E6D-4FA3-9784-774275BA39D6}"/>
              </a:ext>
            </a:extLst>
          </p:cNvPr>
          <p:cNvSpPr>
            <a:spLocks xmlns:a="http://schemas.openxmlformats.org/drawingml/2006/main" noGrp="1"/>
          </p:cNvSpPr>
          <p:nvPr/>
        </p:nvSpPr>
        <p:spPr>
          <a:xfrm xmlns:a="http://schemas.openxmlformats.org/drawingml/2006/main">
            <a:off x="2257425" y="29908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31" name="">
            <a:extLst xmlns:a="http://schemas.openxmlformats.org/drawingml/2006/main">
              <a:ext uri="{FF2B5EF4-FFF2-40B4-BE49-F238E27FC236}">
                <a16:creationId xmlns:a16="http://schemas.microsoft.com/office/drawing/2014/main" id="{8EDD5063-3BF1-4479-AC6E-7646E3E92885}"/>
              </a:ext>
            </a:extLst>
          </p:cNvPr>
          <p:cNvSpPr>
            <a:spLocks xmlns:a="http://schemas.openxmlformats.org/drawingml/2006/main" noGrp="1"/>
          </p:cNvSpPr>
          <p:nvPr/>
        </p:nvSpPr>
        <p:spPr>
          <a:xfrm xmlns:a="http://schemas.openxmlformats.org/drawingml/2006/main">
            <a:off x="3762375" y="2533650"/>
            <a:ext cx="1495425" cy="762000"/>
          </a:xfrm>
          <a:prstGeom xmlns:a="http://schemas.openxmlformats.org/drawingml/2006/main" prst="rect">
            <a:avLst/>
          </a:prstGeom>
          <a:solidFill xmlns:a="http://schemas.openxmlformats.org/drawingml/2006/main">
            <a:srgbClr val="77CFEB"/>
          </a:solidFill>
          <a:ln xmlns:a="http://schemas.openxmlformats.org/drawingml/2006/main" w="19050">
            <a:solidFill>
              <a:srgbClr val="FFFFFF"/>
            </a:solidFill>
            <a:prstDash val="solid"/>
          </a:ln>
        </p:spPr>
      </p:sp>
      <p:sp>
        <p:nvSpPr>
          <p:cNvPr id="32" name="">
            <a:extLst xmlns:a="http://schemas.openxmlformats.org/drawingml/2006/main">
              <a:ext uri="{FF2B5EF4-FFF2-40B4-BE49-F238E27FC236}">
                <a16:creationId xmlns:a16="http://schemas.microsoft.com/office/drawing/2014/main" id="{A90D6DB2-B75A-4F7A-BBC3-88272FC490EA}"/>
              </a:ext>
            </a:extLst>
          </p:cNvPr>
          <p:cNvSpPr>
            <a:spLocks xmlns:a="http://schemas.openxmlformats.org/drawingml/2006/main" noGrp="1"/>
          </p:cNvSpPr>
          <p:nvPr/>
        </p:nvSpPr>
        <p:spPr>
          <a:xfrm xmlns:a="http://schemas.openxmlformats.org/drawingml/2006/main">
            <a:off x="3838575" y="26574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1.33%</a:t>
            </a:r>
          </a:p>
        </p:txBody>
      </p:sp>
      <p:sp>
        <p:nvSpPr>
          <p:cNvPr id="33" name="">
            <a:extLst xmlns:a="http://schemas.openxmlformats.org/drawingml/2006/main">
              <a:ext uri="{FF2B5EF4-FFF2-40B4-BE49-F238E27FC236}">
                <a16:creationId xmlns:a16="http://schemas.microsoft.com/office/drawing/2014/main" id="{FEA0D030-E068-4A37-8278-31F454FCD528}"/>
              </a:ext>
            </a:extLst>
          </p:cNvPr>
          <p:cNvSpPr>
            <a:spLocks xmlns:a="http://schemas.openxmlformats.org/drawingml/2006/main" noGrp="1"/>
          </p:cNvSpPr>
          <p:nvPr/>
        </p:nvSpPr>
        <p:spPr>
          <a:xfrm xmlns:a="http://schemas.openxmlformats.org/drawingml/2006/main">
            <a:off x="3829050" y="29908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要感度確認</a:t>
            </a:r>
          </a:p>
        </p:txBody>
      </p:sp>
      <p:sp>
        <p:nvSpPr>
          <p:cNvPr id="34" name="">
            <a:extLst xmlns:a="http://schemas.openxmlformats.org/drawingml/2006/main">
              <a:ext uri="{FF2B5EF4-FFF2-40B4-BE49-F238E27FC236}">
                <a16:creationId xmlns:a16="http://schemas.microsoft.com/office/drawing/2014/main" id="{A05FB707-6E38-4B26-91C1-7F8778A8D59C}"/>
              </a:ext>
            </a:extLst>
          </p:cNvPr>
          <p:cNvSpPr>
            <a:spLocks xmlns:a="http://schemas.openxmlformats.org/drawingml/2006/main" noGrp="1"/>
          </p:cNvSpPr>
          <p:nvPr/>
        </p:nvSpPr>
        <p:spPr>
          <a:xfrm xmlns:a="http://schemas.openxmlformats.org/drawingml/2006/main">
            <a:off x="5334000" y="2533650"/>
            <a:ext cx="1495425" cy="762000"/>
          </a:xfrm>
          <a:prstGeom xmlns:a="http://schemas.openxmlformats.org/drawingml/2006/main" prst="rect">
            <a:avLst/>
          </a:prstGeom>
          <a:solidFill xmlns:a="http://schemas.openxmlformats.org/drawingml/2006/main">
            <a:srgbClr val="B2E4F4"/>
          </a:solidFill>
          <a:ln xmlns:a="http://schemas.openxmlformats.org/drawingml/2006/main" w="19050">
            <a:solidFill>
              <a:srgbClr val="FFFFFF"/>
            </a:solidFill>
            <a:prstDash val="solid"/>
          </a:ln>
        </p:spPr>
      </p:sp>
      <p:sp>
        <p:nvSpPr>
          <p:cNvPr id="35" name="">
            <a:extLst xmlns:a="http://schemas.openxmlformats.org/drawingml/2006/main">
              <a:ext uri="{FF2B5EF4-FFF2-40B4-BE49-F238E27FC236}">
                <a16:creationId xmlns:a16="http://schemas.microsoft.com/office/drawing/2014/main" id="{9B85348D-09CF-44E8-B9A7-51D942918CB6}"/>
              </a:ext>
            </a:extLst>
          </p:cNvPr>
          <p:cNvSpPr>
            <a:spLocks xmlns:a="http://schemas.openxmlformats.org/drawingml/2006/main" noGrp="1"/>
          </p:cNvSpPr>
          <p:nvPr/>
        </p:nvSpPr>
        <p:spPr>
          <a:xfrm xmlns:a="http://schemas.openxmlformats.org/drawingml/2006/main">
            <a:off x="5410200" y="26574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0.75%</a:t>
            </a:r>
          </a:p>
        </p:txBody>
      </p:sp>
      <p:sp>
        <p:nvSpPr>
          <p:cNvPr id="36" name="">
            <a:extLst xmlns:a="http://schemas.openxmlformats.org/drawingml/2006/main">
              <a:ext uri="{FF2B5EF4-FFF2-40B4-BE49-F238E27FC236}">
                <a16:creationId xmlns:a16="http://schemas.microsoft.com/office/drawing/2014/main" id="{6F11C78C-5C6E-46FB-AA79-94204C913F12}"/>
              </a:ext>
            </a:extLst>
          </p:cNvPr>
          <p:cNvSpPr>
            <a:spLocks xmlns:a="http://schemas.openxmlformats.org/drawingml/2006/main" noGrp="1"/>
          </p:cNvSpPr>
          <p:nvPr/>
        </p:nvSpPr>
        <p:spPr>
          <a:xfrm xmlns:a="http://schemas.openxmlformats.org/drawingml/2006/main">
            <a:off x="5400675" y="29908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37" name="">
            <a:extLst xmlns:a="http://schemas.openxmlformats.org/drawingml/2006/main">
              <a:ext uri="{FF2B5EF4-FFF2-40B4-BE49-F238E27FC236}">
                <a16:creationId xmlns:a16="http://schemas.microsoft.com/office/drawing/2014/main" id="{EC02F200-CF2C-4EE7-AD74-DF17903297E2}"/>
              </a:ext>
            </a:extLst>
          </p:cNvPr>
          <p:cNvSpPr>
            <a:spLocks xmlns:a="http://schemas.openxmlformats.org/drawingml/2006/main" noGrp="1"/>
          </p:cNvSpPr>
          <p:nvPr/>
        </p:nvSpPr>
        <p:spPr>
          <a:xfrm xmlns:a="http://schemas.openxmlformats.org/drawingml/2006/main">
            <a:off x="6905625" y="2533650"/>
            <a:ext cx="1495425" cy="762000"/>
          </a:xfrm>
          <a:prstGeom xmlns:a="http://schemas.openxmlformats.org/drawingml/2006/main" prst="rect">
            <a:avLst/>
          </a:prstGeom>
          <a:solidFill xmlns:a="http://schemas.openxmlformats.org/drawingml/2006/main">
            <a:srgbClr val="4CC0E4"/>
          </a:solidFill>
          <a:ln xmlns:a="http://schemas.openxmlformats.org/drawingml/2006/main" w="19050">
            <a:solidFill>
              <a:srgbClr val="FFFFFF"/>
            </a:solidFill>
            <a:prstDash val="solid"/>
          </a:ln>
        </p:spPr>
      </p:sp>
      <p:sp>
        <p:nvSpPr>
          <p:cNvPr id="38" name="">
            <a:extLst xmlns:a="http://schemas.openxmlformats.org/drawingml/2006/main">
              <a:ext uri="{FF2B5EF4-FFF2-40B4-BE49-F238E27FC236}">
                <a16:creationId xmlns:a16="http://schemas.microsoft.com/office/drawing/2014/main" id="{E7927A48-07E1-47D6-B65D-2A33288FF3E5}"/>
              </a:ext>
            </a:extLst>
          </p:cNvPr>
          <p:cNvSpPr>
            <a:spLocks xmlns:a="http://schemas.openxmlformats.org/drawingml/2006/main" noGrp="1"/>
          </p:cNvSpPr>
          <p:nvPr/>
        </p:nvSpPr>
        <p:spPr>
          <a:xfrm xmlns:a="http://schemas.openxmlformats.org/drawingml/2006/main">
            <a:off x="6981825" y="26574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1.76%</a:t>
            </a:r>
          </a:p>
        </p:txBody>
      </p:sp>
      <p:sp>
        <p:nvSpPr>
          <p:cNvPr id="39" name="">
            <a:extLst xmlns:a="http://schemas.openxmlformats.org/drawingml/2006/main">
              <a:ext uri="{FF2B5EF4-FFF2-40B4-BE49-F238E27FC236}">
                <a16:creationId xmlns:a16="http://schemas.microsoft.com/office/drawing/2014/main" id="{D3367336-4DB7-4926-A359-1A63E11F1761}"/>
              </a:ext>
            </a:extLst>
          </p:cNvPr>
          <p:cNvSpPr>
            <a:spLocks xmlns:a="http://schemas.openxmlformats.org/drawingml/2006/main" noGrp="1"/>
          </p:cNvSpPr>
          <p:nvPr/>
        </p:nvSpPr>
        <p:spPr>
          <a:xfrm xmlns:a="http://schemas.openxmlformats.org/drawingml/2006/main">
            <a:off x="6972300" y="29908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要感度確認</a:t>
            </a:r>
          </a:p>
        </p:txBody>
      </p:sp>
      <p:sp>
        <p:nvSpPr>
          <p:cNvPr id="40" name="">
            <a:extLst xmlns:a="http://schemas.openxmlformats.org/drawingml/2006/main">
              <a:ext uri="{FF2B5EF4-FFF2-40B4-BE49-F238E27FC236}">
                <a16:creationId xmlns:a16="http://schemas.microsoft.com/office/drawing/2014/main" id="{C8195490-6676-4545-9115-E6C050CC2ED6}"/>
              </a:ext>
            </a:extLst>
          </p:cNvPr>
          <p:cNvSpPr>
            <a:spLocks xmlns:a="http://schemas.openxmlformats.org/drawingml/2006/main" noGrp="1"/>
          </p:cNvSpPr>
          <p:nvPr/>
        </p:nvSpPr>
        <p:spPr>
          <a:xfrm xmlns:a="http://schemas.openxmlformats.org/drawingml/2006/main">
            <a:off x="457200" y="35433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lnSpc>
                <a:spcPct val="105000"/>
              </a:lnSpc>
              <a:buNone/>
              <a:defRPr sz="1200" b="1" i="0">
                <a:solidFill>
                  <a:srgbClr val="2F2F2F"/>
                </a:solidFill>
                <a:latin typeface="Noto Sans JP"/>
                <a:ea typeface="Noto Sans JP"/>
                <a:cs typeface="Noto Sans JP"/>
              </a:defRPr>
            </a:pPr>
            <a:r>
              <a:rPr sz="1200" b="1" i="0">
                <a:solidFill>
                  <a:srgbClr val="2F2F2F"/>
                </a:solidFill>
                <a:latin typeface="Noto Sans JP"/>
                <a:ea typeface="Noto Sans JP"/>
                <a:cs typeface="Noto Sans JP"/>
              </a:rPr>
              <a:t>Ar 90% / O₂ 10%</a:t>
            </a:r>
          </a:p>
        </p:txBody>
      </p:sp>
      <p:sp>
        <p:nvSpPr>
          <p:cNvPr id="41" name="">
            <a:extLst xmlns:a="http://schemas.openxmlformats.org/drawingml/2006/main">
              <a:ext uri="{FF2B5EF4-FFF2-40B4-BE49-F238E27FC236}">
                <a16:creationId xmlns:a16="http://schemas.microsoft.com/office/drawing/2014/main" id="{D93F5673-0357-40C4-A6EF-3E614D9CF21B}"/>
              </a:ext>
            </a:extLst>
          </p:cNvPr>
          <p:cNvSpPr>
            <a:spLocks xmlns:a="http://schemas.openxmlformats.org/drawingml/2006/main" noGrp="1"/>
          </p:cNvSpPr>
          <p:nvPr/>
        </p:nvSpPr>
        <p:spPr>
          <a:xfrm xmlns:a="http://schemas.openxmlformats.org/drawingml/2006/main">
            <a:off x="2190750" y="3371850"/>
            <a:ext cx="1495425" cy="762000"/>
          </a:xfrm>
          <a:prstGeom xmlns:a="http://schemas.openxmlformats.org/drawingml/2006/main" prst="rect">
            <a:avLst/>
          </a:prstGeom>
          <a:solidFill xmlns:a="http://schemas.openxmlformats.org/drawingml/2006/main">
            <a:srgbClr val="5F52B4"/>
          </a:solidFill>
          <a:ln xmlns:a="http://schemas.openxmlformats.org/drawingml/2006/main" w="19050">
            <a:solidFill>
              <a:srgbClr val="FFFFFF"/>
            </a:solidFill>
            <a:prstDash val="solid"/>
          </a:ln>
        </p:spPr>
      </p:sp>
      <p:sp>
        <p:nvSpPr>
          <p:cNvPr id="42" name="">
            <a:extLst xmlns:a="http://schemas.openxmlformats.org/drawingml/2006/main">
              <a:ext uri="{FF2B5EF4-FFF2-40B4-BE49-F238E27FC236}">
                <a16:creationId xmlns:a16="http://schemas.microsoft.com/office/drawing/2014/main" id="{D3F26C38-5CFD-436B-AE96-C735B73908E8}"/>
              </a:ext>
            </a:extLst>
          </p:cNvPr>
          <p:cNvSpPr>
            <a:spLocks xmlns:a="http://schemas.openxmlformats.org/drawingml/2006/main" noGrp="1"/>
          </p:cNvSpPr>
          <p:nvPr/>
        </p:nvSpPr>
        <p:spPr>
          <a:xfrm xmlns:a="http://schemas.openxmlformats.org/drawingml/2006/main">
            <a:off x="2266950" y="34956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4.32%</a:t>
            </a:r>
          </a:p>
        </p:txBody>
      </p:sp>
      <p:sp>
        <p:nvSpPr>
          <p:cNvPr id="43" name="">
            <a:extLst xmlns:a="http://schemas.openxmlformats.org/drawingml/2006/main">
              <a:ext uri="{FF2B5EF4-FFF2-40B4-BE49-F238E27FC236}">
                <a16:creationId xmlns:a16="http://schemas.microsoft.com/office/drawing/2014/main" id="{77345460-BA2B-4EA2-9FAA-8E2A1431CCC8}"/>
              </a:ext>
            </a:extLst>
          </p:cNvPr>
          <p:cNvSpPr>
            <a:spLocks xmlns:a="http://schemas.openxmlformats.org/drawingml/2006/main" noGrp="1"/>
          </p:cNvSpPr>
          <p:nvPr/>
        </p:nvSpPr>
        <p:spPr>
          <a:xfrm xmlns:a="http://schemas.openxmlformats.org/drawingml/2006/main">
            <a:off x="2257425" y="38290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4143"/>
          </a:bodyPr>
          <a:lstStyle xmlns:a="http://schemas.openxmlformats.org/drawingml/2006/main"/>
          <a:p xmlns:a="http://schemas.openxmlformats.org/drawingml/2006/main">
            <a:pPr algn="ctr">
              <a:lnSpc>
                <a:spcPct val="105000"/>
              </a:lnSpc>
              <a:buNone/>
              <a:defRPr sz="810" b="1" i="0">
                <a:solidFill>
                  <a:srgbClr val="FFFFFF"/>
                </a:solidFill>
                <a:latin typeface="Noto Sans JP"/>
                <a:ea typeface="Noto Sans JP"/>
                <a:cs typeface="Noto Sans JP"/>
              </a:defRPr>
            </a:pPr>
            <a:r>
              <a:rPr sz="810" b="1" i="0">
                <a:solidFill>
                  <a:srgbClr val="FFFFFF"/>
                </a:solidFill>
                <a:latin typeface="Noto Sans JP"/>
                <a:ea typeface="Noto Sans JP"/>
                <a:cs typeface="Noto Sans JP"/>
              </a:rPr>
              <a:t>高エネルギー尾部／低電界</a:t>
            </a:r>
            <a:r>
              <a:rPr sz="810" b="1" i="0">
                <a:solidFill>
                  <a:srgbClr val="FFFFFF"/>
                </a:solidFill>
                <a:latin typeface="Noto Sans JP"/>
                <a:ea typeface="Noto Sans JP"/>
                <a:cs typeface="Noto Sans JP"/>
              </a:rPr>
              <a:t>要監査</a:t>
            </a:r>
          </a:p>
        </p:txBody>
      </p:sp>
      <p:sp>
        <p:nvSpPr>
          <p:cNvPr id="44" name="">
            <a:extLst xmlns:a="http://schemas.openxmlformats.org/drawingml/2006/main">
              <a:ext uri="{FF2B5EF4-FFF2-40B4-BE49-F238E27FC236}">
                <a16:creationId xmlns:a16="http://schemas.microsoft.com/office/drawing/2014/main" id="{CA0B1ABD-E972-47F3-8E8D-6D3D4E925A96}"/>
              </a:ext>
            </a:extLst>
          </p:cNvPr>
          <p:cNvSpPr>
            <a:spLocks xmlns:a="http://schemas.openxmlformats.org/drawingml/2006/main" noGrp="1"/>
          </p:cNvSpPr>
          <p:nvPr/>
        </p:nvSpPr>
        <p:spPr>
          <a:xfrm xmlns:a="http://schemas.openxmlformats.org/drawingml/2006/main">
            <a:off x="3762375" y="3371850"/>
            <a:ext cx="1495425" cy="762000"/>
          </a:xfrm>
          <a:prstGeom xmlns:a="http://schemas.openxmlformats.org/drawingml/2006/main" prst="rect">
            <a:avLst/>
          </a:prstGeom>
          <a:solidFill xmlns:a="http://schemas.openxmlformats.org/drawingml/2006/main">
            <a:srgbClr val="D4F0F9"/>
          </a:solidFill>
          <a:ln xmlns:a="http://schemas.openxmlformats.org/drawingml/2006/main" w="19050">
            <a:solidFill>
              <a:srgbClr val="FFFFFF"/>
            </a:solidFill>
            <a:prstDash val="solid"/>
          </a:ln>
        </p:spPr>
      </p:sp>
      <p:sp>
        <p:nvSpPr>
          <p:cNvPr id="45" name="">
            <a:extLst xmlns:a="http://schemas.openxmlformats.org/drawingml/2006/main">
              <a:ext uri="{FF2B5EF4-FFF2-40B4-BE49-F238E27FC236}">
                <a16:creationId xmlns:a16="http://schemas.microsoft.com/office/drawing/2014/main" id="{BBB95FCF-24E9-4651-B055-070785C8C3E1}"/>
              </a:ext>
            </a:extLst>
          </p:cNvPr>
          <p:cNvSpPr>
            <a:spLocks xmlns:a="http://schemas.openxmlformats.org/drawingml/2006/main" noGrp="1"/>
          </p:cNvSpPr>
          <p:nvPr/>
        </p:nvSpPr>
        <p:spPr>
          <a:xfrm xmlns:a="http://schemas.openxmlformats.org/drawingml/2006/main">
            <a:off x="3838575" y="34956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0.43%</a:t>
            </a:r>
          </a:p>
        </p:txBody>
      </p:sp>
      <p:sp>
        <p:nvSpPr>
          <p:cNvPr id="46" name="">
            <a:extLst xmlns:a="http://schemas.openxmlformats.org/drawingml/2006/main">
              <a:ext uri="{FF2B5EF4-FFF2-40B4-BE49-F238E27FC236}">
                <a16:creationId xmlns:a16="http://schemas.microsoft.com/office/drawing/2014/main" id="{0C32F79A-F155-40F5-A4BB-C0CB9F410220}"/>
              </a:ext>
            </a:extLst>
          </p:cNvPr>
          <p:cNvSpPr>
            <a:spLocks xmlns:a="http://schemas.openxmlformats.org/drawingml/2006/main" noGrp="1"/>
          </p:cNvSpPr>
          <p:nvPr/>
        </p:nvSpPr>
        <p:spPr>
          <a:xfrm xmlns:a="http://schemas.openxmlformats.org/drawingml/2006/main">
            <a:off x="3829050" y="38290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47" name="">
            <a:extLst xmlns:a="http://schemas.openxmlformats.org/drawingml/2006/main">
              <a:ext uri="{FF2B5EF4-FFF2-40B4-BE49-F238E27FC236}">
                <a16:creationId xmlns:a16="http://schemas.microsoft.com/office/drawing/2014/main" id="{22A986ED-32E3-4D05-96DB-DA7A77294968}"/>
              </a:ext>
            </a:extLst>
          </p:cNvPr>
          <p:cNvSpPr>
            <a:spLocks xmlns:a="http://schemas.openxmlformats.org/drawingml/2006/main" noGrp="1"/>
          </p:cNvSpPr>
          <p:nvPr/>
        </p:nvSpPr>
        <p:spPr>
          <a:xfrm xmlns:a="http://schemas.openxmlformats.org/drawingml/2006/main">
            <a:off x="5334000" y="3371850"/>
            <a:ext cx="1495425" cy="762000"/>
          </a:xfrm>
          <a:prstGeom xmlns:a="http://schemas.openxmlformats.org/drawingml/2006/main" prst="rect">
            <a:avLst/>
          </a:prstGeom>
          <a:solidFill xmlns:a="http://schemas.openxmlformats.org/drawingml/2006/main">
            <a:srgbClr val="CCEDF7"/>
          </a:solidFill>
          <a:ln xmlns:a="http://schemas.openxmlformats.org/drawingml/2006/main" w="19050">
            <a:solidFill>
              <a:srgbClr val="FFFFFF"/>
            </a:solidFill>
            <a:prstDash val="solid"/>
          </a:ln>
        </p:spPr>
      </p:sp>
      <p:sp>
        <p:nvSpPr>
          <p:cNvPr id="48" name="">
            <a:extLst xmlns:a="http://schemas.openxmlformats.org/drawingml/2006/main">
              <a:ext uri="{FF2B5EF4-FFF2-40B4-BE49-F238E27FC236}">
                <a16:creationId xmlns:a16="http://schemas.microsoft.com/office/drawing/2014/main" id="{43F2FE54-3038-4609-81A6-9A35BE8314AC}"/>
              </a:ext>
            </a:extLst>
          </p:cNvPr>
          <p:cNvSpPr>
            <a:spLocks xmlns:a="http://schemas.openxmlformats.org/drawingml/2006/main" noGrp="1"/>
          </p:cNvSpPr>
          <p:nvPr/>
        </p:nvSpPr>
        <p:spPr>
          <a:xfrm xmlns:a="http://schemas.openxmlformats.org/drawingml/2006/main">
            <a:off x="5410200" y="34956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0.50%</a:t>
            </a:r>
          </a:p>
        </p:txBody>
      </p:sp>
      <p:sp>
        <p:nvSpPr>
          <p:cNvPr id="49" name="">
            <a:extLst xmlns:a="http://schemas.openxmlformats.org/drawingml/2006/main">
              <a:ext uri="{FF2B5EF4-FFF2-40B4-BE49-F238E27FC236}">
                <a16:creationId xmlns:a16="http://schemas.microsoft.com/office/drawing/2014/main" id="{18357613-0C5C-4E89-B18F-4BD899CA109A}"/>
              </a:ext>
            </a:extLst>
          </p:cNvPr>
          <p:cNvSpPr>
            <a:spLocks xmlns:a="http://schemas.openxmlformats.org/drawingml/2006/main" noGrp="1"/>
          </p:cNvSpPr>
          <p:nvPr/>
        </p:nvSpPr>
        <p:spPr>
          <a:xfrm xmlns:a="http://schemas.openxmlformats.org/drawingml/2006/main">
            <a:off x="5400675" y="38290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計算法の差</a:t>
            </a:r>
            <a:r>
              <a:rPr sz="810" b="1" i="0">
                <a:solidFill>
                  <a:srgbClr val="666666"/>
                </a:solidFill>
                <a:latin typeface="Noto Sans JP"/>
                <a:ea typeface="Noto Sans JP"/>
                <a:cs typeface="Noto Sans JP"/>
              </a:rPr>
              <a:t> 小</a:t>
            </a:r>
          </a:p>
        </p:txBody>
      </p:sp>
      <p:sp>
        <p:nvSpPr>
          <p:cNvPr id="50" name="">
            <a:extLst xmlns:a="http://schemas.openxmlformats.org/drawingml/2006/main">
              <a:ext uri="{FF2B5EF4-FFF2-40B4-BE49-F238E27FC236}">
                <a16:creationId xmlns:a16="http://schemas.microsoft.com/office/drawing/2014/main" id="{9AACE9DD-2647-4890-9F2B-67A3F23108CF}"/>
              </a:ext>
            </a:extLst>
          </p:cNvPr>
          <p:cNvSpPr>
            <a:spLocks xmlns:a="http://schemas.openxmlformats.org/drawingml/2006/main" noGrp="1"/>
          </p:cNvSpPr>
          <p:nvPr/>
        </p:nvSpPr>
        <p:spPr>
          <a:xfrm xmlns:a="http://schemas.openxmlformats.org/drawingml/2006/main">
            <a:off x="6905625" y="3371850"/>
            <a:ext cx="1495425" cy="762000"/>
          </a:xfrm>
          <a:prstGeom xmlns:a="http://schemas.openxmlformats.org/drawingml/2006/main" prst="rect">
            <a:avLst/>
          </a:prstGeom>
          <a:solidFill xmlns:a="http://schemas.openxmlformats.org/drawingml/2006/main">
            <a:srgbClr val="4BC0E4"/>
          </a:solidFill>
          <a:ln xmlns:a="http://schemas.openxmlformats.org/drawingml/2006/main" w="19050">
            <a:solidFill>
              <a:srgbClr val="FFFFFF"/>
            </a:solidFill>
            <a:prstDash val="solid"/>
          </a:ln>
        </p:spPr>
      </p:sp>
      <p:sp>
        <p:nvSpPr>
          <p:cNvPr id="51" name="">
            <a:extLst xmlns:a="http://schemas.openxmlformats.org/drawingml/2006/main">
              <a:ext uri="{FF2B5EF4-FFF2-40B4-BE49-F238E27FC236}">
                <a16:creationId xmlns:a16="http://schemas.microsoft.com/office/drawing/2014/main" id="{F008D184-ED74-4035-A2BF-A843772DCCEB}"/>
              </a:ext>
            </a:extLst>
          </p:cNvPr>
          <p:cNvSpPr>
            <a:spLocks xmlns:a="http://schemas.openxmlformats.org/drawingml/2006/main" noGrp="1"/>
          </p:cNvSpPr>
          <p:nvPr/>
        </p:nvSpPr>
        <p:spPr>
          <a:xfrm xmlns:a="http://schemas.openxmlformats.org/drawingml/2006/main">
            <a:off x="6981825" y="3495675"/>
            <a:ext cx="1343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650" b="1" i="0">
                <a:solidFill>
                  <a:srgbClr val="2F2F2F"/>
                </a:solidFill>
                <a:latin typeface="Noto Sans JP"/>
                <a:ea typeface="Noto Sans JP"/>
                <a:cs typeface="Noto Sans JP"/>
              </a:defRPr>
            </a:pPr>
            <a:r>
              <a:rPr sz="1650" b="1" i="0">
                <a:solidFill>
                  <a:srgbClr val="2F2F2F"/>
                </a:solidFill>
                <a:latin typeface="Noto Sans JP"/>
                <a:ea typeface="Noto Sans JP"/>
                <a:cs typeface="Noto Sans JP"/>
              </a:rPr>
              <a:t>1.76%</a:t>
            </a:r>
          </a:p>
        </p:txBody>
      </p:sp>
      <p:sp>
        <p:nvSpPr>
          <p:cNvPr id="52" name="">
            <a:extLst xmlns:a="http://schemas.openxmlformats.org/drawingml/2006/main">
              <a:ext uri="{FF2B5EF4-FFF2-40B4-BE49-F238E27FC236}">
                <a16:creationId xmlns:a16="http://schemas.microsoft.com/office/drawing/2014/main" id="{4F6F0956-C86C-4D5B-9475-F1E5AB86955C}"/>
              </a:ext>
            </a:extLst>
          </p:cNvPr>
          <p:cNvSpPr>
            <a:spLocks xmlns:a="http://schemas.openxmlformats.org/drawingml/2006/main" noGrp="1"/>
          </p:cNvSpPr>
          <p:nvPr/>
        </p:nvSpPr>
        <p:spPr>
          <a:xfrm xmlns:a="http://schemas.openxmlformats.org/drawingml/2006/main">
            <a:off x="6972300" y="3829050"/>
            <a:ext cx="1362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810" b="1" i="0">
                <a:solidFill>
                  <a:srgbClr val="666666"/>
                </a:solidFill>
                <a:latin typeface="Noto Sans JP"/>
                <a:ea typeface="Noto Sans JP"/>
                <a:cs typeface="Noto Sans JP"/>
              </a:defRPr>
            </a:pPr>
            <a:r>
              <a:rPr sz="810" b="1" i="0">
                <a:solidFill>
                  <a:srgbClr val="666666"/>
                </a:solidFill>
                <a:latin typeface="Noto Sans JP"/>
                <a:ea typeface="Noto Sans JP"/>
                <a:cs typeface="Noto Sans JP"/>
              </a:rPr>
              <a:t>要感度確認</a:t>
            </a:r>
          </a:p>
        </p:txBody>
      </p:sp>
      <p:sp>
        <p:nvSpPr>
          <p:cNvPr id="53" name="">
            <a:extLst xmlns:a="http://schemas.openxmlformats.org/drawingml/2006/main">
              <a:ext uri="{FF2B5EF4-FFF2-40B4-BE49-F238E27FC236}">
                <a16:creationId xmlns:a16="http://schemas.microsoft.com/office/drawing/2014/main" id="{532D1B6F-ECA3-4CBA-9E11-371DECC91A33}"/>
              </a:ext>
            </a:extLst>
          </p:cNvPr>
          <p:cNvSpPr>
            <a:spLocks xmlns:a="http://schemas.openxmlformats.org/drawingml/2006/main" noGrp="1"/>
          </p:cNvSpPr>
          <p:nvPr/>
        </p:nvSpPr>
        <p:spPr>
          <a:xfrm xmlns:a="http://schemas.openxmlformats.org/drawingml/2006/main">
            <a:off x="8905875" y="16192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350" b="1" i="0">
                <a:solidFill>
                  <a:srgbClr val="00A6D9"/>
                </a:solidFill>
                <a:latin typeface="Noto Sans JP"/>
                <a:ea typeface="Noto Sans JP"/>
                <a:cs typeface="Noto Sans JP"/>
              </a:defRPr>
            </a:pPr>
            <a:r>
              <a:rPr sz="1350" b="1" i="0">
                <a:solidFill>
                  <a:srgbClr val="00A6D9"/>
                </a:solidFill>
                <a:latin typeface="Noto Sans JP"/>
                <a:ea typeface="Noto Sans JP"/>
                <a:cs typeface="Noto Sans JP"/>
              </a:rPr>
              <a:t>最大差</a:t>
            </a:r>
          </a:p>
        </p:txBody>
      </p:sp>
      <p:sp>
        <p:nvSpPr>
          <p:cNvPr id="54" name="">
            <a:extLst xmlns:a="http://schemas.openxmlformats.org/drawingml/2006/main">
              <a:ext uri="{FF2B5EF4-FFF2-40B4-BE49-F238E27FC236}">
                <a16:creationId xmlns:a16="http://schemas.microsoft.com/office/drawing/2014/main" id="{8F8C2F3C-1C02-4DCB-88ED-0A3A82BC2965}"/>
              </a:ext>
            </a:extLst>
          </p:cNvPr>
          <p:cNvSpPr>
            <a:spLocks xmlns:a="http://schemas.openxmlformats.org/drawingml/2006/main" noGrp="1"/>
          </p:cNvSpPr>
          <p:nvPr/>
        </p:nvSpPr>
        <p:spPr>
          <a:xfrm xmlns:a="http://schemas.openxmlformats.org/drawingml/2006/main">
            <a:off x="8905875" y="1952625"/>
            <a:ext cx="2286000" cy="1066800"/>
          </a:xfrm>
          <a:prstGeom xmlns:a="http://schemas.openxmlformats.org/drawingml/2006/main" prst="rect">
            <a:avLst/>
          </a:prstGeom>
          <a:solidFill xmlns:a="http://schemas.openxmlformats.org/drawingml/2006/main">
            <a:srgbClr val="F3EDF7"/>
          </a:solidFill>
          <a:ln xmlns:a="http://schemas.openxmlformats.org/drawingml/2006/main" w="9525">
            <a:solidFill>
              <a:srgbClr val="8233A6"/>
            </a:solidFill>
          </a:ln>
        </p:spPr>
        <p:txBody>
          <a:bodyPr xmlns:a="http://schemas.openxmlformats.org/drawingml/2006/main" wrap="square" lIns="28575" tIns="19050" rIns="28575" bIns="19050" anchor="ctr">
            <a:normAutofit fontScale="97403"/>
          </a:bodyPr>
          <a:lstStyle xmlns:a="http://schemas.openxmlformats.org/drawingml/2006/main"/>
          <a:p xmlns:a="http://schemas.openxmlformats.org/drawingml/2006/main">
            <a:pPr algn="ctr">
              <a:lnSpc>
                <a:spcPct val="105000"/>
              </a:lnSpc>
              <a:buNone/>
              <a:defRPr sz="1650" b="1" i="0">
                <a:solidFill>
                  <a:srgbClr val="8233A6"/>
                </a:solidFill>
                <a:latin typeface="Noto Sans JP"/>
                <a:ea typeface="Noto Sans JP"/>
                <a:cs typeface="Noto Sans JP"/>
              </a:defRPr>
            </a:pPr>
            <a:r>
              <a:rPr sz="1650" b="1" i="0">
                <a:solidFill>
                  <a:srgbClr val="8233A6"/>
                </a:solidFill>
                <a:latin typeface="Noto Sans JP"/>
                <a:ea typeface="Noto Sans JP"/>
                <a:cs typeface="Noto Sans JP"/>
              </a:rPr>
              <a:t>Ar/O₂・1 Td</a:t>
            </a:r>
          </a:p>
          <a:p xmlns:a="http://schemas.openxmlformats.org/drawingml/2006/main">
            <a:pPr algn="ctr">
              <a:lnSpc>
                <a:spcPct val="105000"/>
              </a:lnSpc>
              <a:buNone/>
              <a:defRPr sz="1650" b="1" i="0">
                <a:solidFill>
                  <a:srgbClr val="8233A6"/>
                </a:solidFill>
                <a:latin typeface="Noto Sans JP"/>
                <a:ea typeface="Noto Sans JP"/>
                <a:cs typeface="Noto Sans JP"/>
              </a:defRPr>
            </a:pPr>
            <a:r>
              <a:rPr sz="1650" b="1" i="0">
                <a:solidFill>
                  <a:srgbClr val="8233A6"/>
                </a:solidFill>
                <a:latin typeface="Noto Sans JP"/>
                <a:ea typeface="Noto Sans JP"/>
                <a:cs typeface="Noto Sans JP"/>
              </a:rPr>
              <a:t>4.32%</a:t>
            </a:r>
          </a:p>
          <a:p xmlns:a="http://schemas.openxmlformats.org/drawingml/2006/main">
            <a:pPr algn="ctr">
              <a:lnSpc>
                <a:spcPct val="105000"/>
              </a:lnSpc>
              <a:buNone/>
              <a:defRPr sz="1650" b="1" i="0">
                <a:solidFill>
                  <a:srgbClr val="8233A6"/>
                </a:solidFill>
                <a:latin typeface="Noto Sans JP"/>
                <a:ea typeface="Noto Sans JP"/>
                <a:cs typeface="Noto Sans JP"/>
              </a:defRPr>
            </a:pPr>
            <a:r>
              <a:rPr sz="1650" b="1" i="0">
                <a:solidFill>
                  <a:srgbClr val="8233A6"/>
                </a:solidFill>
                <a:latin typeface="Noto Sans JP"/>
                <a:ea typeface="Noto Sans JP"/>
                <a:cs typeface="Noto Sans JP"/>
              </a:rPr>
              <a:t>Monte Carlo直接出力</a:t>
            </a:r>
            <a:r>
              <a:rPr sz="1650" b="1" i="0">
                <a:solidFill>
                  <a:srgbClr val="8233A6"/>
                </a:solidFill>
                <a:latin typeface="Noto Sans JP"/>
                <a:ea typeface="Noto Sans JP"/>
                <a:cs typeface="Noto Sans JP"/>
              </a:rPr>
              <a:t> vs </a:t>
            </a:r>
            <a:r>
              <a:rPr sz="1650" b="1" i="0">
                <a:solidFill>
                  <a:srgbClr val="8233A6"/>
                </a:solidFill>
                <a:latin typeface="Noto Sans JP"/>
                <a:ea typeface="Noto Sans JP"/>
                <a:cs typeface="Noto Sans JP"/>
              </a:rPr>
              <a:t>two-term</a:t>
            </a:r>
          </a:p>
        </p:txBody>
      </p:sp>
      <p:sp>
        <p:nvSpPr>
          <p:cNvPr id="55" name="">
            <a:extLst xmlns:a="http://schemas.openxmlformats.org/drawingml/2006/main">
              <a:ext uri="{FF2B5EF4-FFF2-40B4-BE49-F238E27FC236}">
                <a16:creationId xmlns:a16="http://schemas.microsoft.com/office/drawing/2014/main" id="{3722CE3E-7B0B-4E42-A32B-6F28E1393133}"/>
              </a:ext>
            </a:extLst>
          </p:cNvPr>
          <p:cNvSpPr>
            <a:spLocks xmlns:a="http://schemas.openxmlformats.org/drawingml/2006/main" noGrp="1"/>
          </p:cNvSpPr>
          <p:nvPr/>
        </p:nvSpPr>
        <p:spPr>
          <a:xfrm xmlns:a="http://schemas.openxmlformats.org/drawingml/2006/main">
            <a:off x="8905875" y="32766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75" b="1" i="0">
                <a:solidFill>
                  <a:srgbClr val="00A6D9"/>
                </a:solidFill>
                <a:latin typeface="Noto Sans JP"/>
                <a:ea typeface="Noto Sans JP"/>
                <a:cs typeface="Noto Sans JP"/>
              </a:defRPr>
            </a:pPr>
            <a:r>
              <a:rPr sz="1275" b="1" i="0">
                <a:solidFill>
                  <a:srgbClr val="00A6D9"/>
                </a:solidFill>
                <a:latin typeface="Noto Sans JP"/>
                <a:ea typeface="Noto Sans JP"/>
                <a:cs typeface="Noto Sans JP"/>
              </a:rPr>
              <a:t>高電界側</a:t>
            </a:r>
          </a:p>
        </p:txBody>
      </p:sp>
      <p:sp>
        <p:nvSpPr>
          <p:cNvPr id="56" name="">
            <a:extLst xmlns:a="http://schemas.openxmlformats.org/drawingml/2006/main">
              <a:ext uri="{FF2B5EF4-FFF2-40B4-BE49-F238E27FC236}">
                <a16:creationId xmlns:a16="http://schemas.microsoft.com/office/drawing/2014/main" id="{8D87C447-458A-46DD-9E6A-FBA3195518BD}"/>
              </a:ext>
            </a:extLst>
          </p:cNvPr>
          <p:cNvSpPr>
            <a:spLocks xmlns:a="http://schemas.openxmlformats.org/drawingml/2006/main" noGrp="1"/>
          </p:cNvSpPr>
          <p:nvPr/>
        </p:nvSpPr>
        <p:spPr>
          <a:xfrm xmlns:a="http://schemas.openxmlformats.org/drawingml/2006/main">
            <a:off x="8905875" y="3600450"/>
            <a:ext cx="228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1000 Tdでは全組成 1.76–1.80%</a:t>
            </a:r>
          </a:p>
          <a:p xmlns:a="http://schemas.openxmlformats.org/drawingml/2006/main">
            <a:pPr algn="ctr">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propagator–</a:t>
            </a:r>
            <a:r>
              <a:rPr sz="1163" b="0" i="0">
                <a:solidFill>
                  <a:srgbClr val="2F2F2F"/>
                </a:solidFill>
                <a:latin typeface="Noto Sans JP"/>
                <a:ea typeface="Noto Sans JP"/>
                <a:cs typeface="Noto Sans JP"/>
              </a:rPr>
              <a:t>two-term</a:t>
            </a:r>
            <a:r>
              <a:rPr sz="1163" b="0" i="0">
                <a:solidFill>
                  <a:srgbClr val="2F2F2F"/>
                </a:solidFill>
                <a:latin typeface="Noto Sans JP"/>
                <a:ea typeface="Noto Sans JP"/>
                <a:cs typeface="Noto Sans JP"/>
              </a:rPr>
              <a:t>が最大</a:t>
            </a:r>
          </a:p>
        </p:txBody>
      </p:sp>
      <p:sp>
        <p:nvSpPr>
          <p:cNvPr id="57" name="">
            <a:extLst xmlns:a="http://schemas.openxmlformats.org/drawingml/2006/main">
              <a:ext uri="{FF2B5EF4-FFF2-40B4-BE49-F238E27FC236}">
                <a16:creationId xmlns:a16="http://schemas.microsoft.com/office/drawing/2014/main" id="{0BACB01E-2DE3-4C06-9946-D09E981468DB}"/>
              </a:ext>
            </a:extLst>
          </p:cNvPr>
          <p:cNvSpPr>
            <a:spLocks xmlns:a="http://schemas.openxmlformats.org/drawingml/2006/main" noGrp="1"/>
          </p:cNvSpPr>
          <p:nvPr/>
        </p:nvSpPr>
        <p:spPr>
          <a:xfrm xmlns:a="http://schemas.openxmlformats.org/drawingml/2006/main">
            <a:off x="8905875" y="45148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75" b="1" i="0">
                <a:solidFill>
                  <a:srgbClr val="00A6D9"/>
                </a:solidFill>
                <a:latin typeface="Noto Sans JP"/>
                <a:ea typeface="Noto Sans JP"/>
                <a:cs typeface="Noto Sans JP"/>
              </a:defRPr>
            </a:pPr>
            <a:r>
              <a:rPr sz="1275" b="1" i="0">
                <a:solidFill>
                  <a:srgbClr val="00A6D9"/>
                </a:solidFill>
                <a:latin typeface="Noto Sans JP"/>
                <a:ea typeface="Noto Sans JP"/>
                <a:cs typeface="Noto Sans JP"/>
              </a:rPr>
              <a:t>解釈</a:t>
            </a:r>
          </a:p>
        </p:txBody>
      </p:sp>
      <p:sp>
        <p:nvSpPr>
          <p:cNvPr id="58" name="">
            <a:extLst xmlns:a="http://schemas.openxmlformats.org/drawingml/2006/main">
              <a:ext uri="{FF2B5EF4-FFF2-40B4-BE49-F238E27FC236}">
                <a16:creationId xmlns:a16="http://schemas.microsoft.com/office/drawing/2014/main" id="{A14EA174-C8C4-4660-891B-AB3771333989}"/>
              </a:ext>
            </a:extLst>
          </p:cNvPr>
          <p:cNvSpPr>
            <a:spLocks xmlns:a="http://schemas.openxmlformats.org/drawingml/2006/main" noGrp="1"/>
          </p:cNvSpPr>
          <p:nvPr/>
        </p:nvSpPr>
        <p:spPr>
          <a:xfrm xmlns:a="http://schemas.openxmlformats.org/drawingml/2006/main">
            <a:off x="8763000" y="4810125"/>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7111"/>
          </a:bodyPr>
          <a:lstStyle xmlns:a="http://schemas.openxmlformats.org/drawingml/2006/main"/>
          <a:p xmlns:a="http://schemas.openxmlformats.org/drawingml/2006/main">
            <a:pPr algn="ctr">
              <a:lnSpc>
                <a:spcPct val="105000"/>
              </a:lnSpc>
              <a:buNone/>
              <a:defRPr sz="1088" b="0" i="0">
                <a:solidFill>
                  <a:srgbClr val="2F2F2F"/>
                </a:solidFill>
                <a:latin typeface="Noto Sans JP"/>
                <a:ea typeface="Noto Sans JP"/>
                <a:cs typeface="Noto Sans JP"/>
              </a:defRPr>
            </a:pPr>
            <a:r>
              <a:rPr sz="1088" b="0" i="0">
                <a:solidFill>
                  <a:srgbClr val="2F2F2F"/>
                </a:solidFill>
                <a:latin typeface="Noto Sans JP"/>
                <a:ea typeface="Noto Sans JP"/>
                <a:cs typeface="Noto Sans JP"/>
              </a:rPr>
              <a:t>組成・E/Nによる分布変化は一様でない。</a:t>
            </a:r>
          </a:p>
          <a:p xmlns:a="http://schemas.openxmlformats.org/drawingml/2006/main">
            <a:pPr algn="ctr">
              <a:lnSpc>
                <a:spcPct val="105000"/>
              </a:lnSpc>
              <a:buNone/>
              <a:defRPr sz="1088" b="0" i="0">
                <a:solidFill>
                  <a:srgbClr val="2F2F2F"/>
                </a:solidFill>
                <a:latin typeface="Noto Sans JP"/>
                <a:ea typeface="Noto Sans JP"/>
                <a:cs typeface="Noto Sans JP"/>
              </a:defRPr>
            </a:pPr>
            <a:r>
              <a:rPr sz="1088" b="0" i="0">
                <a:solidFill>
                  <a:srgbClr val="2F2F2F"/>
                </a:solidFill>
                <a:latin typeface="Noto Sans JP"/>
                <a:ea typeface="Noto Sans JP"/>
                <a:cs typeface="Noto Sans JP"/>
              </a:rPr>
              <a:t>差が最大の条件だけをMC・PN収束の</a:t>
            </a:r>
          </a:p>
          <a:p xmlns:a="http://schemas.openxmlformats.org/drawingml/2006/main">
            <a:pPr algn="ctr">
              <a:lnSpc>
                <a:spcPct val="105000"/>
              </a:lnSpc>
              <a:buNone/>
              <a:defRPr sz="1088" b="0" i="0">
                <a:solidFill>
                  <a:srgbClr val="2F2F2F"/>
                </a:solidFill>
                <a:latin typeface="Noto Sans JP"/>
                <a:ea typeface="Noto Sans JP"/>
                <a:cs typeface="Noto Sans JP"/>
              </a:defRPr>
            </a:pPr>
            <a:r>
              <a:rPr sz="1088" b="0" i="0">
                <a:solidFill>
                  <a:srgbClr val="2F2F2F"/>
                </a:solidFill>
                <a:latin typeface="Noto Sans JP"/>
                <a:ea typeface="Noto Sans JP"/>
                <a:cs typeface="Noto Sans JP"/>
              </a:rPr>
              <a:t>追加監査点に選ぶ。</a:t>
            </a:r>
          </a:p>
        </p:txBody>
      </p:sp>
      <p:sp>
        <p:nvSpPr>
          <p:cNvPr id="59" name="">
            <a:extLst xmlns:a="http://schemas.openxmlformats.org/drawingml/2006/main">
              <a:ext uri="{FF2B5EF4-FFF2-40B4-BE49-F238E27FC236}">
                <a16:creationId xmlns:a16="http://schemas.microsoft.com/office/drawing/2014/main" id="{E6C83B7A-1387-4D57-BFDB-319F7CF47ABC}"/>
              </a:ext>
            </a:extLst>
          </p:cNvPr>
          <p:cNvSpPr>
            <a:spLocks xmlns:a="http://schemas.openxmlformats.org/drawingml/2006/main" noGrp="1"/>
          </p:cNvSpPr>
          <p:nvPr/>
        </p:nvSpPr>
        <p:spPr>
          <a:xfrm xmlns:a="http://schemas.openxmlformats.org/drawingml/2006/main">
            <a:off x="2952750" y="4572000"/>
            <a:ext cx="121920" cy="142875"/>
          </a:xfrm>
          <a:prstGeom xmlns:a="http://schemas.openxmlformats.org/drawingml/2006/main" prst="rect">
            <a:avLst/>
          </a:prstGeom>
          <a:solidFill xmlns:a="http://schemas.openxmlformats.org/drawingml/2006/main">
            <a:srgbClr val="F9FDFE"/>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60A0F5DD-715B-43E0-9103-E153D91845E1}"/>
              </a:ext>
            </a:extLst>
          </p:cNvPr>
          <p:cNvSpPr>
            <a:spLocks xmlns:a="http://schemas.openxmlformats.org/drawingml/2006/main" noGrp="1"/>
          </p:cNvSpPr>
          <p:nvPr/>
        </p:nvSpPr>
        <p:spPr>
          <a:xfrm xmlns:a="http://schemas.openxmlformats.org/drawingml/2006/main">
            <a:off x="3071813" y="4572000"/>
            <a:ext cx="121920" cy="142875"/>
          </a:xfrm>
          <a:prstGeom xmlns:a="http://schemas.openxmlformats.org/drawingml/2006/main" prst="rect">
            <a:avLst/>
          </a:prstGeom>
          <a:solidFill xmlns:a="http://schemas.openxmlformats.org/drawingml/2006/main">
            <a:srgbClr val="ECF8FC"/>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0725A233-1AA8-43C1-A120-3056D503E081}"/>
              </a:ext>
            </a:extLst>
          </p:cNvPr>
          <p:cNvSpPr>
            <a:spLocks xmlns:a="http://schemas.openxmlformats.org/drawingml/2006/main" noGrp="1"/>
          </p:cNvSpPr>
          <p:nvPr/>
        </p:nvSpPr>
        <p:spPr>
          <a:xfrm xmlns:a="http://schemas.openxmlformats.org/drawingml/2006/main">
            <a:off x="3190875" y="4572000"/>
            <a:ext cx="121920" cy="142875"/>
          </a:xfrm>
          <a:prstGeom xmlns:a="http://schemas.openxmlformats.org/drawingml/2006/main" prst="rect">
            <a:avLst/>
          </a:prstGeom>
          <a:solidFill xmlns:a="http://schemas.openxmlformats.org/drawingml/2006/main">
            <a:srgbClr val="DFF4FA"/>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2B61A2F4-515E-48DC-B6E2-9D55415C4E5F}"/>
              </a:ext>
            </a:extLst>
          </p:cNvPr>
          <p:cNvSpPr>
            <a:spLocks xmlns:a="http://schemas.openxmlformats.org/drawingml/2006/main" noGrp="1"/>
          </p:cNvSpPr>
          <p:nvPr/>
        </p:nvSpPr>
        <p:spPr>
          <a:xfrm xmlns:a="http://schemas.openxmlformats.org/drawingml/2006/main">
            <a:off x="3309938" y="4572000"/>
            <a:ext cx="121920" cy="142875"/>
          </a:xfrm>
          <a:prstGeom xmlns:a="http://schemas.openxmlformats.org/drawingml/2006/main" prst="rect">
            <a:avLst/>
          </a:prstGeom>
          <a:solidFill xmlns:a="http://schemas.openxmlformats.org/drawingml/2006/main">
            <a:srgbClr val="D2EFF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2F0D29F4-B72B-4CEC-B085-D53C218963E6}"/>
              </a:ext>
            </a:extLst>
          </p:cNvPr>
          <p:cNvSpPr>
            <a:spLocks xmlns:a="http://schemas.openxmlformats.org/drawingml/2006/main" noGrp="1"/>
          </p:cNvSpPr>
          <p:nvPr/>
        </p:nvSpPr>
        <p:spPr>
          <a:xfrm xmlns:a="http://schemas.openxmlformats.org/drawingml/2006/main">
            <a:off x="3429000" y="4572000"/>
            <a:ext cx="121920" cy="142875"/>
          </a:xfrm>
          <a:prstGeom xmlns:a="http://schemas.openxmlformats.org/drawingml/2006/main" prst="rect">
            <a:avLst/>
          </a:prstGeom>
          <a:solidFill xmlns:a="http://schemas.openxmlformats.org/drawingml/2006/main">
            <a:srgbClr val="C6EBF6"/>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153937F4-69A5-4443-A66F-BD5DEAF74F6F}"/>
              </a:ext>
            </a:extLst>
          </p:cNvPr>
          <p:cNvSpPr>
            <a:spLocks xmlns:a="http://schemas.openxmlformats.org/drawingml/2006/main" noGrp="1"/>
          </p:cNvSpPr>
          <p:nvPr/>
        </p:nvSpPr>
        <p:spPr>
          <a:xfrm xmlns:a="http://schemas.openxmlformats.org/drawingml/2006/main">
            <a:off x="3548063" y="4572000"/>
            <a:ext cx="121920" cy="142875"/>
          </a:xfrm>
          <a:prstGeom xmlns:a="http://schemas.openxmlformats.org/drawingml/2006/main" prst="rect">
            <a:avLst/>
          </a:prstGeom>
          <a:solidFill xmlns:a="http://schemas.openxmlformats.org/drawingml/2006/main">
            <a:srgbClr val="B9E7F5"/>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9F865591-0CD3-4C06-A1CA-0D43D896EBFF}"/>
              </a:ext>
            </a:extLst>
          </p:cNvPr>
          <p:cNvSpPr>
            <a:spLocks xmlns:a="http://schemas.openxmlformats.org/drawingml/2006/main" noGrp="1"/>
          </p:cNvSpPr>
          <p:nvPr/>
        </p:nvSpPr>
        <p:spPr>
          <a:xfrm xmlns:a="http://schemas.openxmlformats.org/drawingml/2006/main">
            <a:off x="3667125" y="4572000"/>
            <a:ext cx="121920" cy="142875"/>
          </a:xfrm>
          <a:prstGeom xmlns:a="http://schemas.openxmlformats.org/drawingml/2006/main" prst="rect">
            <a:avLst/>
          </a:prstGeom>
          <a:solidFill xmlns:a="http://schemas.openxmlformats.org/drawingml/2006/main">
            <a:srgbClr val="ACE2F3"/>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22819A34-36D6-4E36-9C61-7A9C66257AC5}"/>
              </a:ext>
            </a:extLst>
          </p:cNvPr>
          <p:cNvSpPr>
            <a:spLocks xmlns:a="http://schemas.openxmlformats.org/drawingml/2006/main" noGrp="1"/>
          </p:cNvSpPr>
          <p:nvPr/>
        </p:nvSpPr>
        <p:spPr>
          <a:xfrm xmlns:a="http://schemas.openxmlformats.org/drawingml/2006/main">
            <a:off x="3786188" y="4572000"/>
            <a:ext cx="121920" cy="142875"/>
          </a:xfrm>
          <a:prstGeom xmlns:a="http://schemas.openxmlformats.org/drawingml/2006/main" prst="rect">
            <a:avLst/>
          </a:prstGeom>
          <a:solidFill xmlns:a="http://schemas.openxmlformats.org/drawingml/2006/main">
            <a:srgbClr val="9FDEF1"/>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0D3C858C-61CB-4AF9-9A94-3B9E5E2632A9}"/>
              </a:ext>
            </a:extLst>
          </p:cNvPr>
          <p:cNvSpPr>
            <a:spLocks xmlns:a="http://schemas.openxmlformats.org/drawingml/2006/main" noGrp="1"/>
          </p:cNvSpPr>
          <p:nvPr/>
        </p:nvSpPr>
        <p:spPr>
          <a:xfrm xmlns:a="http://schemas.openxmlformats.org/drawingml/2006/main">
            <a:off x="3905250" y="4572000"/>
            <a:ext cx="121920" cy="142875"/>
          </a:xfrm>
          <a:prstGeom xmlns:a="http://schemas.openxmlformats.org/drawingml/2006/main" prst="rect">
            <a:avLst/>
          </a:prstGeom>
          <a:solidFill xmlns:a="http://schemas.openxmlformats.org/drawingml/2006/main">
            <a:srgbClr val="93D9EF"/>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BD3C6824-C937-4BE5-9EC6-BE9D40ED119F}"/>
              </a:ext>
            </a:extLst>
          </p:cNvPr>
          <p:cNvSpPr>
            <a:spLocks xmlns:a="http://schemas.openxmlformats.org/drawingml/2006/main" noGrp="1"/>
          </p:cNvSpPr>
          <p:nvPr/>
        </p:nvSpPr>
        <p:spPr>
          <a:xfrm xmlns:a="http://schemas.openxmlformats.org/drawingml/2006/main">
            <a:off x="4024313" y="4572000"/>
            <a:ext cx="121920" cy="142875"/>
          </a:xfrm>
          <a:prstGeom xmlns:a="http://schemas.openxmlformats.org/drawingml/2006/main" prst="rect">
            <a:avLst/>
          </a:prstGeom>
          <a:solidFill xmlns:a="http://schemas.openxmlformats.org/drawingml/2006/main">
            <a:srgbClr val="86D5ED"/>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AE5AF62B-2C75-4CCE-A03C-70F4C069D1EE}"/>
              </a:ext>
            </a:extLst>
          </p:cNvPr>
          <p:cNvSpPr>
            <a:spLocks xmlns:a="http://schemas.openxmlformats.org/drawingml/2006/main" noGrp="1"/>
          </p:cNvSpPr>
          <p:nvPr/>
        </p:nvSpPr>
        <p:spPr>
          <a:xfrm xmlns:a="http://schemas.openxmlformats.org/drawingml/2006/main">
            <a:off x="4143375" y="4572000"/>
            <a:ext cx="121920" cy="142875"/>
          </a:xfrm>
          <a:prstGeom xmlns:a="http://schemas.openxmlformats.org/drawingml/2006/main" prst="rect">
            <a:avLst/>
          </a:prstGeom>
          <a:solidFill xmlns:a="http://schemas.openxmlformats.org/drawingml/2006/main">
            <a:srgbClr val="79D0EB"/>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33A38DC2-D1F0-4B21-AB96-3CC9981136C2}"/>
              </a:ext>
            </a:extLst>
          </p:cNvPr>
          <p:cNvSpPr>
            <a:spLocks xmlns:a="http://schemas.openxmlformats.org/drawingml/2006/main" noGrp="1"/>
          </p:cNvSpPr>
          <p:nvPr/>
        </p:nvSpPr>
        <p:spPr>
          <a:xfrm xmlns:a="http://schemas.openxmlformats.org/drawingml/2006/main">
            <a:off x="4262438" y="4572000"/>
            <a:ext cx="121920" cy="142875"/>
          </a:xfrm>
          <a:prstGeom xmlns:a="http://schemas.openxmlformats.org/drawingml/2006/main" prst="rect">
            <a:avLst/>
          </a:prstGeom>
          <a:solidFill xmlns:a="http://schemas.openxmlformats.org/drawingml/2006/main">
            <a:srgbClr val="6CCCE9"/>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F7B7E7BE-0DFC-4CEF-A96D-02C931139DD2}"/>
              </a:ext>
            </a:extLst>
          </p:cNvPr>
          <p:cNvSpPr>
            <a:spLocks xmlns:a="http://schemas.openxmlformats.org/drawingml/2006/main" noGrp="1"/>
          </p:cNvSpPr>
          <p:nvPr/>
        </p:nvSpPr>
        <p:spPr>
          <a:xfrm xmlns:a="http://schemas.openxmlformats.org/drawingml/2006/main">
            <a:off x="4381500" y="4572000"/>
            <a:ext cx="121920" cy="142875"/>
          </a:xfrm>
          <a:prstGeom xmlns:a="http://schemas.openxmlformats.org/drawingml/2006/main" prst="rect">
            <a:avLst/>
          </a:prstGeom>
          <a:solidFill xmlns:a="http://schemas.openxmlformats.org/drawingml/2006/main">
            <a:srgbClr val="60C7E7"/>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EE0EEF02-4E97-48C8-AF34-942D33D0C711}"/>
              </a:ext>
            </a:extLst>
          </p:cNvPr>
          <p:cNvSpPr>
            <a:spLocks xmlns:a="http://schemas.openxmlformats.org/drawingml/2006/main" noGrp="1"/>
          </p:cNvSpPr>
          <p:nvPr/>
        </p:nvSpPr>
        <p:spPr>
          <a:xfrm xmlns:a="http://schemas.openxmlformats.org/drawingml/2006/main">
            <a:off x="4500563" y="4572000"/>
            <a:ext cx="121920" cy="142875"/>
          </a:xfrm>
          <a:prstGeom xmlns:a="http://schemas.openxmlformats.org/drawingml/2006/main" prst="rect">
            <a:avLst/>
          </a:prstGeom>
          <a:solidFill xmlns:a="http://schemas.openxmlformats.org/drawingml/2006/main">
            <a:srgbClr val="53C3E5"/>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985CD6FA-8D4F-4952-B144-464622BAF40D}"/>
              </a:ext>
            </a:extLst>
          </p:cNvPr>
          <p:cNvSpPr>
            <a:spLocks xmlns:a="http://schemas.openxmlformats.org/drawingml/2006/main" noGrp="1"/>
          </p:cNvSpPr>
          <p:nvPr/>
        </p:nvSpPr>
        <p:spPr>
          <a:xfrm xmlns:a="http://schemas.openxmlformats.org/drawingml/2006/main">
            <a:off x="4619625" y="4572000"/>
            <a:ext cx="121920" cy="142875"/>
          </a:xfrm>
          <a:prstGeom xmlns:a="http://schemas.openxmlformats.org/drawingml/2006/main" prst="rect">
            <a:avLst/>
          </a:prstGeom>
          <a:solidFill xmlns:a="http://schemas.openxmlformats.org/drawingml/2006/main">
            <a:srgbClr val="46BEE3"/>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12E6F2ED-8D9E-4ED2-A8DC-C7564FB5A447}"/>
              </a:ext>
            </a:extLst>
          </p:cNvPr>
          <p:cNvSpPr>
            <a:spLocks xmlns:a="http://schemas.openxmlformats.org/drawingml/2006/main" noGrp="1"/>
          </p:cNvSpPr>
          <p:nvPr/>
        </p:nvSpPr>
        <p:spPr>
          <a:xfrm xmlns:a="http://schemas.openxmlformats.org/drawingml/2006/main">
            <a:off x="4738688" y="4572000"/>
            <a:ext cx="121920" cy="142875"/>
          </a:xfrm>
          <a:prstGeom xmlns:a="http://schemas.openxmlformats.org/drawingml/2006/main" prst="rect">
            <a:avLst/>
          </a:prstGeom>
          <a:solidFill xmlns:a="http://schemas.openxmlformats.org/drawingml/2006/main">
            <a:srgbClr val="39BAE2"/>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19A1142F-0B22-44E2-8BC8-B1D72DC27BFD}"/>
              </a:ext>
            </a:extLst>
          </p:cNvPr>
          <p:cNvSpPr>
            <a:spLocks xmlns:a="http://schemas.openxmlformats.org/drawingml/2006/main" noGrp="1"/>
          </p:cNvSpPr>
          <p:nvPr/>
        </p:nvSpPr>
        <p:spPr>
          <a:xfrm xmlns:a="http://schemas.openxmlformats.org/drawingml/2006/main">
            <a:off x="4857750" y="4572000"/>
            <a:ext cx="121920" cy="142875"/>
          </a:xfrm>
          <a:prstGeom xmlns:a="http://schemas.openxmlformats.org/drawingml/2006/main" prst="rect">
            <a:avLst/>
          </a:prstGeom>
          <a:solidFill xmlns:a="http://schemas.openxmlformats.org/drawingml/2006/main">
            <a:srgbClr val="2DB6E0"/>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B92BF1F8-038F-4412-8575-8F12B67BCADF}"/>
              </a:ext>
            </a:extLst>
          </p:cNvPr>
          <p:cNvSpPr>
            <a:spLocks xmlns:a="http://schemas.openxmlformats.org/drawingml/2006/main" noGrp="1"/>
          </p:cNvSpPr>
          <p:nvPr/>
        </p:nvSpPr>
        <p:spPr>
          <a:xfrm xmlns:a="http://schemas.openxmlformats.org/drawingml/2006/main">
            <a:off x="4976813" y="4572000"/>
            <a:ext cx="121920" cy="142875"/>
          </a:xfrm>
          <a:prstGeom xmlns:a="http://schemas.openxmlformats.org/drawingml/2006/main" prst="rect">
            <a:avLst/>
          </a:prstGeom>
          <a:solidFill xmlns:a="http://schemas.openxmlformats.org/drawingml/2006/main">
            <a:srgbClr val="20B1DE"/>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DDBF1629-3510-410A-AE60-8CACECA8E82F}"/>
              </a:ext>
            </a:extLst>
          </p:cNvPr>
          <p:cNvSpPr>
            <a:spLocks xmlns:a="http://schemas.openxmlformats.org/drawingml/2006/main" noGrp="1"/>
          </p:cNvSpPr>
          <p:nvPr/>
        </p:nvSpPr>
        <p:spPr>
          <a:xfrm xmlns:a="http://schemas.openxmlformats.org/drawingml/2006/main">
            <a:off x="5095875" y="4572000"/>
            <a:ext cx="121920" cy="142875"/>
          </a:xfrm>
          <a:prstGeom xmlns:a="http://schemas.openxmlformats.org/drawingml/2006/main" prst="rect">
            <a:avLst/>
          </a:prstGeom>
          <a:solidFill xmlns:a="http://schemas.openxmlformats.org/drawingml/2006/main">
            <a:srgbClr val="13ADDC"/>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A506E412-1105-463F-A891-DCDBD8956CC0}"/>
              </a:ext>
            </a:extLst>
          </p:cNvPr>
          <p:cNvSpPr>
            <a:spLocks xmlns:a="http://schemas.openxmlformats.org/drawingml/2006/main" noGrp="1"/>
          </p:cNvSpPr>
          <p:nvPr/>
        </p:nvSpPr>
        <p:spPr>
          <a:xfrm xmlns:a="http://schemas.openxmlformats.org/drawingml/2006/main">
            <a:off x="5214938" y="4572000"/>
            <a:ext cx="121920" cy="142875"/>
          </a:xfrm>
          <a:prstGeom xmlns:a="http://schemas.openxmlformats.org/drawingml/2006/main" prst="rect">
            <a:avLst/>
          </a:prstGeom>
          <a:solidFill xmlns:a="http://schemas.openxmlformats.org/drawingml/2006/main">
            <a:srgbClr val="06A8DA"/>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69C3C45A-6E57-44E7-8E70-674ADEF47B90}"/>
              </a:ext>
            </a:extLst>
          </p:cNvPr>
          <p:cNvSpPr>
            <a:spLocks xmlns:a="http://schemas.openxmlformats.org/drawingml/2006/main" noGrp="1"/>
          </p:cNvSpPr>
          <p:nvPr/>
        </p:nvSpPr>
        <p:spPr>
          <a:xfrm xmlns:a="http://schemas.openxmlformats.org/drawingml/2006/main">
            <a:off x="5334000" y="4572000"/>
            <a:ext cx="121920" cy="142875"/>
          </a:xfrm>
          <a:prstGeom xmlns:a="http://schemas.openxmlformats.org/drawingml/2006/main" prst="rect">
            <a:avLst/>
          </a:prstGeom>
          <a:solidFill xmlns:a="http://schemas.openxmlformats.org/drawingml/2006/main">
            <a:srgbClr val="03A3D8"/>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F261F387-346C-40A8-8F50-5AD96A12D087}"/>
              </a:ext>
            </a:extLst>
          </p:cNvPr>
          <p:cNvSpPr>
            <a:spLocks xmlns:a="http://schemas.openxmlformats.org/drawingml/2006/main" noGrp="1"/>
          </p:cNvSpPr>
          <p:nvPr/>
        </p:nvSpPr>
        <p:spPr>
          <a:xfrm xmlns:a="http://schemas.openxmlformats.org/drawingml/2006/main">
            <a:off x="5453063" y="4572000"/>
            <a:ext cx="121920" cy="142875"/>
          </a:xfrm>
          <a:prstGeom xmlns:a="http://schemas.openxmlformats.org/drawingml/2006/main" prst="rect">
            <a:avLst/>
          </a:prstGeom>
          <a:solidFill xmlns:a="http://schemas.openxmlformats.org/drawingml/2006/main">
            <a:srgbClr val="0A9DD5"/>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085D73AC-7E94-4918-A831-3B47572E5169}"/>
              </a:ext>
            </a:extLst>
          </p:cNvPr>
          <p:cNvSpPr>
            <a:spLocks xmlns:a="http://schemas.openxmlformats.org/drawingml/2006/main" noGrp="1"/>
          </p:cNvSpPr>
          <p:nvPr/>
        </p:nvSpPr>
        <p:spPr>
          <a:xfrm xmlns:a="http://schemas.openxmlformats.org/drawingml/2006/main">
            <a:off x="5572125" y="4572000"/>
            <a:ext cx="121920" cy="142875"/>
          </a:xfrm>
          <a:prstGeom xmlns:a="http://schemas.openxmlformats.org/drawingml/2006/main" prst="rect">
            <a:avLst/>
          </a:prstGeom>
          <a:solidFill xmlns:a="http://schemas.openxmlformats.org/drawingml/2006/main">
            <a:srgbClr val="1098D3"/>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7E415ECB-FA2E-4008-80D5-9D1953978BEC}"/>
              </a:ext>
            </a:extLst>
          </p:cNvPr>
          <p:cNvSpPr>
            <a:spLocks xmlns:a="http://schemas.openxmlformats.org/drawingml/2006/main" noGrp="1"/>
          </p:cNvSpPr>
          <p:nvPr/>
        </p:nvSpPr>
        <p:spPr>
          <a:xfrm xmlns:a="http://schemas.openxmlformats.org/drawingml/2006/main">
            <a:off x="5691188" y="4572000"/>
            <a:ext cx="121920" cy="142875"/>
          </a:xfrm>
          <a:prstGeom xmlns:a="http://schemas.openxmlformats.org/drawingml/2006/main" prst="rect">
            <a:avLst/>
          </a:prstGeom>
          <a:solidFill xmlns:a="http://schemas.openxmlformats.org/drawingml/2006/main">
            <a:srgbClr val="1792D0"/>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6F909B7C-1446-475A-8E5F-8931BCF62EFA}"/>
              </a:ext>
            </a:extLst>
          </p:cNvPr>
          <p:cNvSpPr>
            <a:spLocks xmlns:a="http://schemas.openxmlformats.org/drawingml/2006/main" noGrp="1"/>
          </p:cNvSpPr>
          <p:nvPr/>
        </p:nvSpPr>
        <p:spPr>
          <a:xfrm xmlns:a="http://schemas.openxmlformats.org/drawingml/2006/main">
            <a:off x="5810250" y="4572000"/>
            <a:ext cx="121920" cy="142875"/>
          </a:xfrm>
          <a:prstGeom xmlns:a="http://schemas.openxmlformats.org/drawingml/2006/main" prst="rect">
            <a:avLst/>
          </a:prstGeom>
          <a:solidFill xmlns:a="http://schemas.openxmlformats.org/drawingml/2006/main">
            <a:srgbClr val="1D8CCE"/>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628515B2-BBDD-41B6-A002-BCE6E1977529}"/>
              </a:ext>
            </a:extLst>
          </p:cNvPr>
          <p:cNvSpPr>
            <a:spLocks xmlns:a="http://schemas.openxmlformats.org/drawingml/2006/main" noGrp="1"/>
          </p:cNvSpPr>
          <p:nvPr/>
        </p:nvSpPr>
        <p:spPr>
          <a:xfrm xmlns:a="http://schemas.openxmlformats.org/drawingml/2006/main">
            <a:off x="5929313" y="4572000"/>
            <a:ext cx="121920" cy="142875"/>
          </a:xfrm>
          <a:prstGeom xmlns:a="http://schemas.openxmlformats.org/drawingml/2006/main" prst="rect">
            <a:avLst/>
          </a:prstGeom>
          <a:solidFill xmlns:a="http://schemas.openxmlformats.org/drawingml/2006/main">
            <a:srgbClr val="2486CB"/>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9EFA7EE5-1DCD-40BD-AFFE-5783110AA19B}"/>
              </a:ext>
            </a:extLst>
          </p:cNvPr>
          <p:cNvSpPr>
            <a:spLocks xmlns:a="http://schemas.openxmlformats.org/drawingml/2006/main" noGrp="1"/>
          </p:cNvSpPr>
          <p:nvPr/>
        </p:nvSpPr>
        <p:spPr>
          <a:xfrm xmlns:a="http://schemas.openxmlformats.org/drawingml/2006/main">
            <a:off x="6048375" y="4572000"/>
            <a:ext cx="121920" cy="142875"/>
          </a:xfrm>
          <a:prstGeom xmlns:a="http://schemas.openxmlformats.org/drawingml/2006/main" prst="rect">
            <a:avLst/>
          </a:prstGeom>
          <a:solidFill xmlns:a="http://schemas.openxmlformats.org/drawingml/2006/main">
            <a:srgbClr val="2A81C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B9167755-8B7C-4A54-B54A-661133163982}"/>
              </a:ext>
            </a:extLst>
          </p:cNvPr>
          <p:cNvSpPr>
            <a:spLocks xmlns:a="http://schemas.openxmlformats.org/drawingml/2006/main" noGrp="1"/>
          </p:cNvSpPr>
          <p:nvPr/>
        </p:nvSpPr>
        <p:spPr>
          <a:xfrm xmlns:a="http://schemas.openxmlformats.org/drawingml/2006/main">
            <a:off x="6167438" y="4572000"/>
            <a:ext cx="121920" cy="142875"/>
          </a:xfrm>
          <a:prstGeom xmlns:a="http://schemas.openxmlformats.org/drawingml/2006/main" prst="rect">
            <a:avLst/>
          </a:prstGeom>
          <a:solidFill xmlns:a="http://schemas.openxmlformats.org/drawingml/2006/main">
            <a:srgbClr val="317BC6"/>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E6336A17-8E56-49B1-841C-70A75D37C775}"/>
              </a:ext>
            </a:extLst>
          </p:cNvPr>
          <p:cNvSpPr>
            <a:spLocks xmlns:a="http://schemas.openxmlformats.org/drawingml/2006/main" noGrp="1"/>
          </p:cNvSpPr>
          <p:nvPr/>
        </p:nvSpPr>
        <p:spPr>
          <a:xfrm xmlns:a="http://schemas.openxmlformats.org/drawingml/2006/main">
            <a:off x="6286500" y="4572000"/>
            <a:ext cx="121920" cy="142875"/>
          </a:xfrm>
          <a:prstGeom xmlns:a="http://schemas.openxmlformats.org/drawingml/2006/main" prst="rect">
            <a:avLst/>
          </a:prstGeom>
          <a:solidFill xmlns:a="http://schemas.openxmlformats.org/drawingml/2006/main">
            <a:srgbClr val="3775C3"/>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C5112355-CDA7-4706-94A8-C6F0589B5109}"/>
              </a:ext>
            </a:extLst>
          </p:cNvPr>
          <p:cNvSpPr>
            <a:spLocks xmlns:a="http://schemas.openxmlformats.org/drawingml/2006/main" noGrp="1"/>
          </p:cNvSpPr>
          <p:nvPr/>
        </p:nvSpPr>
        <p:spPr>
          <a:xfrm xmlns:a="http://schemas.openxmlformats.org/drawingml/2006/main">
            <a:off x="6405563" y="4572000"/>
            <a:ext cx="121920" cy="142875"/>
          </a:xfrm>
          <a:prstGeom xmlns:a="http://schemas.openxmlformats.org/drawingml/2006/main" prst="rect">
            <a:avLst/>
          </a:prstGeom>
          <a:solidFill xmlns:a="http://schemas.openxmlformats.org/drawingml/2006/main">
            <a:srgbClr val="3E6FC1"/>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27EEB85E-7C05-4D61-97C6-097CA16D3D26}"/>
              </a:ext>
            </a:extLst>
          </p:cNvPr>
          <p:cNvSpPr>
            <a:spLocks xmlns:a="http://schemas.openxmlformats.org/drawingml/2006/main" noGrp="1"/>
          </p:cNvSpPr>
          <p:nvPr/>
        </p:nvSpPr>
        <p:spPr>
          <a:xfrm xmlns:a="http://schemas.openxmlformats.org/drawingml/2006/main">
            <a:off x="6524625" y="4572000"/>
            <a:ext cx="121920" cy="142875"/>
          </a:xfrm>
          <a:prstGeom xmlns:a="http://schemas.openxmlformats.org/drawingml/2006/main" prst="rect">
            <a:avLst/>
          </a:prstGeom>
          <a:solidFill xmlns:a="http://schemas.openxmlformats.org/drawingml/2006/main">
            <a:srgbClr val="446ABE"/>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75ECF1F2-C9D5-439A-913F-8EA4E738B27D}"/>
              </a:ext>
            </a:extLst>
          </p:cNvPr>
          <p:cNvSpPr>
            <a:spLocks xmlns:a="http://schemas.openxmlformats.org/drawingml/2006/main" noGrp="1"/>
          </p:cNvSpPr>
          <p:nvPr/>
        </p:nvSpPr>
        <p:spPr>
          <a:xfrm xmlns:a="http://schemas.openxmlformats.org/drawingml/2006/main">
            <a:off x="6643688" y="4572000"/>
            <a:ext cx="121920" cy="142875"/>
          </a:xfrm>
          <a:prstGeom xmlns:a="http://schemas.openxmlformats.org/drawingml/2006/main" prst="rect">
            <a:avLst/>
          </a:prstGeom>
          <a:solidFill xmlns:a="http://schemas.openxmlformats.org/drawingml/2006/main">
            <a:srgbClr val="4B64BC"/>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B7B28EEA-CB74-4070-A52E-E13CC1829772}"/>
              </a:ext>
            </a:extLst>
          </p:cNvPr>
          <p:cNvSpPr>
            <a:spLocks xmlns:a="http://schemas.openxmlformats.org/drawingml/2006/main" noGrp="1"/>
          </p:cNvSpPr>
          <p:nvPr/>
        </p:nvSpPr>
        <p:spPr>
          <a:xfrm xmlns:a="http://schemas.openxmlformats.org/drawingml/2006/main">
            <a:off x="6762750" y="4572000"/>
            <a:ext cx="121920" cy="142875"/>
          </a:xfrm>
          <a:prstGeom xmlns:a="http://schemas.openxmlformats.org/drawingml/2006/main" prst="rect">
            <a:avLst/>
          </a:prstGeom>
          <a:solidFill xmlns:a="http://schemas.openxmlformats.org/drawingml/2006/main">
            <a:srgbClr val="515EB9"/>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C6803E0C-30FE-4A88-81F5-0F5EAE511409}"/>
              </a:ext>
            </a:extLst>
          </p:cNvPr>
          <p:cNvSpPr>
            <a:spLocks xmlns:a="http://schemas.openxmlformats.org/drawingml/2006/main" noGrp="1"/>
          </p:cNvSpPr>
          <p:nvPr/>
        </p:nvSpPr>
        <p:spPr>
          <a:xfrm xmlns:a="http://schemas.openxmlformats.org/drawingml/2006/main">
            <a:off x="6881813" y="4572000"/>
            <a:ext cx="121920" cy="142875"/>
          </a:xfrm>
          <a:prstGeom xmlns:a="http://schemas.openxmlformats.org/drawingml/2006/main" prst="rect">
            <a:avLst/>
          </a:prstGeom>
          <a:solidFill xmlns:a="http://schemas.openxmlformats.org/drawingml/2006/main">
            <a:srgbClr val="5858B7"/>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BEF71263-4172-4A8B-88CD-9A597A853952}"/>
              </a:ext>
            </a:extLst>
          </p:cNvPr>
          <p:cNvSpPr>
            <a:spLocks xmlns:a="http://schemas.openxmlformats.org/drawingml/2006/main" noGrp="1"/>
          </p:cNvSpPr>
          <p:nvPr/>
        </p:nvSpPr>
        <p:spPr>
          <a:xfrm xmlns:a="http://schemas.openxmlformats.org/drawingml/2006/main">
            <a:off x="7000875" y="4572000"/>
            <a:ext cx="121920" cy="142875"/>
          </a:xfrm>
          <a:prstGeom xmlns:a="http://schemas.openxmlformats.org/drawingml/2006/main" prst="rect">
            <a:avLst/>
          </a:prstGeom>
          <a:solidFill xmlns:a="http://schemas.openxmlformats.org/drawingml/2006/main">
            <a:srgbClr val="5E53B4"/>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EDA378E6-4F5A-49E8-9A65-646C472ECE49}"/>
              </a:ext>
            </a:extLst>
          </p:cNvPr>
          <p:cNvSpPr>
            <a:spLocks xmlns:a="http://schemas.openxmlformats.org/drawingml/2006/main" noGrp="1"/>
          </p:cNvSpPr>
          <p:nvPr/>
        </p:nvSpPr>
        <p:spPr>
          <a:xfrm xmlns:a="http://schemas.openxmlformats.org/drawingml/2006/main">
            <a:off x="7119938" y="4572000"/>
            <a:ext cx="121920" cy="142875"/>
          </a:xfrm>
          <a:prstGeom xmlns:a="http://schemas.openxmlformats.org/drawingml/2006/main" prst="rect">
            <a:avLst/>
          </a:prstGeom>
          <a:solidFill xmlns:a="http://schemas.openxmlformats.org/drawingml/2006/main">
            <a:srgbClr val="654DB1"/>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BECD8043-D00C-4384-BA13-8A88773E9701}"/>
              </a:ext>
            </a:extLst>
          </p:cNvPr>
          <p:cNvSpPr>
            <a:spLocks xmlns:a="http://schemas.openxmlformats.org/drawingml/2006/main" noGrp="1"/>
          </p:cNvSpPr>
          <p:nvPr/>
        </p:nvSpPr>
        <p:spPr>
          <a:xfrm xmlns:a="http://schemas.openxmlformats.org/drawingml/2006/main">
            <a:off x="7239000" y="4572000"/>
            <a:ext cx="121920" cy="142875"/>
          </a:xfrm>
          <a:prstGeom xmlns:a="http://schemas.openxmlformats.org/drawingml/2006/main" prst="rect">
            <a:avLst/>
          </a:prstGeom>
          <a:solidFill xmlns:a="http://schemas.openxmlformats.org/drawingml/2006/main">
            <a:srgbClr val="6B47AF"/>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4A9302B6-AA6F-490B-A4D5-A80A925E7570}"/>
              </a:ext>
            </a:extLst>
          </p:cNvPr>
          <p:cNvSpPr>
            <a:spLocks xmlns:a="http://schemas.openxmlformats.org/drawingml/2006/main" noGrp="1"/>
          </p:cNvSpPr>
          <p:nvPr/>
        </p:nvSpPr>
        <p:spPr>
          <a:xfrm xmlns:a="http://schemas.openxmlformats.org/drawingml/2006/main">
            <a:off x="7358063" y="4572000"/>
            <a:ext cx="121920" cy="142875"/>
          </a:xfrm>
          <a:prstGeom xmlns:a="http://schemas.openxmlformats.org/drawingml/2006/main" prst="rect">
            <a:avLst/>
          </a:prstGeom>
          <a:solidFill xmlns:a="http://schemas.openxmlformats.org/drawingml/2006/main">
            <a:srgbClr val="7241AC"/>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FF8593C0-CE93-4493-B3B8-1DF0EAADD031}"/>
              </a:ext>
            </a:extLst>
          </p:cNvPr>
          <p:cNvSpPr>
            <a:spLocks xmlns:a="http://schemas.openxmlformats.org/drawingml/2006/main" noGrp="1"/>
          </p:cNvSpPr>
          <p:nvPr/>
        </p:nvSpPr>
        <p:spPr>
          <a:xfrm xmlns:a="http://schemas.openxmlformats.org/drawingml/2006/main">
            <a:off x="7477125" y="4572000"/>
            <a:ext cx="121920" cy="142875"/>
          </a:xfrm>
          <a:prstGeom xmlns:a="http://schemas.openxmlformats.org/drawingml/2006/main" prst="rect">
            <a:avLst/>
          </a:prstGeom>
          <a:solidFill xmlns:a="http://schemas.openxmlformats.org/drawingml/2006/main">
            <a:srgbClr val="783CAA"/>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8FEB6884-8D9E-4AC9-AD12-B4F48B435EC9}"/>
              </a:ext>
            </a:extLst>
          </p:cNvPr>
          <p:cNvSpPr>
            <a:spLocks xmlns:a="http://schemas.openxmlformats.org/drawingml/2006/main" noGrp="1"/>
          </p:cNvSpPr>
          <p:nvPr/>
        </p:nvSpPr>
        <p:spPr>
          <a:xfrm xmlns:a="http://schemas.openxmlformats.org/drawingml/2006/main">
            <a:off x="7596188" y="4572000"/>
            <a:ext cx="121920" cy="142875"/>
          </a:xfrm>
          <a:prstGeom xmlns:a="http://schemas.openxmlformats.org/drawingml/2006/main" prst="rect">
            <a:avLst/>
          </a:prstGeom>
          <a:solidFill xmlns:a="http://schemas.openxmlformats.org/drawingml/2006/main">
            <a:srgbClr val="7F36A7"/>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CBA9DBDF-5AD3-4E97-9D94-AD0178B053C7}"/>
              </a:ext>
            </a:extLst>
          </p:cNvPr>
          <p:cNvSpPr>
            <a:spLocks xmlns:a="http://schemas.openxmlformats.org/drawingml/2006/main" noGrp="1"/>
          </p:cNvSpPr>
          <p:nvPr/>
        </p:nvSpPr>
        <p:spPr>
          <a:xfrm xmlns:a="http://schemas.openxmlformats.org/drawingml/2006/main">
            <a:off x="2781300" y="476250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0%</a:t>
            </a:r>
          </a:p>
        </p:txBody>
      </p:sp>
      <p:sp>
        <p:nvSpPr>
          <p:cNvPr id="100" name="">
            <a:extLst xmlns:a="http://schemas.openxmlformats.org/drawingml/2006/main">
              <a:ext uri="{FF2B5EF4-FFF2-40B4-BE49-F238E27FC236}">
                <a16:creationId xmlns:a16="http://schemas.microsoft.com/office/drawing/2014/main" id="{0DC10295-CEC3-417C-B790-E85C9517528C}"/>
              </a:ext>
            </a:extLst>
          </p:cNvPr>
          <p:cNvSpPr>
            <a:spLocks xmlns:a="http://schemas.openxmlformats.org/drawingml/2006/main" noGrp="1"/>
          </p:cNvSpPr>
          <p:nvPr/>
        </p:nvSpPr>
        <p:spPr>
          <a:xfrm xmlns:a="http://schemas.openxmlformats.org/drawingml/2006/main">
            <a:off x="5067300" y="4762500"/>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2.5%</a:t>
            </a:r>
          </a:p>
        </p:txBody>
      </p:sp>
      <p:sp>
        <p:nvSpPr>
          <p:cNvPr id="101" name="">
            <a:extLst xmlns:a="http://schemas.openxmlformats.org/drawingml/2006/main">
              <a:ext uri="{FF2B5EF4-FFF2-40B4-BE49-F238E27FC236}">
                <a16:creationId xmlns:a16="http://schemas.microsoft.com/office/drawing/2014/main" id="{E12531F2-DCAA-4A2D-A8AD-71B2DAFB9496}"/>
              </a:ext>
            </a:extLst>
          </p:cNvPr>
          <p:cNvSpPr>
            <a:spLocks xmlns:a="http://schemas.openxmlformats.org/drawingml/2006/main" noGrp="1"/>
          </p:cNvSpPr>
          <p:nvPr/>
        </p:nvSpPr>
        <p:spPr>
          <a:xfrm xmlns:a="http://schemas.openxmlformats.org/drawingml/2006/main">
            <a:off x="7381875" y="476250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a:t>
            </a:r>
          </a:p>
        </p:txBody>
      </p:sp>
      <p:sp>
        <p:nvSpPr>
          <p:cNvPr id="102" name="">
            <a:extLst xmlns:a="http://schemas.openxmlformats.org/drawingml/2006/main">
              <a:ext uri="{FF2B5EF4-FFF2-40B4-BE49-F238E27FC236}">
                <a16:creationId xmlns:a16="http://schemas.microsoft.com/office/drawing/2014/main" id="{C112BCD5-7AC6-431B-BF77-3D1C97091B35}"/>
              </a:ext>
            </a:extLst>
          </p:cNvPr>
          <p:cNvSpPr>
            <a:spLocks xmlns:a="http://schemas.openxmlformats.org/drawingml/2006/main" noGrp="1"/>
          </p:cNvSpPr>
          <p:nvPr/>
        </p:nvSpPr>
        <p:spPr>
          <a:xfrm xmlns:a="http://schemas.openxmlformats.org/drawingml/2006/main">
            <a:off x="2952750" y="4343400"/>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841"/>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手法間最大TV</a:t>
            </a:r>
          </a:p>
        </p:txBody>
      </p:sp>
      <p:sp>
        <p:nvSpPr>
          <p:cNvPr id="105" name="">
            <a:extLst xmlns:a="http://schemas.openxmlformats.org/drawingml/2006/main">
              <a:ext uri="{FF2B5EF4-FFF2-40B4-BE49-F238E27FC236}">
                <a16:creationId xmlns:a16="http://schemas.microsoft.com/office/drawing/2014/main" id="{155411E9-0270-48D4-A484-02DF0841E700}"/>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計算法選択</a:t>
            </a:r>
            <a:r>
              <a:rPr sz="1275" b="1" i="0">
                <a:solidFill>
                  <a:srgbClr val="6DBB20"/>
                </a:solidFill>
                <a:latin typeface="Noto Sans JP"/>
                <a:ea typeface="Noto Sans JP"/>
                <a:cs typeface="Noto Sans JP"/>
              </a:rPr>
              <a:t>を固定順位にせず、E/N・組成ごとの不一致地図で精密計算点を選ぶ。</a:t>
            </a:r>
          </a:p>
        </p:txBody>
      </p:sp>
      <p:sp>
        <p:nvSpPr>
          <p:cNvPr id="106" name="">
            <a:extLst xmlns:a="http://schemas.openxmlformats.org/drawingml/2006/main">
              <a:ext uri="{FF2B5EF4-FFF2-40B4-BE49-F238E27FC236}">
                <a16:creationId xmlns:a16="http://schemas.microsoft.com/office/drawing/2014/main" id="{95D29B8F-1A36-4F38-A1A8-3AF382769AA7}"/>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pure-Ar and mixture EEDF comparison metrics; conservative union-grid TV</a:t>
            </a:r>
          </a:p>
        </p:txBody>
      </p:sp>
      <p:sp>
        <p:nvSpPr>
          <p:cNvPr id="108" name="title">
            <a:extLst xmlns:a="http://schemas.openxmlformats.org/drawingml/2006/main">
              <a:ext uri="{FF2B5EF4-FFF2-40B4-BE49-F238E27FC236}">
                <a16:creationId xmlns:a16="http://schemas.microsoft.com/office/drawing/2014/main" id="{2DCD3555-1CB3-4A85-BE71-69D409A6F99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E/Nと組成に対する計算法の不一致</a:t>
            </a:r>
          </a:p>
        </p:txBody>
      </p:sp>
      <p:sp>
        <p:nvSpPr>
          <p:cNvPr id="109" name="">
            <a:extLst xmlns:a="http://schemas.openxmlformats.org/drawingml/2006/main">
              <a:ext uri="{FF2B5EF4-FFF2-40B4-BE49-F238E27FC236}">
                <a16:creationId xmlns:a16="http://schemas.microsoft.com/office/drawing/2014/main" id="{9B688222-C5A1-4C67-9094-C88D48F5F628}"/>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10" name="section">
            <a:extLst xmlns:a="http://schemas.openxmlformats.org/drawingml/2006/main">
              <a:ext uri="{FF2B5EF4-FFF2-40B4-BE49-F238E27FC236}">
                <a16:creationId xmlns:a16="http://schemas.microsoft.com/office/drawing/2014/main" id="{5DE5E68E-A8C6-4E27-A97A-8B2F3AB9738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75253724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266138-2AAE-4C42-B5FA-187422A36B0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43F08B3C-7F01-45E2-8833-F44619DCE50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40</a:t>
            </a:r>
          </a:p>
        </p:txBody>
      </p:sp>
      <p:graphicFrame>
        <p:nvGraphicFramePr>
          <p:cNvPr id="24" name="Chart"/>
          <p:cNvGraphicFramePr/>
          <p:nvPr/>
        </p:nvGraphicFramePr>
        <p:xfrm>
          <a:off xmlns:a="http://schemas.openxmlformats.org/drawingml/2006/main" x="476250" y="1428750"/>
          <a:ext xmlns:a="http://schemas.openxmlformats.org/drawingml/2006/main" cx="5476875" cy="3429000"/>
        </p:xfrm>
        <a:graphic xmlns:a="http://schemas.openxmlformats.org/drawingml/2006/main">
          <a:graphicData uri="http://schemas.openxmlformats.org/drawingml/2006/chart">
            <c:chart xmlns:r="http://schemas.openxmlformats.org/officeDocument/2006/relationships" xmlns:c="http://schemas.openxmlformats.org/drawingml/2006/chart" r:id="Rdbf9932d3ab04180"/>
          </a:graphicData>
        </a:graphic>
      </p:graphicFrame>
      <p:graphicFrame>
        <p:nvGraphicFramePr>
          <p:cNvPr id="25" name=""/>
          <p:cNvGraphicFramePr/>
          <p:nvPr/>
        </p:nvGraphicFramePr>
        <p:xfrm>
          <a:off xmlns:a="http://schemas.openxmlformats.org/drawingml/2006/main" x="6191250" y="1428750"/>
          <a:ext xmlns:a="http://schemas.openxmlformats.org/drawingml/2006/main" cx="5524500" cy="2714625"/>
        </p:xfrm>
        <a:graphic xmlns:a="http://schemas.openxmlformats.org/drawingml/2006/main">
          <a:graphicData uri="http://schemas.openxmlformats.org/drawingml/2006/table">
            <a:tbl>
              <a:tblPr firstRow="1" bandRow="0"/>
              <a:tblGrid>
                <a:gridCol w="1428750"/>
                <a:gridCol w="1095375"/>
                <a:gridCol w="1000125"/>
                <a:gridCol w="952500"/>
                <a:gridCol w="1047750"/>
              </a:tblGrid>
              <a:tr h="678656">
                <a:tc>
                  <a:txBody>
                    <a:bodyPr lIns="57150" tIns="38100" rIns="47625" bIns="38100">
                      <a:normAutofit/>
                    </a:bodyPr>
                    <a:lstStyle/>
                    <a:p>
                      <a:pPr algn="l">
                        <a:buNone/>
                      </a:pPr>
                      <a:r>
                        <a:rPr sz="863" b="1">
                          <a:solidFill>
                            <a:srgbClr val="FFFFFF"/>
                          </a:solidFill>
                          <a:latin typeface="Noto Sans JP"/>
                          <a:ea typeface="Noto Sans JP"/>
                          <a:cs typeface="Noto Sans JP"/>
                        </a:rPr>
                        <a:t>Monte Carlo（100 Td）</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計算規模（衝突処理数）</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実行時間</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計算速度</a:t>
                      </a:r>
                    </a:p>
                  </a:txBody>
                  <a:tcPr marL="91440" marR="91440" marT="45720" marB="45720" anchor="ctr">
                    <a:solidFill>
                      <a:srgbClr val="00A6D9"/>
                    </a:solidFill>
                  </a:tcPr>
                </a:tc>
                <a:tc>
                  <a:txBody>
                    <a:bodyPr lIns="57150" tIns="38100" rIns="47625" bIns="38100">
                      <a:normAutofit/>
                    </a:bodyPr>
                    <a:lstStyle/>
                    <a:p>
                      <a:pPr algn="ctr">
                        <a:buNone/>
                      </a:pPr>
                      <a:r>
                        <a:rPr sz="863" b="1">
                          <a:solidFill>
                            <a:srgbClr val="FFFFFF"/>
                          </a:solidFill>
                          <a:latin typeface="Noto Sans JP"/>
                          <a:ea typeface="Noto Sans JP"/>
                          <a:cs typeface="Noto Sans JP"/>
                        </a:rPr>
                        <a:t>統計的解釈</a:t>
                      </a:r>
                    </a:p>
                  </a:txBody>
                  <a:tcPr marL="91440" marR="91440" marT="45720" marB="45720" anchor="ctr">
                    <a:solidFill>
                      <a:srgbClr val="00A6D9"/>
                    </a:solidFill>
                  </a:tcPr>
                </a:tc>
              </a:tr>
              <a:tr h="678656">
                <a:tc>
                  <a:txBody>
                    <a:bodyPr lIns="57150" tIns="38100" rIns="47625" bIns="38100">
                      <a:normAutofit/>
                    </a:bodyPr>
                    <a:lstStyle/>
                    <a:p>
                      <a:pPr algn="l">
                        <a:buNone/>
                      </a:pPr>
                      <a:r>
                        <a:rPr sz="885" b="1">
                          <a:solidFill>
                            <a:srgbClr val="2F2F2F"/>
                          </a:solidFill>
                          <a:latin typeface="Noto Sans JP"/>
                          <a:ea typeface="Noto Sans JP"/>
                          <a:cs typeface="Noto Sans JP"/>
                        </a:rPr>
                        <a:t>Ar/N2 90/10</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151.0 M</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550.2 s</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274 k/s</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共通エネルギー格子の統合処理が支配</a:t>
                      </a:r>
                    </a:p>
                  </a:txBody>
                  <a:tcPr marL="91440" marR="91440" marT="45720" marB="45720" anchor="ctr">
                    <a:solidFill>
                      <a:srgbClr val="FFFFFF"/>
                    </a:solidFill>
                  </a:tcPr>
                </a:tc>
              </a:tr>
              <a:tr h="678656">
                <a:tc>
                  <a:txBody>
                    <a:bodyPr lIns="57150" tIns="38100" rIns="47625" bIns="38100">
                      <a:normAutofit/>
                    </a:bodyPr>
                    <a:lstStyle/>
                    <a:p>
                      <a:pPr algn="l">
                        <a:buNone/>
                      </a:pPr>
                      <a:r>
                        <a:rPr sz="885" b="1">
                          <a:solidFill>
                            <a:srgbClr val="2F2F2F"/>
                          </a:solidFill>
                          <a:latin typeface="Noto Sans JP"/>
                          <a:ea typeface="Noto Sans JP"/>
                          <a:cs typeface="Noto Sans JP"/>
                        </a:rPr>
                        <a:t>Ar/Cl2 90/10</a:t>
                      </a:r>
                    </a:p>
                  </a:txBody>
                  <a:tcPr marL="91440" marR="91440" marT="45720" marB="45720" anchor="ctr">
                    <a:solidFill>
                      <a:srgbClr val="F1F1F1"/>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184.5 M</a:t>
                      </a:r>
                    </a:p>
                  </a:txBody>
                  <a:tcPr marL="91440" marR="91440" marT="45720" marB="45720" anchor="ctr">
                    <a:solidFill>
                      <a:srgbClr val="F1F1F1"/>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236.6 s</a:t>
                      </a:r>
                    </a:p>
                  </a:txBody>
                  <a:tcPr marL="91440" marR="91440" marT="45720" marB="45720" anchor="ctr">
                    <a:solidFill>
                      <a:srgbClr val="F1F1F1"/>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780 k/s</a:t>
                      </a:r>
                    </a:p>
                  </a:txBody>
                  <a:tcPr marL="91440" marR="91440" marT="45720" marB="45720" anchor="ctr">
                    <a:solidFill>
                      <a:srgbClr val="F1F1F1"/>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高閾値反応を4独立反復で未観測</a:t>
                      </a:r>
                    </a:p>
                  </a:txBody>
                  <a:tcPr marL="91440" marR="91440" marT="45720" marB="45720" anchor="ctr">
                    <a:solidFill>
                      <a:srgbClr val="F1F1F1"/>
                    </a:solidFill>
                  </a:tcPr>
                </a:tc>
              </a:tr>
              <a:tr h="678656">
                <a:tc>
                  <a:txBody>
                    <a:bodyPr lIns="57150" tIns="38100" rIns="47625" bIns="38100">
                      <a:normAutofit/>
                    </a:bodyPr>
                    <a:lstStyle/>
                    <a:p>
                      <a:pPr algn="l">
                        <a:buNone/>
                      </a:pPr>
                      <a:r>
                        <a:rPr sz="885" b="1">
                          <a:solidFill>
                            <a:srgbClr val="2F2F2F"/>
                          </a:solidFill>
                          <a:latin typeface="Noto Sans JP"/>
                          <a:ea typeface="Noto Sans JP"/>
                          <a:cs typeface="Noto Sans JP"/>
                        </a:rPr>
                        <a:t>標本数依存</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粒子数×衝突処理数×独立反復</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共用計算機での実測</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条件依存</a:t>
                      </a:r>
                    </a:p>
                  </a:txBody>
                  <a:tcPr marL="91440" marR="91440" marT="45720" marB="45720" anchor="ctr">
                    <a:solidFill>
                      <a:srgbClr val="FFFFFF"/>
                    </a:solidFill>
                  </a:tcPr>
                </a:tc>
                <a:tc>
                  <a:txBody>
                    <a:bodyPr lIns="57150" tIns="38100" rIns="47625" bIns="38100">
                      <a:normAutofit/>
                    </a:bodyPr>
                    <a:lstStyle/>
                    <a:p>
                      <a:pPr algn="ctr">
                        <a:buNone/>
                      </a:pPr>
                      <a:r>
                        <a:rPr sz="885" b="0">
                          <a:solidFill>
                            <a:srgbClr val="2F2F2F"/>
                          </a:solidFill>
                          <a:latin typeface="Noto Sans JP"/>
                          <a:ea typeface="Noto Sans JP"/>
                          <a:cs typeface="Noto Sans JP"/>
                        </a:rPr>
                        <a:t>95%信頼区間幅 ∝ N_eff⁻¹ᐟ²（独立性が前提）</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EB64433D-2599-44CE-A147-ED0D8A503401}"/>
              </a:ext>
            </a:extLst>
          </p:cNvPr>
          <p:cNvSpPr>
            <a:spLocks xmlns:a="http://schemas.openxmlformats.org/drawingml/2006/main" noGrp="1"/>
          </p:cNvSpPr>
          <p:nvPr/>
        </p:nvSpPr>
        <p:spPr>
          <a:xfrm xmlns:a="http://schemas.openxmlformats.org/drawingml/2006/main">
            <a:off x="6429375" y="4410075"/>
            <a:ext cx="504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211441"/>
                </a:solidFill>
                <a:latin typeface="Noto Sans JP"/>
                <a:ea typeface="Noto Sans JP"/>
                <a:cs typeface="Noto Sans JP"/>
              </a:defRPr>
            </a:pPr>
            <a:r>
              <a:rPr sz="1088" b="1" i="0">
                <a:solidFill>
                  <a:srgbClr val="211441"/>
                </a:solidFill>
                <a:latin typeface="Noto Sans JP"/>
                <a:ea typeface="Noto Sans JP"/>
                <a:cs typeface="Noto Sans JP"/>
              </a:rPr>
              <a:t>左：</a:t>
            </a:r>
            <a:r>
              <a:rPr sz="1088" b="1" i="0">
                <a:solidFill>
                  <a:srgbClr val="211441"/>
                </a:solidFill>
                <a:latin typeface="Noto Sans JP"/>
                <a:ea typeface="Noto Sans JP"/>
                <a:cs typeface="Noto Sans JP"/>
              </a:rPr>
              <a:t>COMSOL物性表を適用して計算</a:t>
            </a:r>
            <a:r>
              <a:rPr sz="1088" b="1" i="0">
                <a:solidFill>
                  <a:srgbClr val="211441"/>
                </a:solidFill>
                <a:latin typeface="Noto Sans JP"/>
                <a:ea typeface="Noto Sans JP"/>
                <a:cs typeface="Noto Sans JP"/>
              </a:rPr>
              <a:t>（同一PC・同一MPH）</a:t>
            </a:r>
          </a:p>
        </p:txBody>
      </p:sp>
      <p:sp>
        <p:nvSpPr>
          <p:cNvPr id="11" name="">
            <a:extLst xmlns:a="http://schemas.openxmlformats.org/drawingml/2006/main">
              <a:ext uri="{FF2B5EF4-FFF2-40B4-BE49-F238E27FC236}">
                <a16:creationId xmlns:a16="http://schemas.microsoft.com/office/drawing/2014/main" id="{0DE21F34-2C7A-453F-A147-7B4E834F6FB4}"/>
              </a:ext>
            </a:extLst>
          </p:cNvPr>
          <p:cNvSpPr>
            <a:spLocks xmlns:a="http://schemas.openxmlformats.org/drawingml/2006/main" noGrp="1"/>
          </p:cNvSpPr>
          <p:nvPr/>
        </p:nvSpPr>
        <p:spPr>
          <a:xfrm xmlns:a="http://schemas.openxmlformats.org/drawingml/2006/main">
            <a:off x="6334125" y="47625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65" b="0" i="0">
                <a:solidFill>
                  <a:srgbClr val="2F2F2F"/>
                </a:solidFill>
                <a:latin typeface="Noto Sans JP"/>
                <a:ea typeface="Noto Sans JP"/>
                <a:cs typeface="Noto Sans JP"/>
              </a:defRPr>
            </a:pPr>
            <a:r>
              <a:rPr sz="1065" b="0" i="0">
                <a:solidFill>
                  <a:srgbClr val="2F2F2F"/>
                </a:solidFill>
                <a:latin typeface="Noto Sans JP"/>
                <a:ea typeface="Noto Sans JP"/>
                <a:cs typeface="Noto Sans JP"/>
              </a:rPr>
              <a:t>右上：2つの4-</a:t>
            </a:r>
            <a:r>
              <a:rPr sz="1065" b="0" i="0">
                <a:solidFill>
                  <a:srgbClr val="2F2F2F"/>
                </a:solidFill>
                <a:latin typeface="Noto Sans JP"/>
                <a:ea typeface="Noto Sans JP"/>
                <a:cs typeface="Noto Sans JP"/>
              </a:rPr>
              <a:t>並列計算</a:t>
            </a:r>
            <a:r>
              <a:rPr sz="1065" b="0" i="0">
                <a:solidFill>
                  <a:srgbClr val="2F2F2F"/>
                </a:solidFill>
                <a:latin typeface="Noto Sans JP"/>
                <a:ea typeface="Noto Sans JP"/>
                <a:cs typeface="Noto Sans JP"/>
              </a:rPr>
              <a:t>を同時実行した運用</a:t>
            </a:r>
            <a:r>
              <a:rPr sz="1065" b="0" i="0">
                <a:solidFill>
                  <a:srgbClr val="2F2F2F"/>
                </a:solidFill>
                <a:latin typeface="Noto Sans JP"/>
                <a:ea typeface="Noto Sans JP"/>
                <a:cs typeface="Noto Sans JP"/>
              </a:rPr>
              <a:t>実行時間</a:t>
            </a:r>
            <a:r>
              <a:rPr sz="1065" b="0" i="0">
                <a:solidFill>
                  <a:srgbClr val="2F2F2F"/>
                </a:solidFill>
                <a:latin typeface="Noto Sans JP"/>
                <a:ea typeface="Noto Sans JP"/>
                <a:cs typeface="Noto Sans JP"/>
              </a:rPr>
              <a:t>。単独</a:t>
            </a:r>
            <a:r>
              <a:rPr sz="1065" b="0" i="0">
                <a:solidFill>
                  <a:srgbClr val="2F2F2F"/>
                </a:solidFill>
                <a:latin typeface="Noto Sans JP"/>
                <a:ea typeface="Noto Sans JP"/>
                <a:cs typeface="Noto Sans JP"/>
              </a:rPr>
              <a:t>単体性能測定</a:t>
            </a:r>
            <a:r>
              <a:rPr sz="1065" b="0" i="0">
                <a:solidFill>
                  <a:srgbClr val="2F2F2F"/>
                </a:solidFill>
                <a:latin typeface="Noto Sans JP"/>
                <a:ea typeface="Noto Sans JP"/>
                <a:cs typeface="Noto Sans JP"/>
              </a:rPr>
              <a:t>ではない。</a:t>
            </a:r>
          </a:p>
        </p:txBody>
      </p:sp>
      <p:sp>
        <p:nvSpPr>
          <p:cNvPr id="14" name="">
            <a:extLst xmlns:a="http://schemas.openxmlformats.org/drawingml/2006/main">
              <a:ext uri="{FF2B5EF4-FFF2-40B4-BE49-F238E27FC236}">
                <a16:creationId xmlns:a16="http://schemas.microsoft.com/office/drawing/2014/main" id="{E91B1FAA-8C3E-4C45-9021-3EBBE722A3AB}"/>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決定論的手法の離散化誤差とMCの標本誤差は交換可能でない。目的精度に対する総計算費用で比較する。</a:t>
            </a:r>
          </a:p>
        </p:txBody>
      </p:sp>
      <p:sp>
        <p:nvSpPr>
          <p:cNvPr id="15" name="">
            <a:extLst xmlns:a="http://schemas.openxmlformats.org/drawingml/2006/main">
              <a:ext uri="{FF2B5EF4-FFF2-40B4-BE49-F238E27FC236}">
                <a16:creationId xmlns:a16="http://schemas.microsoft.com/office/drawing/2014/main" id="{C7CAB4F4-68FC-40CB-A03D-A30E7312D424}"/>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comsol_*_function_eedf/run_status.json; mc_core_v8/evaluation/metrics.csv</a:t>
            </a:r>
          </a:p>
        </p:txBody>
      </p:sp>
      <p:sp>
        <p:nvSpPr>
          <p:cNvPr id="19" name="title">
            <a:extLst xmlns:a="http://schemas.openxmlformats.org/drawingml/2006/main">
              <a:ext uri="{FF2B5EF4-FFF2-40B4-BE49-F238E27FC236}">
                <a16:creationId xmlns:a16="http://schemas.microsoft.com/office/drawing/2014/main" id="{BD55C0D9-122A-4784-8652-D257B2F23EBA}"/>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計算時間とMonte Carloノイズ</a:t>
            </a:r>
          </a:p>
        </p:txBody>
      </p:sp>
      <p:sp>
        <p:nvSpPr>
          <p:cNvPr id="20" name="">
            <a:extLst xmlns:a="http://schemas.openxmlformats.org/drawingml/2006/main">
              <a:ext uri="{FF2B5EF4-FFF2-40B4-BE49-F238E27FC236}">
                <a16:creationId xmlns:a16="http://schemas.microsoft.com/office/drawing/2014/main" id="{6192ADCB-3A8F-4391-82E6-08FEAA6862C3}"/>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1" name="section">
            <a:extLst xmlns:a="http://schemas.openxmlformats.org/drawingml/2006/main">
              <a:ext uri="{FF2B5EF4-FFF2-40B4-BE49-F238E27FC236}">
                <a16:creationId xmlns:a16="http://schemas.microsoft.com/office/drawing/2014/main" id="{35EF84AA-7BB9-4B11-B606-ECB314C529F2}"/>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77911644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EAF719-D9B4-42FC-9049-B8A06E0E18BC}"/>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A188FB8F-5646-4D49-9465-C5EAFEC67805}"/>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41</a:t>
            </a:r>
          </a:p>
        </p:txBody>
      </p:sp>
      <p:graphicFrame>
        <p:nvGraphicFramePr>
          <p:cNvPr id="24" name=""/>
          <p:cNvGraphicFramePr/>
          <p:nvPr/>
        </p:nvGraphicFramePr>
        <p:xfrm>
          <a:off xmlns:a="http://schemas.openxmlformats.org/drawingml/2006/main" x="381000" y="1428750"/>
          <a:ext xmlns:a="http://schemas.openxmlformats.org/drawingml/2006/main" cx="11430000" cy="3714750"/>
        </p:xfrm>
        <a:graphic xmlns:a="http://schemas.openxmlformats.org/drawingml/2006/main">
          <a:graphicData uri="http://schemas.openxmlformats.org/drawingml/2006/table">
            <a:tbl>
              <a:tblPr firstRow="1" bandRow="0"/>
              <a:tblGrid>
                <a:gridCol w="1524000"/>
                <a:gridCol w="2714625"/>
                <a:gridCol w="1952625"/>
                <a:gridCol w="2381250"/>
                <a:gridCol w="2857500"/>
              </a:tblGrid>
              <a:tr h="530679">
                <a:tc>
                  <a:txBody>
                    <a:bodyPr lIns="57150" tIns="38100" rIns="47625" bIns="38100">
                      <a:normAutofit/>
                    </a:bodyPr>
                    <a:lstStyle/>
                    <a:p>
                      <a:pPr algn="l">
                        <a:buNone/>
                      </a:pPr>
                      <a:r>
                        <a:rPr sz="975" b="1">
                          <a:solidFill>
                            <a:srgbClr val="FFFFFF"/>
                          </a:solidFill>
                          <a:latin typeface="Noto Sans JP"/>
                          <a:ea typeface="Noto Sans JP"/>
                          <a:cs typeface="Noto Sans JP"/>
                        </a:rPr>
                        <a:t>層</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誤差源</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観測量</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低減手段</a:t>
                      </a:r>
                    </a:p>
                  </a:txBody>
                  <a:tcPr marL="91440" marR="91440" marT="45720" marB="45720" anchor="ctr">
                    <a:solidFill>
                      <a:srgbClr val="00A6D9"/>
                    </a:solidFill>
                  </a:tcPr>
                </a:tc>
                <a:tc>
                  <a:txBody>
                    <a:bodyPr lIns="57150" tIns="38100" rIns="47625" bIns="38100">
                      <a:normAutofit/>
                    </a:bodyPr>
                    <a:lstStyle/>
                    <a:p>
                      <a:pPr algn="ctr">
                        <a:buNone/>
                      </a:pPr>
                      <a:r>
                        <a:rPr sz="975" b="1">
                          <a:solidFill>
                            <a:srgbClr val="FFFFFF"/>
                          </a:solidFill>
                          <a:latin typeface="Noto Sans JP"/>
                          <a:ea typeface="Noto Sans JP"/>
                          <a:cs typeface="Noto Sans JP"/>
                        </a:rPr>
                        <a:t>残る限界</a:t>
                      </a:r>
                    </a:p>
                  </a:txBody>
                  <a:tcPr marL="91440" marR="91440" marT="45720" marB="45720" anchor="ctr">
                    <a:solidFill>
                      <a:srgbClr val="00A6D9"/>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衝突断面積</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データセット・閾値・角度情報</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反応速度積分</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出典固定・代替データ比較</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断面積測定の不確かさ</a:t>
                      </a:r>
                    </a:p>
                  </a:txBody>
                  <a:tcPr marL="91440" marR="91440" marT="45720" marB="45720" anchor="ctr">
                    <a:solidFill>
                      <a:srgbClr val="FFFFFF"/>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角度散乱モデル</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P1/PN切断・角度閉包</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ドリフト・異方性・高エネルギー尾部</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Lmax収束・Monte Carlo比較</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積分断面積だけでは角度分布が一意でない</a:t>
                      </a:r>
                    </a:p>
                  </a:txBody>
                  <a:tcPr marL="91440" marR="91440" marT="45720" marB="45720" anchor="ctr">
                    <a:solidFill>
                      <a:srgbClr val="F1F1F1"/>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エネルギー離散化</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閾値近傍・高エネルギー上限・数値流束</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EEDF・反応速度</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格子細分化・高エネルギー範囲確認</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範囲外外挿</a:t>
                      </a:r>
                    </a:p>
                  </a:txBody>
                  <a:tcPr marL="91440" marR="91440" marT="45720" marB="45720" anchor="ctr">
                    <a:solidFill>
                      <a:srgbClr val="FFFFFF"/>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Monte Carlo統計</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有限標本・系譜相関</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95%CI・相対標準誤差・有効標本数</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独立反復・長い相関時間</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希少反応の計算費用</a:t>
                      </a:r>
                    </a:p>
                  </a:txBody>
                  <a:tcPr marL="91440" marR="91440" marT="45720" marB="45720" anchor="ctr">
                    <a:solidFill>
                      <a:srgbClr val="F1F1F1"/>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COMSOL補間</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E/N–平均エネルギー二次元表</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局所反応速度・移動度</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補間点追加・モーメント整合</a:t>
                      </a:r>
                    </a:p>
                  </a:txBody>
                  <a:tcPr marL="91440" marR="91440" marT="45720" marB="45720" anchor="ctr">
                    <a:solidFill>
                      <a:srgbClr val="FFFFFF"/>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局所場／局所平均エネルギー近似</a:t>
                      </a:r>
                    </a:p>
                  </a:txBody>
                  <a:tcPr marL="91440" marR="91440" marT="45720" marB="45720" anchor="ctr">
                    <a:solidFill>
                      <a:srgbClr val="FFFFFF"/>
                    </a:solidFill>
                  </a:tcPr>
                </a:tc>
              </a:tr>
              <a:tr h="530679">
                <a:tc>
                  <a:txBody>
                    <a:bodyPr lIns="57150" tIns="38100" rIns="47625" bIns="38100">
                      <a:normAutofit/>
                    </a:bodyPr>
                    <a:lstStyle/>
                    <a:p>
                      <a:pPr algn="l">
                        <a:buNone/>
                      </a:pPr>
                      <a:r>
                        <a:rPr sz="960" b="1">
                          <a:solidFill>
                            <a:srgbClr val="2F2F2F"/>
                          </a:solidFill>
                          <a:latin typeface="Noto Sans JP"/>
                          <a:ea typeface="Noto Sans JP"/>
                          <a:cs typeface="Noto Sans JP"/>
                        </a:rPr>
                        <a:t>装置モデル</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RF加熱・壁反応・化学反応</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空間分布</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同一MPH・定常性</a:t>
                      </a:r>
                    </a:p>
                  </a:txBody>
                  <a:tcPr marL="91440" marR="91440" marT="45720" marB="45720" anchor="ctr">
                    <a:solidFill>
                      <a:srgbClr val="F1F1F1"/>
                    </a:solidFill>
                  </a:tcPr>
                </a:tc>
                <a:tc>
                  <a:txBody>
                    <a:bodyPr lIns="57150" tIns="38100" rIns="47625" bIns="38100">
                      <a:normAutofit/>
                    </a:bodyPr>
                    <a:lstStyle/>
                    <a:p>
                      <a:pPr algn="ctr">
                        <a:buNone/>
                      </a:pPr>
                      <a:r>
                        <a:rPr sz="960" b="0">
                          <a:solidFill>
                            <a:srgbClr val="2F2F2F"/>
                          </a:solidFill>
                          <a:latin typeface="Noto Sans JP"/>
                          <a:ea typeface="Noto Sans JP"/>
                          <a:cs typeface="Noto Sans JP"/>
                        </a:rPr>
                        <a:t>非局所電子動力学</a:t>
                      </a:r>
                    </a:p>
                  </a:txBody>
                  <a:tcPr marL="91440" marR="91440" marT="45720" marB="45720" anchor="ctr">
                    <a:solidFill>
                      <a:srgbClr val="F1F1F1"/>
                    </a:solidFill>
                  </a:tcPr>
                </a:tc>
              </a:tr>
            </a:tbl>
          </a:graphicData>
        </a:graphic>
      </p:graphicFrame>
      <p:sp>
        <p:nvSpPr>
          <p:cNvPr id="9" name="">
            <a:extLst xmlns:a="http://schemas.openxmlformats.org/drawingml/2006/main">
              <a:ext uri="{FF2B5EF4-FFF2-40B4-BE49-F238E27FC236}">
                <a16:creationId xmlns:a16="http://schemas.microsoft.com/office/drawing/2014/main" id="{2751787C-5869-464F-970D-C4982D5C2FA3}"/>
              </a:ext>
            </a:extLst>
          </p:cNvPr>
          <p:cNvSpPr>
            <a:spLocks xmlns:a="http://schemas.openxmlformats.org/drawingml/2006/main" noGrp="1"/>
          </p:cNvSpPr>
          <p:nvPr/>
        </p:nvSpPr>
        <p:spPr>
          <a:xfrm xmlns:a="http://schemas.openxmlformats.org/drawingml/2006/main">
            <a:off x="1762125" y="5257800"/>
            <a:ext cx="86677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0" name="">
            <a:extLst xmlns:a="http://schemas.openxmlformats.org/drawingml/2006/main">
              <a:ext uri="{FF2B5EF4-FFF2-40B4-BE49-F238E27FC236}">
                <a16:creationId xmlns:a16="http://schemas.microsoft.com/office/drawing/2014/main" id="{F12CC42B-D8B7-4DE3-B45F-6433C3D1A4E9}"/>
              </a:ext>
            </a:extLst>
          </p:cNvPr>
          <p:cNvSpPr>
            <a:spLocks xmlns:a="http://schemas.openxmlformats.org/drawingml/2006/main" noGrp="1"/>
          </p:cNvSpPr>
          <p:nvPr/>
        </p:nvSpPr>
        <p:spPr>
          <a:xfrm xmlns:a="http://schemas.openxmlformats.org/drawingml/2006/main">
            <a:off x="1762125" y="5257800"/>
            <a:ext cx="704850" cy="552450"/>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2B4DD76-E96D-423B-B748-51888274D3C7}"/>
              </a:ext>
            </a:extLst>
          </p:cNvPr>
          <p:cNvSpPr>
            <a:spLocks xmlns:a="http://schemas.openxmlformats.org/drawingml/2006/main" noGrp="1"/>
          </p:cNvSpPr>
          <p:nvPr/>
        </p:nvSpPr>
        <p:spPr>
          <a:xfrm xmlns:a="http://schemas.openxmlformats.org/drawingml/2006/main">
            <a:off x="1809750" y="5295900"/>
            <a:ext cx="60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誤差伝播</a:t>
            </a:r>
          </a:p>
        </p:txBody>
      </p:sp>
      <p:sp>
        <p:nvSpPr>
          <p:cNvPr id="12" name="">
            <a:extLst xmlns:a="http://schemas.openxmlformats.org/drawingml/2006/main">
              <a:ext uri="{FF2B5EF4-FFF2-40B4-BE49-F238E27FC236}">
                <a16:creationId xmlns:a16="http://schemas.microsoft.com/office/drawing/2014/main" id="{1E2D4B45-E29D-4B77-9EA1-42423CB45F16}"/>
              </a:ext>
            </a:extLst>
          </p:cNvPr>
          <p:cNvSpPr>
            <a:spLocks xmlns:a="http://schemas.openxmlformats.org/drawingml/2006/main" noGrp="1"/>
          </p:cNvSpPr>
          <p:nvPr/>
        </p:nvSpPr>
        <p:spPr>
          <a:xfrm xmlns:a="http://schemas.openxmlformats.org/drawingml/2006/main">
            <a:off x="2638425" y="5305425"/>
            <a:ext cx="7639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δKPI² ≈ Σα (∂KPI/∂qα)² δqα² + 2Σα&lt;β Covαβ</a:t>
            </a:r>
          </a:p>
        </p:txBody>
      </p:sp>
      <p:sp>
        <p:nvSpPr>
          <p:cNvPr id="15" name="">
            <a:extLst xmlns:a="http://schemas.openxmlformats.org/drawingml/2006/main">
              <a:ext uri="{FF2B5EF4-FFF2-40B4-BE49-F238E27FC236}">
                <a16:creationId xmlns:a16="http://schemas.microsoft.com/office/drawing/2014/main" id="{78F06E62-3975-4852-981B-DBB5CC69CA76}"/>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手法間差</a:t>
            </a:r>
            <a:r>
              <a:rPr sz="1275" b="1" i="0">
                <a:solidFill>
                  <a:srgbClr val="6DBB20"/>
                </a:solidFill>
                <a:latin typeface="Noto Sans JP"/>
                <a:ea typeface="Noto Sans JP"/>
                <a:cs typeface="Noto Sans JP"/>
              </a:rPr>
              <a:t>は総誤差の一部。装置KPIへ感度伝播して初めて開発優先度になる。</a:t>
            </a:r>
          </a:p>
        </p:txBody>
      </p:sp>
      <p:sp>
        <p:nvSpPr>
          <p:cNvPr id="16" name="">
            <a:extLst xmlns:a="http://schemas.openxmlformats.org/drawingml/2006/main">
              <a:ext uri="{FF2B5EF4-FFF2-40B4-BE49-F238E27FC236}">
                <a16:creationId xmlns:a16="http://schemas.microsoft.com/office/drawing/2014/main" id="{CE0725C3-1A5D-4501-92CA-519A199BA40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[R2] [R10]</a:t>
            </a:r>
          </a:p>
        </p:txBody>
      </p:sp>
      <p:sp>
        <p:nvSpPr>
          <p:cNvPr id="19" name="title">
            <a:extLst xmlns:a="http://schemas.openxmlformats.org/drawingml/2006/main">
              <a:ext uri="{FF2B5EF4-FFF2-40B4-BE49-F238E27FC236}">
                <a16:creationId xmlns:a16="http://schemas.microsoft.com/office/drawing/2014/main" id="{BF040636-177E-4920-B380-B800981F73B5}"/>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誤差を4層に分けて評価する</a:t>
            </a:r>
          </a:p>
        </p:txBody>
      </p:sp>
      <p:sp>
        <p:nvSpPr>
          <p:cNvPr id="20" name="">
            <a:extLst xmlns:a="http://schemas.openxmlformats.org/drawingml/2006/main">
              <a:ext uri="{FF2B5EF4-FFF2-40B4-BE49-F238E27FC236}">
                <a16:creationId xmlns:a16="http://schemas.microsoft.com/office/drawing/2014/main" id="{72C34AEE-6326-4900-99C2-E6E6DC618571}"/>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1" name="section">
            <a:extLst xmlns:a="http://schemas.openxmlformats.org/drawingml/2006/main">
              <a:ext uri="{FF2B5EF4-FFF2-40B4-BE49-F238E27FC236}">
                <a16:creationId xmlns:a16="http://schemas.microsoft.com/office/drawing/2014/main" id="{C2A18336-87D4-41D5-A2E7-957F924DF36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IV. SWARM計算結果</a:t>
            </a:r>
          </a:p>
        </p:txBody>
      </p:sp>
    </p:spTree>
    <p:extLst>
      <p:ext uri="{BB962C8B-B14F-4D97-AF65-F5344CB8AC3E}">
        <p14:creationId xmlns:p14="http://schemas.microsoft.com/office/powerpoint/2010/main" val="190836209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3A63A8B-15EE-45E6-9F0E-71D3C948D48B}"/>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COMSOLがSwarm結果を使う場所</a:t>
            </a:r>
          </a:p>
        </p:txBody>
      </p:sp>
      <p:sp>
        <p:nvSpPr>
          <p:cNvPr id="3" name="subtitle">
            <a:extLst xmlns:a="http://schemas.openxmlformats.org/drawingml/2006/main">
              <a:ext uri="{FF2B5EF4-FFF2-40B4-BE49-F238E27FC236}">
                <a16:creationId xmlns:a16="http://schemas.microsoft.com/office/drawing/2014/main" id="{74BD5F12-9445-448F-973B-56F1450FDF48}"/>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Swarmは局所電子物性、COMSOLは空間輸送・化学・電磁場を解く</a:t>
            </a:r>
          </a:p>
        </p:txBody>
      </p:sp>
      <p:sp>
        <p:nvSpPr>
          <p:cNvPr id="4" name="">
            <a:extLst xmlns:a="http://schemas.openxmlformats.org/drawingml/2006/main">
              <a:ext uri="{FF2B5EF4-FFF2-40B4-BE49-F238E27FC236}">
                <a16:creationId xmlns:a16="http://schemas.microsoft.com/office/drawing/2014/main" id="{7100A6D4-D833-4279-9F2D-868DD995DBB9}"/>
              </a:ext>
            </a:extLst>
          </p:cNvPr>
          <p:cNvSpPr>
            <a:spLocks xmlns:a="http://schemas.openxmlformats.org/drawingml/2006/main" noGrp="1"/>
          </p:cNvSpPr>
          <p:nvPr/>
        </p:nvSpPr>
        <p:spPr>
          <a:xfrm xmlns:a="http://schemas.openxmlformats.org/drawingml/2006/main">
            <a:off x="666750" y="14287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008DB6"/>
                </a:solidFill>
                <a:latin typeface="Noto Sans JP"/>
                <a:ea typeface="Noto Sans JP"/>
                <a:cs typeface="Noto Sans JP"/>
              </a:defRPr>
            </a:pPr>
            <a:r>
              <a:rPr sz="1500" b="1" i="0">
                <a:solidFill>
                  <a:srgbClr val="008DB6"/>
                </a:solidFill>
                <a:latin typeface="Noto Sans JP"/>
                <a:ea typeface="Noto Sans JP"/>
                <a:cs typeface="Noto Sans JP"/>
              </a:rPr>
              <a:t>電子数保存</a:t>
            </a:r>
          </a:p>
        </p:txBody>
      </p:sp>
      <p:sp>
        <p:nvSpPr>
          <p:cNvPr id="5" name="">
            <a:extLst xmlns:a="http://schemas.openxmlformats.org/drawingml/2006/main">
              <a:ext uri="{FF2B5EF4-FFF2-40B4-BE49-F238E27FC236}">
                <a16:creationId xmlns:a16="http://schemas.microsoft.com/office/drawing/2014/main" id="{894594EF-028E-42CE-B2DF-7CBE653EA65F}"/>
              </a:ext>
            </a:extLst>
          </p:cNvPr>
          <p:cNvSpPr>
            <a:spLocks xmlns:a="http://schemas.openxmlformats.org/drawingml/2006/main" noGrp="1"/>
          </p:cNvSpPr>
          <p:nvPr/>
        </p:nvSpPr>
        <p:spPr>
          <a:xfrm xmlns:a="http://schemas.openxmlformats.org/drawingml/2006/main">
            <a:off x="666750" y="1857375"/>
            <a:ext cx="4953000" cy="590550"/>
          </a:xfrm>
          <a:prstGeom xmlns:a="http://schemas.openxmlformats.org/drawingml/2006/main" prst="rect">
            <a:avLst/>
          </a:prstGeom>
          <a:solidFill xmlns:a="http://schemas.openxmlformats.org/drawingml/2006/main">
            <a:srgbClr val="F2F3F4"/>
          </a:solidFill>
          <a:ln xmlns:a="http://schemas.openxmlformats.org/drawingml/2006/main" w="7620">
            <a:solidFill>
              <a:srgbClr val="CDD3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75" b="0" i="0">
                <a:solidFill>
                  <a:srgbClr val="333333"/>
                </a:solidFill>
                <a:latin typeface="Cambria Math"/>
                <a:ea typeface="Cambria Math"/>
                <a:cs typeface="Cambria Math"/>
              </a:defRPr>
            </a:pPr>
            <a:r>
              <a:rPr sz="1875" b="0" i="0">
                <a:solidFill>
                  <a:srgbClr val="333333"/>
                </a:solidFill>
                <a:latin typeface="Cambria Math"/>
                <a:ea typeface="Cambria Math"/>
                <a:cs typeface="Cambria Math"/>
              </a:rPr>
              <a:t>∂ₜnₑ + ∇·Γₑ = Σⱼ kⱼ Nⱼ nₑ</a:t>
            </a:r>
          </a:p>
        </p:txBody>
      </p:sp>
      <p:sp>
        <p:nvSpPr>
          <p:cNvPr id="6" name="">
            <a:extLst xmlns:a="http://schemas.openxmlformats.org/drawingml/2006/main">
              <a:ext uri="{FF2B5EF4-FFF2-40B4-BE49-F238E27FC236}">
                <a16:creationId xmlns:a16="http://schemas.microsoft.com/office/drawing/2014/main" id="{89E0E567-5E65-49B5-908C-E8CA7C67A224}"/>
              </a:ext>
            </a:extLst>
          </p:cNvPr>
          <p:cNvSpPr>
            <a:spLocks xmlns:a="http://schemas.openxmlformats.org/drawingml/2006/main" noGrp="1"/>
          </p:cNvSpPr>
          <p:nvPr/>
        </p:nvSpPr>
        <p:spPr>
          <a:xfrm xmlns:a="http://schemas.openxmlformats.org/drawingml/2006/main">
            <a:off x="6572250" y="14287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00AFA5"/>
                </a:solidFill>
                <a:latin typeface="Noto Sans JP"/>
                <a:ea typeface="Noto Sans JP"/>
                <a:cs typeface="Noto Sans JP"/>
              </a:defRPr>
            </a:pPr>
            <a:r>
              <a:rPr sz="1500" b="1" i="0">
                <a:solidFill>
                  <a:srgbClr val="00AFA5"/>
                </a:solidFill>
                <a:latin typeface="Noto Sans JP"/>
                <a:ea typeface="Noto Sans JP"/>
                <a:cs typeface="Noto Sans JP"/>
              </a:rPr>
              <a:t>電子流束</a:t>
            </a:r>
          </a:p>
        </p:txBody>
      </p:sp>
      <p:sp>
        <p:nvSpPr>
          <p:cNvPr id="7" name="">
            <a:extLst xmlns:a="http://schemas.openxmlformats.org/drawingml/2006/main">
              <a:ext uri="{FF2B5EF4-FFF2-40B4-BE49-F238E27FC236}">
                <a16:creationId xmlns:a16="http://schemas.microsoft.com/office/drawing/2014/main" id="{C513A523-3ADA-4733-AA93-48C0E72CDB28}"/>
              </a:ext>
            </a:extLst>
          </p:cNvPr>
          <p:cNvSpPr>
            <a:spLocks xmlns:a="http://schemas.openxmlformats.org/drawingml/2006/main" noGrp="1"/>
          </p:cNvSpPr>
          <p:nvPr/>
        </p:nvSpPr>
        <p:spPr>
          <a:xfrm xmlns:a="http://schemas.openxmlformats.org/drawingml/2006/main">
            <a:off x="6572250" y="1857375"/>
            <a:ext cx="4953000" cy="590550"/>
          </a:xfrm>
          <a:prstGeom xmlns:a="http://schemas.openxmlformats.org/drawingml/2006/main" prst="rect">
            <a:avLst/>
          </a:prstGeom>
          <a:solidFill xmlns:a="http://schemas.openxmlformats.org/drawingml/2006/main">
            <a:srgbClr val="F2F3F4"/>
          </a:solidFill>
          <a:ln xmlns:a="http://schemas.openxmlformats.org/drawingml/2006/main" w="7620">
            <a:solidFill>
              <a:srgbClr val="CDD3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75" b="0" i="0">
                <a:solidFill>
                  <a:srgbClr val="333333"/>
                </a:solidFill>
                <a:latin typeface="Cambria Math"/>
                <a:ea typeface="Cambria Math"/>
                <a:cs typeface="Cambria Math"/>
              </a:defRPr>
            </a:pPr>
            <a:r>
              <a:rPr sz="1875" b="0" i="0">
                <a:solidFill>
                  <a:srgbClr val="333333"/>
                </a:solidFill>
                <a:latin typeface="Cambria Math"/>
                <a:ea typeface="Cambria Math"/>
                <a:cs typeface="Cambria Math"/>
              </a:rPr>
              <a:t>Γₑ = −μₑ nₑ E − Dₑ∇nₑ</a:t>
            </a:r>
          </a:p>
        </p:txBody>
      </p:sp>
      <p:sp>
        <p:nvSpPr>
          <p:cNvPr id="8" name="">
            <a:extLst xmlns:a="http://schemas.openxmlformats.org/drawingml/2006/main">
              <a:ext uri="{FF2B5EF4-FFF2-40B4-BE49-F238E27FC236}">
                <a16:creationId xmlns:a16="http://schemas.microsoft.com/office/drawing/2014/main" id="{08B94899-38BD-4CA9-9F74-EAD3BC0961B6}"/>
              </a:ext>
            </a:extLst>
          </p:cNvPr>
          <p:cNvSpPr>
            <a:spLocks xmlns:a="http://schemas.openxmlformats.org/drawingml/2006/main" noGrp="1"/>
          </p:cNvSpPr>
          <p:nvPr/>
        </p:nvSpPr>
        <p:spPr>
          <a:xfrm xmlns:a="http://schemas.openxmlformats.org/drawingml/2006/main">
            <a:off x="666750" y="27146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7B2FA3"/>
                </a:solidFill>
                <a:latin typeface="Noto Sans JP"/>
                <a:ea typeface="Noto Sans JP"/>
                <a:cs typeface="Noto Sans JP"/>
              </a:defRPr>
            </a:pPr>
            <a:r>
              <a:rPr sz="1500" b="1" i="0">
                <a:solidFill>
                  <a:srgbClr val="7B2FA3"/>
                </a:solidFill>
                <a:latin typeface="Noto Sans JP"/>
                <a:ea typeface="Noto Sans JP"/>
                <a:cs typeface="Noto Sans JP"/>
              </a:rPr>
              <a:t>電子エネルギー保存</a:t>
            </a:r>
          </a:p>
        </p:txBody>
      </p:sp>
      <p:sp>
        <p:nvSpPr>
          <p:cNvPr id="9" name="">
            <a:extLst xmlns:a="http://schemas.openxmlformats.org/drawingml/2006/main">
              <a:ext uri="{FF2B5EF4-FFF2-40B4-BE49-F238E27FC236}">
                <a16:creationId xmlns:a16="http://schemas.microsoft.com/office/drawing/2014/main" id="{2C647993-C2A3-4552-A1F3-2EB55943B2D3}"/>
              </a:ext>
            </a:extLst>
          </p:cNvPr>
          <p:cNvSpPr>
            <a:spLocks xmlns:a="http://schemas.openxmlformats.org/drawingml/2006/main" noGrp="1"/>
          </p:cNvSpPr>
          <p:nvPr/>
        </p:nvSpPr>
        <p:spPr>
          <a:xfrm xmlns:a="http://schemas.openxmlformats.org/drawingml/2006/main">
            <a:off x="666750" y="3143250"/>
            <a:ext cx="10858500" cy="628650"/>
          </a:xfrm>
          <a:prstGeom xmlns:a="http://schemas.openxmlformats.org/drawingml/2006/main" prst="rect">
            <a:avLst/>
          </a:prstGeom>
          <a:solidFill xmlns:a="http://schemas.openxmlformats.org/drawingml/2006/main">
            <a:srgbClr val="F2F3F4"/>
          </a:solidFill>
          <a:ln xmlns:a="http://schemas.openxmlformats.org/drawingml/2006/main" w="7620">
            <a:solidFill>
              <a:srgbClr val="CDD3D6"/>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75" b="0" i="0">
                <a:solidFill>
                  <a:srgbClr val="333333"/>
                </a:solidFill>
                <a:latin typeface="Cambria Math"/>
                <a:ea typeface="Cambria Math"/>
                <a:cs typeface="Cambria Math"/>
              </a:defRPr>
            </a:pPr>
            <a:r>
              <a:rPr sz="1875" b="0" i="0">
                <a:solidFill>
                  <a:srgbClr val="333333"/>
                </a:solidFill>
                <a:latin typeface="Cambria Math"/>
                <a:ea typeface="Cambria Math"/>
                <a:cs typeface="Cambria Math"/>
              </a:rPr>
              <a:t>∂ₜ(nε) + ∇·Γε + E·Γₑ = Σⱼ kⱼ Nⱼ nₑ Δεⱼ</a:t>
            </a:r>
          </a:p>
        </p:txBody>
      </p:sp>
      <p:sp>
        <p:nvSpPr>
          <p:cNvPr id="10" name="">
            <a:extLst xmlns:a="http://schemas.openxmlformats.org/drawingml/2006/main">
              <a:ext uri="{FF2B5EF4-FFF2-40B4-BE49-F238E27FC236}">
                <a16:creationId xmlns:a16="http://schemas.microsoft.com/office/drawing/2014/main" id="{22347A7E-74CB-4DF0-A020-2C22FFEF3C2D}"/>
              </a:ext>
            </a:extLst>
          </p:cNvPr>
          <p:cNvSpPr>
            <a:spLocks xmlns:a="http://schemas.openxmlformats.org/drawingml/2006/main" noGrp="1"/>
          </p:cNvSpPr>
          <p:nvPr/>
        </p:nvSpPr>
        <p:spPr>
          <a:xfrm xmlns:a="http://schemas.openxmlformats.org/drawingml/2006/main">
            <a:off x="571500" y="4333875"/>
            <a:ext cx="23812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00A6D6"/>
            </a:solidFill>
            <a:prstDash val="solid"/>
          </a:ln>
        </p:spPr>
      </p:sp>
      <p:sp>
        <p:nvSpPr>
          <p:cNvPr id="11" name="">
            <a:extLst xmlns:a="http://schemas.openxmlformats.org/drawingml/2006/main">
              <a:ext uri="{FF2B5EF4-FFF2-40B4-BE49-F238E27FC236}">
                <a16:creationId xmlns:a16="http://schemas.microsoft.com/office/drawing/2014/main" id="{A3D362C6-F508-457D-8EE2-5E724AAB5338}"/>
              </a:ext>
            </a:extLst>
          </p:cNvPr>
          <p:cNvSpPr>
            <a:spLocks xmlns:a="http://schemas.openxmlformats.org/drawingml/2006/main" noGrp="1"/>
          </p:cNvSpPr>
          <p:nvPr/>
        </p:nvSpPr>
        <p:spPr>
          <a:xfrm xmlns:a="http://schemas.openxmlformats.org/drawingml/2006/main">
            <a:off x="714375" y="4476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425" b="1" i="0">
                <a:solidFill>
                  <a:srgbClr val="241646"/>
                </a:solidFill>
                <a:latin typeface="Noto Sans JP"/>
                <a:ea typeface="Noto Sans JP"/>
                <a:cs typeface="Noto Sans JP"/>
              </a:defRPr>
            </a:pPr>
            <a:r>
              <a:rPr sz="1425" b="1" i="0">
                <a:solidFill>
                  <a:srgbClr val="241646"/>
                </a:solidFill>
                <a:latin typeface="Noto Sans JP"/>
                <a:ea typeface="Noto Sans JP"/>
                <a:cs typeface="Noto Sans JP"/>
              </a:rPr>
              <a:t>局所状態</a:t>
            </a:r>
          </a:p>
        </p:txBody>
      </p:sp>
      <p:sp>
        <p:nvSpPr>
          <p:cNvPr id="12" name="">
            <a:extLst xmlns:a="http://schemas.openxmlformats.org/drawingml/2006/main">
              <a:ext uri="{FF2B5EF4-FFF2-40B4-BE49-F238E27FC236}">
                <a16:creationId xmlns:a16="http://schemas.microsoft.com/office/drawing/2014/main" id="{A9CFA9A9-FC55-4C59-AA56-301011159786}"/>
              </a:ext>
            </a:extLst>
          </p:cNvPr>
          <p:cNvSpPr>
            <a:spLocks xmlns:a="http://schemas.openxmlformats.org/drawingml/2006/main" noGrp="1"/>
          </p:cNvSpPr>
          <p:nvPr/>
        </p:nvSpPr>
        <p:spPr>
          <a:xfrm xmlns:a="http://schemas.openxmlformats.org/drawingml/2006/main">
            <a:off x="714375" y="4857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E/N または ⟨ε⟩</a:t>
            </a:r>
          </a:p>
        </p:txBody>
      </p:sp>
      <p:sp>
        <p:nvSpPr>
          <p:cNvPr id="13" name="">
            <a:extLst xmlns:a="http://schemas.openxmlformats.org/drawingml/2006/main">
              <a:ext uri="{FF2B5EF4-FFF2-40B4-BE49-F238E27FC236}">
                <a16:creationId xmlns:a16="http://schemas.microsoft.com/office/drawing/2014/main" id="{EEFA832D-5190-4727-94C8-6287E3A17884}"/>
              </a:ext>
            </a:extLst>
          </p:cNvPr>
          <p:cNvSpPr>
            <a:spLocks xmlns:a="http://schemas.openxmlformats.org/drawingml/2006/main" noGrp="1"/>
          </p:cNvSpPr>
          <p:nvPr/>
        </p:nvSpPr>
        <p:spPr>
          <a:xfrm xmlns:a="http://schemas.openxmlformats.org/drawingml/2006/main">
            <a:off x="3476625" y="4333875"/>
            <a:ext cx="23812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00A6D6"/>
            </a:solidFill>
            <a:prstDash val="solid"/>
          </a:ln>
        </p:spPr>
      </p:sp>
      <p:sp>
        <p:nvSpPr>
          <p:cNvPr id="14" name="">
            <a:extLst xmlns:a="http://schemas.openxmlformats.org/drawingml/2006/main">
              <a:ext uri="{FF2B5EF4-FFF2-40B4-BE49-F238E27FC236}">
                <a16:creationId xmlns:a16="http://schemas.microsoft.com/office/drawing/2014/main" id="{2BD83E12-5034-4CEB-B76F-85FAB408F126}"/>
              </a:ext>
            </a:extLst>
          </p:cNvPr>
          <p:cNvSpPr>
            <a:spLocks xmlns:a="http://schemas.openxmlformats.org/drawingml/2006/main" noGrp="1"/>
          </p:cNvSpPr>
          <p:nvPr/>
        </p:nvSpPr>
        <p:spPr>
          <a:xfrm xmlns:a="http://schemas.openxmlformats.org/drawingml/2006/main">
            <a:off x="3619500" y="4476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425" b="1" i="0">
                <a:solidFill>
                  <a:srgbClr val="241646"/>
                </a:solidFill>
                <a:latin typeface="Noto Sans JP"/>
                <a:ea typeface="Noto Sans JP"/>
                <a:cs typeface="Noto Sans JP"/>
              </a:defRPr>
            </a:pPr>
            <a:r>
              <a:rPr sz="1425" b="1" i="0">
                <a:solidFill>
                  <a:srgbClr val="241646"/>
                </a:solidFill>
                <a:latin typeface="Noto Sans JP"/>
                <a:ea typeface="Noto Sans JP"/>
                <a:cs typeface="Noto Sans JP"/>
              </a:rPr>
              <a:t>Swarm参照表</a:t>
            </a:r>
          </a:p>
        </p:txBody>
      </p:sp>
      <p:sp>
        <p:nvSpPr>
          <p:cNvPr id="15" name="">
            <a:extLst xmlns:a="http://schemas.openxmlformats.org/drawingml/2006/main">
              <a:ext uri="{FF2B5EF4-FFF2-40B4-BE49-F238E27FC236}">
                <a16:creationId xmlns:a16="http://schemas.microsoft.com/office/drawing/2014/main" id="{F8E60458-4A0D-4B1F-B443-FCE5C2D05B79}"/>
              </a:ext>
            </a:extLst>
          </p:cNvPr>
          <p:cNvSpPr>
            <a:spLocks xmlns:a="http://schemas.openxmlformats.org/drawingml/2006/main" noGrp="1"/>
          </p:cNvSpPr>
          <p:nvPr/>
        </p:nvSpPr>
        <p:spPr>
          <a:xfrm xmlns:a="http://schemas.openxmlformats.org/drawingml/2006/main">
            <a:off x="3619500" y="4857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p(ε), μ, D, kⱼ</a:t>
            </a:r>
          </a:p>
        </p:txBody>
      </p:sp>
      <p:sp>
        <p:nvSpPr>
          <p:cNvPr id="16" name="">
            <a:extLst xmlns:a="http://schemas.openxmlformats.org/drawingml/2006/main">
              <a:ext uri="{FF2B5EF4-FFF2-40B4-BE49-F238E27FC236}">
                <a16:creationId xmlns:a16="http://schemas.microsoft.com/office/drawing/2014/main" id="{5B749466-4259-4DE2-8A73-44C8E775C4E9}"/>
              </a:ext>
            </a:extLst>
          </p:cNvPr>
          <p:cNvSpPr>
            <a:spLocks xmlns:a="http://schemas.openxmlformats.org/drawingml/2006/main" noGrp="1"/>
          </p:cNvSpPr>
          <p:nvPr/>
        </p:nvSpPr>
        <p:spPr>
          <a:xfrm xmlns:a="http://schemas.openxmlformats.org/drawingml/2006/main">
            <a:off x="6381750" y="4333875"/>
            <a:ext cx="23812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00A6D6"/>
            </a:solidFill>
            <a:prstDash val="solid"/>
          </a:ln>
        </p:spPr>
      </p:sp>
      <p:sp>
        <p:nvSpPr>
          <p:cNvPr id="17" name="">
            <a:extLst xmlns:a="http://schemas.openxmlformats.org/drawingml/2006/main">
              <a:ext uri="{FF2B5EF4-FFF2-40B4-BE49-F238E27FC236}">
                <a16:creationId xmlns:a16="http://schemas.microsoft.com/office/drawing/2014/main" id="{BBF0526E-87CE-40D7-94AD-28011AAB61F9}"/>
              </a:ext>
            </a:extLst>
          </p:cNvPr>
          <p:cNvSpPr>
            <a:spLocks xmlns:a="http://schemas.openxmlformats.org/drawingml/2006/main" noGrp="1"/>
          </p:cNvSpPr>
          <p:nvPr/>
        </p:nvSpPr>
        <p:spPr>
          <a:xfrm xmlns:a="http://schemas.openxmlformats.org/drawingml/2006/main">
            <a:off x="6524625" y="4476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425" b="1" i="0">
                <a:solidFill>
                  <a:srgbClr val="241646"/>
                </a:solidFill>
                <a:latin typeface="Noto Sans JP"/>
                <a:ea typeface="Noto Sans JP"/>
                <a:cs typeface="Noto Sans JP"/>
              </a:defRPr>
            </a:pPr>
            <a:r>
              <a:rPr sz="1425" b="1" i="0">
                <a:solidFill>
                  <a:srgbClr val="241646"/>
                </a:solidFill>
                <a:latin typeface="Noto Sans JP"/>
                <a:ea typeface="Noto Sans JP"/>
                <a:cs typeface="Noto Sans JP"/>
              </a:rPr>
              <a:t>保存則の係数</a:t>
            </a:r>
          </a:p>
        </p:txBody>
      </p:sp>
      <p:sp>
        <p:nvSpPr>
          <p:cNvPr id="18" name="">
            <a:extLst xmlns:a="http://schemas.openxmlformats.org/drawingml/2006/main">
              <a:ext uri="{FF2B5EF4-FFF2-40B4-BE49-F238E27FC236}">
                <a16:creationId xmlns:a16="http://schemas.microsoft.com/office/drawing/2014/main" id="{1A3D6DAC-5BC7-4BFD-A4BE-4F2959C024C5}"/>
              </a:ext>
            </a:extLst>
          </p:cNvPr>
          <p:cNvSpPr>
            <a:spLocks xmlns:a="http://schemas.openxmlformats.org/drawingml/2006/main" noGrp="1"/>
          </p:cNvSpPr>
          <p:nvPr/>
        </p:nvSpPr>
        <p:spPr>
          <a:xfrm xmlns:a="http://schemas.openxmlformats.org/drawingml/2006/main">
            <a:off x="6524625" y="4857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流束・生成・損失</a:t>
            </a:r>
          </a:p>
        </p:txBody>
      </p:sp>
      <p:sp>
        <p:nvSpPr>
          <p:cNvPr id="19" name="">
            <a:extLst xmlns:a="http://schemas.openxmlformats.org/drawingml/2006/main">
              <a:ext uri="{FF2B5EF4-FFF2-40B4-BE49-F238E27FC236}">
                <a16:creationId xmlns:a16="http://schemas.microsoft.com/office/drawing/2014/main" id="{324DD431-0DCD-4199-A467-C657B8635AE2}"/>
              </a:ext>
            </a:extLst>
          </p:cNvPr>
          <p:cNvSpPr>
            <a:spLocks xmlns:a="http://schemas.openxmlformats.org/drawingml/2006/main" noGrp="1"/>
          </p:cNvSpPr>
          <p:nvPr/>
        </p:nvSpPr>
        <p:spPr>
          <a:xfrm xmlns:a="http://schemas.openxmlformats.org/drawingml/2006/main">
            <a:off x="9286875" y="4333875"/>
            <a:ext cx="23812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6DBB20"/>
            </a:solidFill>
            <a:prstDash val="solid"/>
          </a:ln>
        </p:spPr>
      </p:sp>
      <p:sp>
        <p:nvSpPr>
          <p:cNvPr id="20" name="">
            <a:extLst xmlns:a="http://schemas.openxmlformats.org/drawingml/2006/main">
              <a:ext uri="{FF2B5EF4-FFF2-40B4-BE49-F238E27FC236}">
                <a16:creationId xmlns:a16="http://schemas.microsoft.com/office/drawing/2014/main" id="{8223CF53-B82D-4E5E-97B4-CC2757A25629}"/>
              </a:ext>
            </a:extLst>
          </p:cNvPr>
          <p:cNvSpPr>
            <a:spLocks xmlns:a="http://schemas.openxmlformats.org/drawingml/2006/main" noGrp="1"/>
          </p:cNvSpPr>
          <p:nvPr/>
        </p:nvSpPr>
        <p:spPr>
          <a:xfrm xmlns:a="http://schemas.openxmlformats.org/drawingml/2006/main">
            <a:off x="9429750" y="4476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425" b="1" i="0">
                <a:solidFill>
                  <a:srgbClr val="241646"/>
                </a:solidFill>
                <a:latin typeface="Noto Sans JP"/>
                <a:ea typeface="Noto Sans JP"/>
                <a:cs typeface="Noto Sans JP"/>
              </a:defRPr>
            </a:pPr>
            <a:r>
              <a:rPr sz="1425" b="1" i="0">
                <a:solidFill>
                  <a:srgbClr val="241646"/>
                </a:solidFill>
                <a:latin typeface="Noto Sans JP"/>
                <a:ea typeface="Noto Sans JP"/>
                <a:cs typeface="Noto Sans JP"/>
              </a:rPr>
              <a:t>空間解</a:t>
            </a:r>
          </a:p>
        </p:txBody>
      </p:sp>
      <p:sp>
        <p:nvSpPr>
          <p:cNvPr id="21" name="">
            <a:extLst xmlns:a="http://schemas.openxmlformats.org/drawingml/2006/main">
              <a:ext uri="{FF2B5EF4-FFF2-40B4-BE49-F238E27FC236}">
                <a16:creationId xmlns:a16="http://schemas.microsoft.com/office/drawing/2014/main" id="{28761D31-22A6-495D-8295-BBE949FC604A}"/>
              </a:ext>
            </a:extLst>
          </p:cNvPr>
          <p:cNvSpPr>
            <a:spLocks xmlns:a="http://schemas.openxmlformats.org/drawingml/2006/main" noGrp="1"/>
          </p:cNvSpPr>
          <p:nvPr/>
        </p:nvSpPr>
        <p:spPr>
          <a:xfrm xmlns:a="http://schemas.openxmlformats.org/drawingml/2006/main">
            <a:off x="9429750" y="4857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200" b="0" i="0">
                <a:solidFill>
                  <a:srgbClr val="333333"/>
                </a:solidFill>
                <a:latin typeface="Noto Sans JP"/>
                <a:ea typeface="Noto Sans JP"/>
                <a:cs typeface="Noto Sans JP"/>
              </a:defRPr>
            </a:pPr>
            <a:r>
              <a:rPr sz="1200" b="0" i="0">
                <a:solidFill>
                  <a:srgbClr val="333333"/>
                </a:solidFill>
                <a:latin typeface="Noto Sans JP"/>
                <a:ea typeface="Noto Sans JP"/>
                <a:cs typeface="Noto Sans JP"/>
              </a:rPr>
              <a:t>nₑ, ε, species, E, B</a:t>
            </a:r>
          </a:p>
        </p:txBody>
      </p:sp>
      <p:cxnSp>
        <p:nvCxnSpPr>
          <p:cNvPr id="51" name=""/>
          <p:cNvCxnSpPr>
            <a:stCxn xmlns:a="http://schemas.openxmlformats.org/drawingml/2006/main" id="10" idx="3"/>
            <a:endCxn xmlns:a="http://schemas.openxmlformats.org/drawingml/2006/main" id="13" idx="1"/>
          </p:cNvCxnSpPr>
          <p:nvPr/>
        </p:nvCxnSpPr>
        <p:spPr>
          <a:xfrm xmlns:a="http://schemas.openxmlformats.org/drawingml/2006/main">
            <a:off x="2952750" y="4833938"/>
            <a:ext cx="523875" cy="0"/>
          </a:xfrm>
          <a:prstGeom xmlns:a="http://schemas.openxmlformats.org/drawingml/2006/main" prst="straightConnector1">
            <a:avLst/>
          </a:prstGeom>
          <a:ln xmlns:a="http://schemas.openxmlformats.org/drawingml/2006/main" w="13335">
            <a:solidFill>
              <a:srgbClr val="7A858A"/>
            </a:solidFill>
            <a:prstDash val="solid"/>
            <a:tailEnd type="arrow" w="sm" len="sm"/>
          </a:ln>
        </p:spPr>
      </p:cxnSp>
      <p:cxnSp>
        <p:nvCxnSpPr>
          <p:cNvPr id="52" name=""/>
          <p:cNvCxnSpPr>
            <a:stCxn xmlns:a="http://schemas.openxmlformats.org/drawingml/2006/main" id="13" idx="3"/>
            <a:endCxn xmlns:a="http://schemas.openxmlformats.org/drawingml/2006/main" id="16" idx="1"/>
          </p:cNvCxnSpPr>
          <p:nvPr/>
        </p:nvCxnSpPr>
        <p:spPr>
          <a:xfrm xmlns:a="http://schemas.openxmlformats.org/drawingml/2006/main">
            <a:off x="5857875" y="4833938"/>
            <a:ext cx="523875" cy="0"/>
          </a:xfrm>
          <a:prstGeom xmlns:a="http://schemas.openxmlformats.org/drawingml/2006/main" prst="straightConnector1">
            <a:avLst/>
          </a:prstGeom>
          <a:ln xmlns:a="http://schemas.openxmlformats.org/drawingml/2006/main" w="13335">
            <a:solidFill>
              <a:srgbClr val="7A858A"/>
            </a:solidFill>
            <a:prstDash val="solid"/>
            <a:tailEnd type="arrow" w="sm" len="sm"/>
          </a:ln>
        </p:spPr>
      </p:cxnSp>
      <p:cxnSp>
        <p:nvCxnSpPr>
          <p:cNvPr id="53" name=""/>
          <p:cNvCxnSpPr>
            <a:stCxn xmlns:a="http://schemas.openxmlformats.org/drawingml/2006/main" id="16" idx="3"/>
            <a:endCxn xmlns:a="http://schemas.openxmlformats.org/drawingml/2006/main" id="19" idx="1"/>
          </p:cNvCxnSpPr>
          <p:nvPr/>
        </p:nvCxnSpPr>
        <p:spPr>
          <a:xfrm xmlns:a="http://schemas.openxmlformats.org/drawingml/2006/main">
            <a:off x="8763000" y="4833938"/>
            <a:ext cx="523875" cy="0"/>
          </a:xfrm>
          <a:prstGeom xmlns:a="http://schemas.openxmlformats.org/drawingml/2006/main" prst="straightConnector1">
            <a:avLst/>
          </a:prstGeom>
          <a:ln xmlns:a="http://schemas.openxmlformats.org/drawingml/2006/main" w="13335">
            <a:solidFill>
              <a:srgbClr val="7A858A"/>
            </a:solidFill>
            <a:prstDash val="solid"/>
            <a:tailEnd type="arrow" w="sm" len="sm"/>
          </a:ln>
        </p:spPr>
      </p:cxnSp>
      <p:sp>
        <p:nvSpPr>
          <p:cNvPr id="25" name="takeaway-bullet">
            <a:extLst xmlns:a="http://schemas.openxmlformats.org/drawingml/2006/main">
              <a:ext uri="{FF2B5EF4-FFF2-40B4-BE49-F238E27FC236}">
                <a16:creationId xmlns:a16="http://schemas.microsoft.com/office/drawing/2014/main" id="{814040C0-4F30-428E-9AD4-ED95439735E0}"/>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6" name="takeaway">
            <a:extLst xmlns:a="http://schemas.openxmlformats.org/drawingml/2006/main">
              <a:ext uri="{FF2B5EF4-FFF2-40B4-BE49-F238E27FC236}">
                <a16:creationId xmlns:a16="http://schemas.microsoft.com/office/drawing/2014/main" id="{996BF2E8-A025-4632-B7E2-2E811FCAEB35}"/>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Swarmは係数とEEDFを供給する。2次元分布はCOMSOL保存則の解であり、両者の役割を混同しない。</a:t>
            </a:r>
          </a:p>
        </p:txBody>
      </p:sp>
      <p:sp>
        <p:nvSpPr>
          <p:cNvPr id="27" name="source">
            <a:extLst xmlns:a="http://schemas.openxmlformats.org/drawingml/2006/main">
              <a:ext uri="{FF2B5EF4-FFF2-40B4-BE49-F238E27FC236}">
                <a16:creationId xmlns:a16="http://schemas.microsoft.com/office/drawing/2014/main" id="{08E779FA-0C0C-4A87-978B-37D2A4D2DA2E}"/>
              </a:ext>
            </a:extLst>
          </p:cNvPr>
          <p:cNvSpPr>
            <a:spLocks xmlns:a="http://schemas.openxmlformats.org/drawingml/2006/main" noGrp="1"/>
          </p:cNvSpPr>
          <p:nvPr/>
        </p:nvSpPr>
        <p:spPr>
          <a:xfrm xmlns:a="http://schemas.openxmlformats.org/drawingml/2006/main">
            <a:off x="419100" y="63341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l">
              <a:lnSpc>
                <a:spcPct val="102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COMSOL plasma model equations and repository mapping: [R13], [R14]</a:t>
            </a:r>
          </a:p>
        </p:txBody>
      </p:sp>
      <p:sp>
        <p:nvSpPr>
          <p:cNvPr id="28" name="section">
            <a:extLst xmlns:a="http://schemas.openxmlformats.org/drawingml/2006/main">
              <a:ext uri="{FF2B5EF4-FFF2-40B4-BE49-F238E27FC236}">
                <a16:creationId xmlns:a16="http://schemas.microsoft.com/office/drawing/2014/main" id="{9F4E98DF-85E2-4253-B73A-9D3B82A0772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
        <p:nvSpPr>
          <p:cNvPr id="29" name="footer">
            <a:extLst xmlns:a="http://schemas.openxmlformats.org/drawingml/2006/main">
              <a:ext uri="{FF2B5EF4-FFF2-40B4-BE49-F238E27FC236}">
                <a16:creationId xmlns:a16="http://schemas.microsoft.com/office/drawing/2014/main" id="{39480F1E-40A4-4CD9-9E52-0589AF598BE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30" name="page">
            <a:extLst xmlns:a="http://schemas.openxmlformats.org/drawingml/2006/main">
              <a:ext uri="{FF2B5EF4-FFF2-40B4-BE49-F238E27FC236}">
                <a16:creationId xmlns:a16="http://schemas.microsoft.com/office/drawing/2014/main" id="{618AFA44-062F-4F1E-B5C6-06B5AE45FBD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42</a:t>
            </a:r>
          </a:p>
        </p:txBody>
      </p:sp>
    </p:spTree>
    <p:extLst>
      <p:ext uri="{BB962C8B-B14F-4D97-AF65-F5344CB8AC3E}">
        <p14:creationId xmlns:p14="http://schemas.microsoft.com/office/powerpoint/2010/main" val="170690405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547628C-492E-4380-B5EC-FEA0B684656A}"/>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COMSOLへ渡す表と検査項目</a:t>
            </a:r>
          </a:p>
        </p:txBody>
      </p:sp>
      <p:graphicFrame>
        <p:nvGraphicFramePr>
          <p:cNvPr id="12" name=""/>
          <p:cNvGraphicFramePr/>
          <p:nvPr/>
        </p:nvGraphicFramePr>
        <p:xfrm>
          <a:off xmlns:a="http://schemas.openxmlformats.org/drawingml/2006/main" x="457200" y="1381125"/>
          <a:ext xmlns:a="http://schemas.openxmlformats.org/drawingml/2006/main" cx="11287125" cy="3714750"/>
        </p:xfrm>
        <a:graphic xmlns:a="http://schemas.openxmlformats.org/drawingml/2006/main">
          <a:graphicData uri="http://schemas.openxmlformats.org/drawingml/2006/table">
            <a:tbl>
              <a:tblPr/>
              <a:tblGrid>
                <a:gridCol w="2673266"/>
                <a:gridCol w="1841584"/>
                <a:gridCol w="3445543"/>
                <a:gridCol w="3326732"/>
              </a:tblGrid>
              <a:tr h="619125">
                <a:tc>
                  <a:txBody>
                    <a:bodyPr lIns="57150" tIns="47625" rIns="57150" bIns="47625">
                      <a:normAutofit/>
                    </a:bodyPr>
                    <a:lstStyle/>
                    <a:p>
                      <a:pPr algn="l"/>
                      <a:r>
                        <a:rPr sz="1125" b="1">
                          <a:solidFill>
                            <a:srgbClr val="FFFFFF"/>
                          </a:solidFill>
                          <a:latin typeface="Noto Sans JP"/>
                          <a:ea typeface="Noto Sans JP"/>
                          <a:cs typeface="Noto Sans JP"/>
                        </a:rPr>
                        <a:t>ファイル</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独立変数</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格納する物性</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COMSOLへ渡す前の確認</a:t>
                      </a:r>
                    </a:p>
                  </a:txBody>
                  <a:tcPr marL="91440" marR="91440" marT="45720" marB="45720" anchor="ctr">
                    <a:solidFill>
                      <a:srgbClr val="00A6D6"/>
                    </a:solidFill>
                  </a:tcPr>
                </a:tc>
              </a:tr>
              <a:tr h="619125">
                <a:tc>
                  <a:txBody>
                    <a:bodyPr lIns="57150" tIns="47625" rIns="57150" bIns="47625">
                      <a:normAutofit/>
                    </a:bodyPr>
                    <a:lstStyle/>
                    <a:p>
                      <a:pPr algn="l"/>
                      <a:r>
                        <a:rPr sz="1050" b="1">
                          <a:solidFill>
                            <a:srgbClr val="333333"/>
                          </a:solidFill>
                          <a:latin typeface="Noto Sans JP"/>
                          <a:ea typeface="Noto Sans JP"/>
                          <a:cs typeface="Noto Sans JP"/>
                        </a:rPr>
                        <a:t>transport_vs_en.csv</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E/N</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μN、DN、エネルギー輸送係数</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定義、単位、対応E/N範囲</a:t>
                      </a:r>
                    </a:p>
                  </a:txBody>
                  <a:tcPr marL="91440" marR="91440" marT="45720" marB="45720" anchor="ctr">
                    <a:solidFill>
                      <a:srgbClr val="FFFFFF"/>
                    </a:solidFill>
                  </a:tcPr>
                </a:tc>
              </a:tr>
              <a:tr h="619125">
                <a:tc>
                  <a:txBody>
                    <a:bodyPr lIns="57150" tIns="47625" rIns="57150" bIns="47625">
                      <a:normAutofit/>
                    </a:bodyPr>
                    <a:lstStyle/>
                    <a:p>
                      <a:pPr algn="l"/>
                      <a:r>
                        <a:rPr sz="1050" b="1">
                          <a:solidFill>
                            <a:srgbClr val="333333"/>
                          </a:solidFill>
                          <a:latin typeface="Noto Sans JP"/>
                          <a:ea typeface="Noto Sans JP"/>
                          <a:cs typeface="Noto Sans JP"/>
                        </a:rPr>
                        <a:t>rates_vs_en.csv</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E/N</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反応速度係数 kⱼ、成長率</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反応名、閾値、断面積との対応</a:t>
                      </a:r>
                    </a:p>
                  </a:txBody>
                  <a:tcPr marL="91440" marR="91440" marT="45720" marB="45720" anchor="ctr">
                    <a:solidFill>
                      <a:srgbClr val="F2F3F4"/>
                    </a:solidFill>
                  </a:tcPr>
                </a:tc>
              </a:tr>
              <a:tr h="619125">
                <a:tc>
                  <a:txBody>
                    <a:bodyPr lIns="57150" tIns="47625" rIns="57150" bIns="47625">
                      <a:normAutofit/>
                    </a:bodyPr>
                    <a:lstStyle/>
                    <a:p>
                      <a:pPr algn="l"/>
                      <a:r>
                        <a:rPr sz="1050" b="1">
                          <a:solidFill>
                            <a:srgbClr val="333333"/>
                          </a:solidFill>
                          <a:latin typeface="Noto Sans JP"/>
                          <a:ea typeface="Noto Sans JP"/>
                          <a:cs typeface="Noto Sans JP"/>
                        </a:rPr>
                        <a:t>eedf.csv</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ε, E/N</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EEDF p(ε)</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正規化、平均値、高エネルギー上限</a:t>
                      </a:r>
                    </a:p>
                  </a:txBody>
                  <a:tcPr marL="91440" marR="91440" marT="45720" marB="45720" anchor="ctr">
                    <a:solidFill>
                      <a:srgbClr val="FFFFFF"/>
                    </a:solidFill>
                  </a:tcPr>
                </a:tc>
              </a:tr>
              <a:tr h="619125">
                <a:tc>
                  <a:txBody>
                    <a:bodyPr lIns="57150" tIns="47625" rIns="57150" bIns="47625">
                      <a:normAutofit/>
                    </a:bodyPr>
                    <a:lstStyle/>
                    <a:p>
                      <a:pPr algn="l"/>
                      <a:r>
                        <a:rPr sz="1050" b="1">
                          <a:solidFill>
                            <a:srgbClr val="333333"/>
                          </a:solidFill>
                          <a:latin typeface="Noto Sans JP"/>
                          <a:ea typeface="Noto Sans JP"/>
                          <a:cs typeface="Noto Sans JP"/>
                        </a:rPr>
                        <a:t>*_vs_mean_energy.csv</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⟨ε⟩</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輸送・反応・EEDF参照表</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単調枝、補間範囲、外挿禁止</a:t>
                      </a:r>
                    </a:p>
                  </a:txBody>
                  <a:tcPr marL="91440" marR="91440" marT="45720" marB="45720" anchor="ctr">
                    <a:solidFill>
                      <a:srgbClr val="F2F3F4"/>
                    </a:solidFill>
                  </a:tcPr>
                </a:tc>
              </a:tr>
              <a:tr h="619125">
                <a:tc>
                  <a:txBody>
                    <a:bodyPr lIns="57150" tIns="47625" rIns="57150" bIns="47625">
                      <a:normAutofit/>
                    </a:bodyPr>
                    <a:lstStyle/>
                    <a:p>
                      <a:pPr algn="l"/>
                      <a:r>
                        <a:rPr sz="1050" b="1">
                          <a:solidFill>
                            <a:srgbClr val="333333"/>
                          </a:solidFill>
                          <a:latin typeface="Noto Sans JP"/>
                          <a:ea typeface="Noto Sans JP"/>
                          <a:cs typeface="Noto Sans JP"/>
                        </a:rPr>
                        <a:t>manifest.json</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ガス、断面積識別子、単位、手法、採用状態</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出典と再現条件</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C68E987-99ED-45A4-B5BF-3AC147256B81}"/>
              </a:ext>
            </a:extLst>
          </p:cNvPr>
          <p:cNvSpPr>
            <a:spLocks xmlns:a="http://schemas.openxmlformats.org/drawingml/2006/main" noGrp="1"/>
          </p:cNvSpPr>
          <p:nvPr/>
        </p:nvSpPr>
        <p:spPr>
          <a:xfrm xmlns:a="http://schemas.openxmlformats.org/drawingml/2006/main">
            <a:off x="762000" y="538162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個別MPHで別に定義するもの</a:t>
            </a:r>
          </a:p>
        </p:txBody>
      </p:sp>
      <p:sp>
        <p:nvSpPr>
          <p:cNvPr id="5" name="">
            <a:extLst xmlns:a="http://schemas.openxmlformats.org/drawingml/2006/main">
              <a:ext uri="{FF2B5EF4-FFF2-40B4-BE49-F238E27FC236}">
                <a16:creationId xmlns:a16="http://schemas.microsoft.com/office/drawing/2014/main" id="{2A5D8CD0-35F1-40A4-81D8-DB8324E71D12}"/>
              </a:ext>
            </a:extLst>
          </p:cNvPr>
          <p:cNvSpPr>
            <a:spLocks xmlns:a="http://schemas.openxmlformats.org/drawingml/2006/main" noGrp="1"/>
          </p:cNvSpPr>
          <p:nvPr/>
        </p:nvSpPr>
        <p:spPr>
          <a:xfrm xmlns:a="http://schemas.openxmlformats.org/drawingml/2006/main">
            <a:off x="3524250" y="5286375"/>
            <a:ext cx="762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COMSOL変数タグ、反応名、解析ステップ、境界条件、実行条件、出力時刻</a:t>
            </a:r>
          </a:p>
        </p:txBody>
      </p:sp>
      <p:sp>
        <p:nvSpPr>
          <p:cNvPr id="6" name="takeaway-bullet">
            <a:extLst xmlns:a="http://schemas.openxmlformats.org/drawingml/2006/main">
              <a:ext uri="{FF2B5EF4-FFF2-40B4-BE49-F238E27FC236}">
                <a16:creationId xmlns:a16="http://schemas.microsoft.com/office/drawing/2014/main" id="{6FFA8F86-1FD5-475D-B5C3-A54F27374C39}"/>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B2954106-17F5-478D-A631-6BB0EA4C6B3C}"/>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物性表は装置モデル非依存。個別MPHへの結び付けは別の変数対応表で管理する。</a:t>
            </a:r>
          </a:p>
        </p:txBody>
      </p:sp>
      <p:sp>
        <p:nvSpPr>
          <p:cNvPr id="8" name="section">
            <a:extLst xmlns:a="http://schemas.openxmlformats.org/drawingml/2006/main">
              <a:ext uri="{FF2B5EF4-FFF2-40B4-BE49-F238E27FC236}">
                <a16:creationId xmlns:a16="http://schemas.microsoft.com/office/drawing/2014/main" id="{E8F41223-709A-4680-BCF0-7E877A2E7677}"/>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
        <p:nvSpPr>
          <p:cNvPr id="9" name="footer">
            <a:extLst xmlns:a="http://schemas.openxmlformats.org/drawingml/2006/main">
              <a:ext uri="{FF2B5EF4-FFF2-40B4-BE49-F238E27FC236}">
                <a16:creationId xmlns:a16="http://schemas.microsoft.com/office/drawing/2014/main" id="{5ADCE6DB-99BA-4E3D-800C-5BA01C1AA219}"/>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0" name="page">
            <a:extLst xmlns:a="http://schemas.openxmlformats.org/drawingml/2006/main">
              <a:ext uri="{FF2B5EF4-FFF2-40B4-BE49-F238E27FC236}">
                <a16:creationId xmlns:a16="http://schemas.microsoft.com/office/drawing/2014/main" id="{342DD941-F50D-4C20-8849-C5702FC6914C}"/>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43</a:t>
            </a:r>
          </a:p>
        </p:txBody>
      </p:sp>
    </p:spTree>
    <p:extLst>
      <p:ext uri="{BB962C8B-B14F-4D97-AF65-F5344CB8AC3E}">
        <p14:creationId xmlns:p14="http://schemas.microsoft.com/office/powerpoint/2010/main" val="1927514828"/>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53024C5-BCB7-4267-8DB9-41773A5984D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平均エネルギーからEEDFを参照する表</a:t>
            </a:r>
          </a:p>
        </p:txBody>
      </p:sp>
      <p:sp>
        <p:nvSpPr>
          <p:cNvPr id="3" name="subtitle">
            <a:extLst xmlns:a="http://schemas.openxmlformats.org/drawingml/2006/main">
              <a:ext uri="{FF2B5EF4-FFF2-40B4-BE49-F238E27FC236}">
                <a16:creationId xmlns:a16="http://schemas.microsoft.com/office/drawing/2014/main" id="{CC52A3FD-EEDF-4644-978A-7D7A6E09073E}"/>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COMSOLの局所平均エネルギーに対応するEEDFを、正規化と一次モーメントを保って補間</a:t>
            </a:r>
          </a:p>
        </p:txBody>
      </p:sp>
      <p:sp>
        <p:nvSpPr>
          <p:cNvPr id="4" name="">
            <a:extLst xmlns:a="http://schemas.openxmlformats.org/drawingml/2006/main">
              <a:ext uri="{FF2B5EF4-FFF2-40B4-BE49-F238E27FC236}">
                <a16:creationId xmlns:a16="http://schemas.microsoft.com/office/drawing/2014/main" id="{A1EE533F-0AA1-4116-B6A1-20B6A100EED5}"/>
              </a:ext>
            </a:extLst>
          </p:cNvPr>
          <p:cNvSpPr>
            <a:spLocks xmlns:a="http://schemas.openxmlformats.org/drawingml/2006/main" noGrp="1"/>
          </p:cNvSpPr>
          <p:nvPr/>
        </p:nvSpPr>
        <p:spPr>
          <a:xfrm xmlns:a="http://schemas.openxmlformats.org/drawingml/2006/main">
            <a:off x="1190625" y="1333500"/>
            <a:ext cx="1143000" cy="628650"/>
          </a:xfrm>
          <a:prstGeom xmlns:a="http://schemas.openxmlformats.org/drawingml/2006/main" prst="rect">
            <a:avLst/>
          </a:prstGeom>
          <a:solidFill xmlns:a="http://schemas.openxmlformats.org/drawingml/2006/main">
            <a:srgbClr val="E9F7FB"/>
          </a:solidFill>
          <a:ln xmlns:a="http://schemas.openxmlformats.org/drawingml/2006/main" w="7620">
            <a:solidFill>
              <a:srgbClr val="B9DDE8"/>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050" b="1" i="0">
                <a:solidFill>
                  <a:srgbClr val="008DB6"/>
                </a:solidFill>
                <a:latin typeface="Noto Sans JP"/>
                <a:ea typeface="Noto Sans JP"/>
                <a:cs typeface="Noto Sans JP"/>
              </a:defRPr>
            </a:pPr>
            <a:r>
              <a:rPr sz="1050" b="1" i="0">
                <a:solidFill>
                  <a:srgbClr val="008DB6"/>
                </a:solidFill>
                <a:latin typeface="Noto Sans JP"/>
                <a:ea typeface="Noto Sans JP"/>
                <a:cs typeface="Noto Sans JP"/>
              </a:rPr>
              <a:t>参照関数</a:t>
            </a:r>
          </a:p>
        </p:txBody>
      </p:sp>
      <p:sp>
        <p:nvSpPr>
          <p:cNvPr id="5" name="">
            <a:extLst xmlns:a="http://schemas.openxmlformats.org/drawingml/2006/main">
              <a:ext uri="{FF2B5EF4-FFF2-40B4-BE49-F238E27FC236}">
                <a16:creationId xmlns:a16="http://schemas.microsoft.com/office/drawing/2014/main" id="{6A909FFB-A2C7-41FF-819E-D4C49A360897}"/>
              </a:ext>
            </a:extLst>
          </p:cNvPr>
          <p:cNvSpPr>
            <a:spLocks xmlns:a="http://schemas.openxmlformats.org/drawingml/2006/main" noGrp="1"/>
          </p:cNvSpPr>
          <p:nvPr/>
        </p:nvSpPr>
        <p:spPr>
          <a:xfrm xmlns:a="http://schemas.openxmlformats.org/drawingml/2006/main">
            <a:off x="2333625" y="1333500"/>
            <a:ext cx="8667750" cy="628650"/>
          </a:xfrm>
          <a:prstGeom xmlns:a="http://schemas.openxmlformats.org/drawingml/2006/main" prst="rect">
            <a:avLst/>
          </a:prstGeom>
          <a:solidFill xmlns:a="http://schemas.openxmlformats.org/drawingml/2006/main">
            <a:srgbClr val="FFFFFF"/>
          </a:solidFill>
          <a:ln xmlns:a="http://schemas.openxmlformats.org/drawingml/2006/main" w="7620">
            <a:solidFill>
              <a:srgbClr val="C9CED2"/>
            </a:solid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800" b="0" i="0">
                <a:solidFill>
                  <a:srgbClr val="333333"/>
                </a:solidFill>
                <a:latin typeface="Cambria Math"/>
                <a:ea typeface="Cambria Math"/>
                <a:cs typeface="Cambria Math"/>
              </a:defRPr>
            </a:pPr>
            <a:r>
              <a:rPr sz="1800" b="0" i="0">
                <a:solidFill>
                  <a:srgbClr val="333333"/>
                </a:solidFill>
                <a:latin typeface="Cambria Math"/>
                <a:ea typeface="Cambria Math"/>
                <a:cs typeface="Cambria Math"/>
              </a:rPr>
              <a:t>p(ε; ū) = interp₂D(ε, ū),    ∫p dε = 1,    ∫εp dε = ū</a:t>
            </a:r>
          </a:p>
        </p:txBody>
      </p:sp>
      <p:sp>
        <p:nvSpPr>
          <p:cNvPr id="6" name="">
            <a:extLst xmlns:a="http://schemas.openxmlformats.org/drawingml/2006/main">
              <a:ext uri="{FF2B5EF4-FFF2-40B4-BE49-F238E27FC236}">
                <a16:creationId xmlns:a16="http://schemas.microsoft.com/office/drawing/2014/main" id="{F80C3809-1727-47C7-9E9C-CE18E4921541}"/>
              </a:ext>
            </a:extLst>
          </p:cNvPr>
          <p:cNvSpPr>
            <a:spLocks xmlns:a="http://schemas.openxmlformats.org/drawingml/2006/main" noGrp="1"/>
          </p:cNvSpPr>
          <p:nvPr/>
        </p:nvSpPr>
        <p:spPr>
          <a:xfrm xmlns:a="http://schemas.openxmlformats.org/drawingml/2006/main">
            <a:off x="857250" y="233362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06440D94-3144-454F-9D7F-8BD549B95C63}"/>
              </a:ext>
            </a:extLst>
          </p:cNvPr>
          <p:cNvSpPr>
            <a:spLocks xmlns:a="http://schemas.openxmlformats.org/drawingml/2006/main" noGrp="1"/>
          </p:cNvSpPr>
          <p:nvPr/>
        </p:nvSpPr>
        <p:spPr>
          <a:xfrm xmlns:a="http://schemas.openxmlformats.org/drawingml/2006/main">
            <a:off x="1428750" y="2190750"/>
            <a:ext cx="2857500" cy="857250"/>
          </a:xfrm>
          <a:prstGeom xmlns:a="http://schemas.openxmlformats.org/drawingml/2006/main" prst="rect">
            <a:avLst/>
          </a:prstGeom>
          <a:solidFill xmlns:a="http://schemas.openxmlformats.org/drawingml/2006/main">
            <a:srgbClr val="FFFFFF"/>
          </a:solidFill>
          <a:ln xmlns:a="http://schemas.openxmlformats.org/drawingml/2006/main" w="11430">
            <a:solidFill>
              <a:srgbClr val="00A6D6"/>
            </a:solidFill>
            <a:prstDash val="solid"/>
          </a:ln>
        </p:spPr>
      </p:sp>
      <p:sp>
        <p:nvSpPr>
          <p:cNvPr id="8" name="">
            <a:extLst xmlns:a="http://schemas.openxmlformats.org/drawingml/2006/main">
              <a:ext uri="{FF2B5EF4-FFF2-40B4-BE49-F238E27FC236}">
                <a16:creationId xmlns:a16="http://schemas.microsoft.com/office/drawing/2014/main" id="{5E7DB4C0-7DF8-4559-9D8C-732FB8E8E836}"/>
              </a:ext>
            </a:extLst>
          </p:cNvPr>
          <p:cNvSpPr>
            <a:spLocks xmlns:a="http://schemas.openxmlformats.org/drawingml/2006/main" noGrp="1"/>
          </p:cNvSpPr>
          <p:nvPr/>
        </p:nvSpPr>
        <p:spPr>
          <a:xfrm xmlns:a="http://schemas.openxmlformats.org/drawingml/2006/main">
            <a:off x="1571625" y="23050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計算法ごとの基準EEDF</a:t>
            </a:r>
          </a:p>
        </p:txBody>
      </p:sp>
      <p:sp>
        <p:nvSpPr>
          <p:cNvPr id="9" name="">
            <a:extLst xmlns:a="http://schemas.openxmlformats.org/drawingml/2006/main">
              <a:ext uri="{FF2B5EF4-FFF2-40B4-BE49-F238E27FC236}">
                <a16:creationId xmlns:a16="http://schemas.microsoft.com/office/drawing/2014/main" id="{822B753E-3BCC-45CF-8B04-DA2C70C06EAC}"/>
              </a:ext>
            </a:extLst>
          </p:cNvPr>
          <p:cNvSpPr>
            <a:spLocks xmlns:a="http://schemas.openxmlformats.org/drawingml/2006/main" noGrp="1"/>
          </p:cNvSpPr>
          <p:nvPr/>
        </p:nvSpPr>
        <p:spPr>
          <a:xfrm xmlns:a="http://schemas.openxmlformats.org/drawingml/2006/main">
            <a:off x="1571625" y="26193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共通E/N点で得たp(ε)</a:t>
            </a:r>
          </a:p>
        </p:txBody>
      </p:sp>
      <p:sp>
        <p:nvSpPr>
          <p:cNvPr id="10" name="">
            <a:extLst xmlns:a="http://schemas.openxmlformats.org/drawingml/2006/main">
              <a:ext uri="{FF2B5EF4-FFF2-40B4-BE49-F238E27FC236}">
                <a16:creationId xmlns:a16="http://schemas.microsoft.com/office/drawing/2014/main" id="{9D64E0BD-44C7-4C35-BF0C-8C1190664E6A}"/>
              </a:ext>
            </a:extLst>
          </p:cNvPr>
          <p:cNvSpPr>
            <a:spLocks xmlns:a="http://schemas.openxmlformats.org/drawingml/2006/main" noGrp="1"/>
          </p:cNvSpPr>
          <p:nvPr/>
        </p:nvSpPr>
        <p:spPr>
          <a:xfrm xmlns:a="http://schemas.openxmlformats.org/drawingml/2006/main">
            <a:off x="4762500" y="2333625"/>
            <a:ext cx="400050" cy="400050"/>
          </a:xfrm>
          <a:prstGeom xmlns:a="http://schemas.openxmlformats.org/drawingml/2006/main" prst="rect">
            <a:avLst/>
          </a:prstGeom>
          <a:solidFill xmlns:a="http://schemas.openxmlformats.org/drawingml/2006/main">
            <a:srgbClr val="00A6D6"/>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7EAE35ED-308D-49C2-8553-B66A2D312301}"/>
              </a:ext>
            </a:extLst>
          </p:cNvPr>
          <p:cNvSpPr>
            <a:spLocks xmlns:a="http://schemas.openxmlformats.org/drawingml/2006/main" noGrp="1"/>
          </p:cNvSpPr>
          <p:nvPr/>
        </p:nvSpPr>
        <p:spPr>
          <a:xfrm xmlns:a="http://schemas.openxmlformats.org/drawingml/2006/main">
            <a:off x="5334000" y="2190750"/>
            <a:ext cx="2857500" cy="857250"/>
          </a:xfrm>
          <a:prstGeom xmlns:a="http://schemas.openxmlformats.org/drawingml/2006/main" prst="rect">
            <a:avLst/>
          </a:prstGeom>
          <a:solidFill xmlns:a="http://schemas.openxmlformats.org/drawingml/2006/main">
            <a:srgbClr val="FFFFFF"/>
          </a:solidFill>
          <a:ln xmlns:a="http://schemas.openxmlformats.org/drawingml/2006/main" w="11430">
            <a:solidFill>
              <a:srgbClr val="00A6D6"/>
            </a:solidFill>
            <a:prstDash val="solid"/>
          </a:ln>
        </p:spPr>
      </p:sp>
      <p:sp>
        <p:nvSpPr>
          <p:cNvPr id="12" name="">
            <a:extLst xmlns:a="http://schemas.openxmlformats.org/drawingml/2006/main">
              <a:ext uri="{FF2B5EF4-FFF2-40B4-BE49-F238E27FC236}">
                <a16:creationId xmlns:a16="http://schemas.microsoft.com/office/drawing/2014/main" id="{F17A94FF-BC97-4589-BE30-98BB0C632018}"/>
              </a:ext>
            </a:extLst>
          </p:cNvPr>
          <p:cNvSpPr>
            <a:spLocks xmlns:a="http://schemas.openxmlformats.org/drawingml/2006/main" noGrp="1"/>
          </p:cNvSpPr>
          <p:nvPr/>
        </p:nvSpPr>
        <p:spPr>
          <a:xfrm xmlns:a="http://schemas.openxmlformats.org/drawingml/2006/main">
            <a:off x="5476875" y="23050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エネルギー節点を再配置</a:t>
            </a:r>
          </a:p>
        </p:txBody>
      </p:sp>
      <p:sp>
        <p:nvSpPr>
          <p:cNvPr id="13" name="">
            <a:extLst xmlns:a="http://schemas.openxmlformats.org/drawingml/2006/main">
              <a:ext uri="{FF2B5EF4-FFF2-40B4-BE49-F238E27FC236}">
                <a16:creationId xmlns:a16="http://schemas.microsoft.com/office/drawing/2014/main" id="{D32ED41C-18B8-4112-98DF-199D1AC077B6}"/>
              </a:ext>
            </a:extLst>
          </p:cNvPr>
          <p:cNvSpPr>
            <a:spLocks xmlns:a="http://schemas.openxmlformats.org/drawingml/2006/main" noGrp="1"/>
          </p:cNvSpPr>
          <p:nvPr/>
        </p:nvSpPr>
        <p:spPr>
          <a:xfrm xmlns:a="http://schemas.openxmlformats.org/drawingml/2006/main">
            <a:off x="5476875" y="26193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閾値と高エネルギー尾部に節点を追加</a:t>
            </a:r>
          </a:p>
        </p:txBody>
      </p:sp>
      <p:sp>
        <p:nvSpPr>
          <p:cNvPr id="14" name="">
            <a:extLst xmlns:a="http://schemas.openxmlformats.org/drawingml/2006/main">
              <a:ext uri="{FF2B5EF4-FFF2-40B4-BE49-F238E27FC236}">
                <a16:creationId xmlns:a16="http://schemas.microsoft.com/office/drawing/2014/main" id="{A71EE472-106A-4D96-B546-2B7361E78E87}"/>
              </a:ext>
            </a:extLst>
          </p:cNvPr>
          <p:cNvSpPr>
            <a:spLocks xmlns:a="http://schemas.openxmlformats.org/drawingml/2006/main" noGrp="1"/>
          </p:cNvSpPr>
          <p:nvPr/>
        </p:nvSpPr>
        <p:spPr>
          <a:xfrm xmlns:a="http://schemas.openxmlformats.org/drawingml/2006/main">
            <a:off x="8667750" y="2333625"/>
            <a:ext cx="400050" cy="40005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650" b="1" i="0">
                <a:solidFill>
                  <a:srgbClr val="FFFFFF"/>
                </a:solidFill>
                <a:latin typeface="Noto Sans JP"/>
                <a:ea typeface="Noto Sans JP"/>
                <a:cs typeface="Noto Sans JP"/>
              </a:defRPr>
            </a:pPr>
            <a:r>
              <a:rPr sz="1650" b="1" i="0">
                <a:solidFill>
                  <a:srgbClr val="FFFFFF"/>
                </a:solidFill>
                <a:latin typeface="Noto Sans JP"/>
                <a:ea typeface="Noto Sans JP"/>
                <a:cs typeface="Noto Sans JP"/>
              </a:rPr>
              <a:t>3</a:t>
            </a:r>
          </a:p>
        </p:txBody>
      </p:sp>
      <p:sp>
        <p:nvSpPr>
          <p:cNvPr id="15" name="">
            <a:extLst xmlns:a="http://schemas.openxmlformats.org/drawingml/2006/main">
              <a:ext uri="{FF2B5EF4-FFF2-40B4-BE49-F238E27FC236}">
                <a16:creationId xmlns:a16="http://schemas.microsoft.com/office/drawing/2014/main" id="{12523306-17FC-4F0D-8FFE-CD5AA086903F}"/>
              </a:ext>
            </a:extLst>
          </p:cNvPr>
          <p:cNvSpPr>
            <a:spLocks xmlns:a="http://schemas.openxmlformats.org/drawingml/2006/main" noGrp="1"/>
          </p:cNvSpPr>
          <p:nvPr/>
        </p:nvSpPr>
        <p:spPr>
          <a:xfrm xmlns:a="http://schemas.openxmlformats.org/drawingml/2006/main">
            <a:off x="9239250" y="2190750"/>
            <a:ext cx="2857500" cy="857250"/>
          </a:xfrm>
          <a:prstGeom xmlns:a="http://schemas.openxmlformats.org/drawingml/2006/main" prst="rect">
            <a:avLst/>
          </a:prstGeom>
          <a:solidFill xmlns:a="http://schemas.openxmlformats.org/drawingml/2006/main">
            <a:srgbClr val="FFFFFF"/>
          </a:solidFill>
          <a:ln xmlns:a="http://schemas.openxmlformats.org/drawingml/2006/main" w="11430">
            <a:solidFill>
              <a:srgbClr val="6DBB20"/>
            </a:solidFill>
            <a:prstDash val="solid"/>
          </a:ln>
        </p:spPr>
      </p:sp>
      <p:sp>
        <p:nvSpPr>
          <p:cNvPr id="16" name="">
            <a:extLst xmlns:a="http://schemas.openxmlformats.org/drawingml/2006/main">
              <a:ext uri="{FF2B5EF4-FFF2-40B4-BE49-F238E27FC236}">
                <a16:creationId xmlns:a16="http://schemas.microsoft.com/office/drawing/2014/main" id="{FBB2C9F5-4C54-4BF0-8B75-720C6E72DA9E}"/>
              </a:ext>
            </a:extLst>
          </p:cNvPr>
          <p:cNvSpPr>
            <a:spLocks xmlns:a="http://schemas.openxmlformats.org/drawingml/2006/main" noGrp="1"/>
          </p:cNvSpPr>
          <p:nvPr/>
        </p:nvSpPr>
        <p:spPr>
          <a:xfrm xmlns:a="http://schemas.openxmlformats.org/drawingml/2006/main">
            <a:off x="9382125" y="23050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350" b="1" i="0">
                <a:solidFill>
                  <a:srgbClr val="241646"/>
                </a:solidFill>
                <a:latin typeface="Noto Sans JP"/>
                <a:ea typeface="Noto Sans JP"/>
                <a:cs typeface="Noto Sans JP"/>
              </a:defRPr>
            </a:pPr>
            <a:r>
              <a:rPr sz="1350" b="1" i="0">
                <a:solidFill>
                  <a:srgbClr val="241646"/>
                </a:solidFill>
                <a:latin typeface="Noto Sans JP"/>
                <a:ea typeface="Noto Sans JP"/>
                <a:cs typeface="Noto Sans JP"/>
              </a:rPr>
              <a:t>COMSOL用2次元表</a:t>
            </a:r>
          </a:p>
        </p:txBody>
      </p:sp>
      <p:sp>
        <p:nvSpPr>
          <p:cNvPr id="17" name="">
            <a:extLst xmlns:a="http://schemas.openxmlformats.org/drawingml/2006/main">
              <a:ext uri="{FF2B5EF4-FFF2-40B4-BE49-F238E27FC236}">
                <a16:creationId xmlns:a16="http://schemas.microsoft.com/office/drawing/2014/main" id="{49F7CCFF-5F4E-4400-BCB3-A41B17743488}"/>
              </a:ext>
            </a:extLst>
          </p:cNvPr>
          <p:cNvSpPr>
            <a:spLocks xmlns:a="http://schemas.openxmlformats.org/drawingml/2006/main" noGrp="1"/>
          </p:cNvSpPr>
          <p:nvPr/>
        </p:nvSpPr>
        <p:spPr>
          <a:xfrm xmlns:a="http://schemas.openxmlformats.org/drawingml/2006/main">
            <a:off x="9382125" y="26193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lnSpc>
                <a:spcPct val="102000"/>
              </a:lnSpc>
              <a:buNone/>
              <a:defRPr sz="1125" b="0" i="0">
                <a:solidFill>
                  <a:srgbClr val="333333"/>
                </a:solidFill>
                <a:latin typeface="Noto Sans JP"/>
                <a:ea typeface="Noto Sans JP"/>
                <a:cs typeface="Noto Sans JP"/>
              </a:defRPr>
            </a:pPr>
            <a:r>
              <a:rPr sz="1125" b="0" i="0">
                <a:solidFill>
                  <a:srgbClr val="333333"/>
                </a:solidFill>
                <a:latin typeface="Noto Sans JP"/>
                <a:ea typeface="Noto Sans JP"/>
                <a:cs typeface="Noto Sans JP"/>
              </a:rPr>
              <a:t>ū × ε の参照関数</a:t>
            </a:r>
          </a:p>
        </p:txBody>
      </p:sp>
      <p:cxnSp>
        <p:nvCxnSpPr>
          <p:cNvPr id="42" name=""/>
          <p:cNvCxnSpPr>
            <a:stCxn xmlns:a="http://schemas.openxmlformats.org/drawingml/2006/main" id="7" idx="3"/>
            <a:endCxn xmlns:a="http://schemas.openxmlformats.org/drawingml/2006/main" id="11" idx="1"/>
          </p:cNvCxnSpPr>
          <p:nvPr/>
        </p:nvCxnSpPr>
        <p:spPr>
          <a:xfrm xmlns:a="http://schemas.openxmlformats.org/drawingml/2006/main">
            <a:off x="4286250" y="2619375"/>
            <a:ext cx="1047750" cy="0"/>
          </a:xfrm>
          <a:prstGeom xmlns:a="http://schemas.openxmlformats.org/drawingml/2006/main" prst="straightConnector1">
            <a:avLst/>
          </a:prstGeom>
          <a:ln xmlns:a="http://schemas.openxmlformats.org/drawingml/2006/main" w="12383">
            <a:solidFill>
              <a:srgbClr val="788388"/>
            </a:solidFill>
            <a:prstDash val="solid"/>
            <a:tailEnd type="arrow" w="sm" len="sm"/>
          </a:ln>
        </p:spPr>
      </p:cxnSp>
      <p:cxnSp>
        <p:nvCxnSpPr>
          <p:cNvPr id="43" name=""/>
          <p:cNvCxnSpPr>
            <a:stCxn xmlns:a="http://schemas.openxmlformats.org/drawingml/2006/main" id="11" idx="3"/>
            <a:endCxn xmlns:a="http://schemas.openxmlformats.org/drawingml/2006/main" id="15" idx="1"/>
          </p:cNvCxnSpPr>
          <p:nvPr/>
        </p:nvCxnSpPr>
        <p:spPr>
          <a:xfrm xmlns:a="http://schemas.openxmlformats.org/drawingml/2006/main">
            <a:off x="8191500" y="2619375"/>
            <a:ext cx="1047750" cy="0"/>
          </a:xfrm>
          <a:prstGeom xmlns:a="http://schemas.openxmlformats.org/drawingml/2006/main" prst="straightConnector1">
            <a:avLst/>
          </a:prstGeom>
          <a:ln xmlns:a="http://schemas.openxmlformats.org/drawingml/2006/main" w="12383">
            <a:solidFill>
              <a:srgbClr val="788388"/>
            </a:solidFill>
            <a:prstDash val="solid"/>
            <a:tailEnd type="arrow" w="sm" len="sm"/>
          </a:ln>
        </p:spPr>
      </p:cxnSp>
      <p:graphicFrame>
        <p:nvGraphicFramePr>
          <p:cNvPr id="44" name=""/>
          <p:cNvGraphicFramePr/>
          <p:nvPr/>
        </p:nvGraphicFramePr>
        <p:xfrm>
          <a:off xmlns:a="http://schemas.openxmlformats.org/drawingml/2006/main" x="666750" y="3524250"/>
          <a:ext xmlns:a="http://schemas.openxmlformats.org/drawingml/2006/main" cx="10858500" cy="1952625"/>
        </p:xfrm>
        <a:graphic xmlns:a="http://schemas.openxmlformats.org/drawingml/2006/main">
          <a:graphicData uri="http://schemas.openxmlformats.org/drawingml/2006/table">
            <a:tbl>
              <a:tblPr/>
              <a:tblGrid>
                <a:gridCol w="2025420"/>
                <a:gridCol w="1350280"/>
                <a:gridCol w="1856635"/>
                <a:gridCol w="1575326"/>
                <a:gridCol w="1350280"/>
                <a:gridCol w="2700560"/>
              </a:tblGrid>
              <a:tr h="488156">
                <a:tc>
                  <a:txBody>
                    <a:bodyPr lIns="57150" tIns="47625" rIns="57150" bIns="47625">
                      <a:normAutofit/>
                    </a:bodyPr>
                    <a:lstStyle/>
                    <a:p>
                      <a:pPr algn="l"/>
                      <a:r>
                        <a:rPr sz="1050" b="1">
                          <a:solidFill>
                            <a:srgbClr val="FFFFFF"/>
                          </a:solidFill>
                          <a:latin typeface="Noto Sans JP"/>
                          <a:ea typeface="Noto Sans JP"/>
                          <a:cs typeface="Noto Sans JP"/>
                        </a:rPr>
                        <a:t>計算法</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E/N基準点</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平均エネルギー点</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エネルギー点</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行数</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最大補間誤差</a:t>
                      </a:r>
                    </a:p>
                  </a:txBody>
                  <a:tcPr marL="91440" marR="91440" marT="45720" marB="45720" anchor="ctr">
                    <a:solidFill>
                      <a:srgbClr val="00A6D6"/>
                    </a:solidFill>
                  </a:tcPr>
                </a:tc>
              </a:tr>
              <a:tr h="488156">
                <a:tc>
                  <a:txBody>
                    <a:bodyPr lIns="57150" tIns="47625" rIns="57150" bIns="47625">
                      <a:normAutofit/>
                    </a:bodyPr>
                    <a:lstStyle/>
                    <a:p>
                      <a:pPr algn="l"/>
                      <a:r>
                        <a:rPr sz="975" b="1">
                          <a:solidFill>
                            <a:srgbClr val="333333"/>
                          </a:solidFill>
                          <a:latin typeface="Noto Sans JP"/>
                          <a:ea typeface="Noto Sans JP"/>
                          <a:cs typeface="Noto Sans JP"/>
                        </a:rPr>
                        <a:t>two-term</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14</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93</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605</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56,265</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TV 0.495%; 反応速度 0.475%</a:t>
                      </a:r>
                    </a:p>
                  </a:txBody>
                  <a:tcPr marL="91440" marR="91440" marT="45720" marB="45720" anchor="ctr">
                    <a:solidFill>
                      <a:srgbClr val="FFFFFF"/>
                    </a:solidFill>
                  </a:tcPr>
                </a:tc>
              </a:tr>
              <a:tr h="488156">
                <a:tc>
                  <a:txBody>
                    <a:bodyPr lIns="57150" tIns="47625" rIns="57150" bIns="47625">
                      <a:normAutofit/>
                    </a:bodyPr>
                    <a:lstStyle/>
                    <a:p>
                      <a:pPr algn="l"/>
                      <a:r>
                        <a:rPr sz="975" b="1">
                          <a:solidFill>
                            <a:srgbClr val="333333"/>
                          </a:solidFill>
                          <a:latin typeface="Noto Sans JP"/>
                          <a:ea typeface="Noto Sans JP"/>
                          <a:cs typeface="Noto Sans JP"/>
                        </a:rPr>
                        <a:t>Monte Carlo</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14</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114</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797</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90,858</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TV 0.497%; 反応速度 0.493%</a:t>
                      </a:r>
                    </a:p>
                  </a:txBody>
                  <a:tcPr marL="91440" marR="91440" marT="45720" marB="45720" anchor="ctr">
                    <a:solidFill>
                      <a:srgbClr val="F2F3F4"/>
                    </a:solidFill>
                  </a:tcPr>
                </a:tc>
              </a:tr>
              <a:tr h="488156">
                <a:tc>
                  <a:txBody>
                    <a:bodyPr lIns="57150" tIns="47625" rIns="57150" bIns="47625">
                      <a:normAutofit/>
                    </a:bodyPr>
                    <a:lstStyle/>
                    <a:p>
                      <a:pPr algn="l"/>
                      <a:r>
                        <a:rPr sz="975" b="1">
                          <a:solidFill>
                            <a:srgbClr val="333333"/>
                          </a:solidFill>
                          <a:latin typeface="Noto Sans JP"/>
                          <a:ea typeface="Noto Sans JP"/>
                          <a:cs typeface="Noto Sans JP"/>
                        </a:rPr>
                        <a:t>propagator P1</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14</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89</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543</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48,327</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TV 0.455%; 反応速度 0.499%</a:t>
                      </a:r>
                    </a:p>
                  </a:txBody>
                  <a:tcPr marL="91440" marR="91440" marT="45720" marB="45720" anchor="ctr">
                    <a:solidFill>
                      <a:srgbClr val="FFFFFF"/>
                    </a:solidFill>
                  </a:tcPr>
                </a:tc>
              </a:tr>
            </a:tbl>
          </a:graphicData>
        </a:graphic>
      </p:graphicFrame>
      <p:sp>
        <p:nvSpPr>
          <p:cNvPr id="21" name="takeaway-bullet">
            <a:extLst xmlns:a="http://schemas.openxmlformats.org/drawingml/2006/main">
              <a:ext uri="{FF2B5EF4-FFF2-40B4-BE49-F238E27FC236}">
                <a16:creationId xmlns:a16="http://schemas.microsoft.com/office/drawing/2014/main" id="{572BF7C0-F19D-4042-9A9D-F1D32EF0A59C}"/>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2" name="takeaway">
            <a:extLst xmlns:a="http://schemas.openxmlformats.org/drawingml/2006/main">
              <a:ext uri="{FF2B5EF4-FFF2-40B4-BE49-F238E27FC236}">
                <a16:creationId xmlns:a16="http://schemas.microsoft.com/office/drawing/2014/main" id="{773837D5-B6FB-4943-9327-7E9D62C6BE78}"/>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補間誤差を0.5%以下に管理し、計算法の差と表生成の差を分離する。</a:t>
            </a:r>
          </a:p>
        </p:txBody>
      </p:sp>
      <p:sp>
        <p:nvSpPr>
          <p:cNvPr id="23" name="section">
            <a:extLst xmlns:a="http://schemas.openxmlformats.org/drawingml/2006/main">
              <a:ext uri="{FF2B5EF4-FFF2-40B4-BE49-F238E27FC236}">
                <a16:creationId xmlns:a16="http://schemas.microsoft.com/office/drawing/2014/main" id="{2841E066-76E9-4B92-8752-D8ED5CA6A550}"/>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
        <p:nvSpPr>
          <p:cNvPr id="24" name="footer">
            <a:extLst xmlns:a="http://schemas.openxmlformats.org/drawingml/2006/main">
              <a:ext uri="{FF2B5EF4-FFF2-40B4-BE49-F238E27FC236}">
                <a16:creationId xmlns:a16="http://schemas.microsoft.com/office/drawing/2014/main" id="{0B3B17BA-DCFD-4D6A-9643-F2696968136B}"/>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25" name="page">
            <a:extLst xmlns:a="http://schemas.openxmlformats.org/drawingml/2006/main">
              <a:ext uri="{FF2B5EF4-FFF2-40B4-BE49-F238E27FC236}">
                <a16:creationId xmlns:a16="http://schemas.microsoft.com/office/drawing/2014/main" id="{9A0A5604-65A3-4AE8-948B-E623BCC8EF5B}"/>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44</a:t>
            </a:r>
          </a:p>
        </p:txBody>
      </p:sp>
    </p:spTree>
    <p:extLst>
      <p:ext uri="{BB962C8B-B14F-4D97-AF65-F5344CB8AC3E}">
        <p14:creationId xmlns:p14="http://schemas.microsoft.com/office/powerpoint/2010/main" val="213489198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AC5D000-8E61-4861-9F05-CCAF27B72767}"/>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z=log₁₀p、x=log₁₀電子エネルギー、奥行き=log₁₀(E/N)；純Ar・13共通基準点</a:t>
            </a:r>
          </a:p>
        </p:txBody>
      </p:sp>
      <p:sp>
        <p:nvSpPr>
          <p:cNvPr id="7" name="">
            <a:extLst xmlns:a="http://schemas.openxmlformats.org/drawingml/2006/main">
              <a:ext uri="{FF2B5EF4-FFF2-40B4-BE49-F238E27FC236}">
                <a16:creationId xmlns:a16="http://schemas.microsoft.com/office/drawing/2014/main" id="{57AA0772-6D1C-49E6-BAB0-CE716A95A13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14E93863-9F8A-46D1-8D05-91B04377AEF8}"/>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45</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4fd9e9657234df6"/>
          <a:stretch xmlns:a="http://schemas.openxmlformats.org/drawingml/2006/main"/>
        </p:blipFill>
        <p:spPr>
          <a:xfrm xmlns:a="http://schemas.openxmlformats.org/drawingml/2006/main">
            <a:off x="333375" y="1167805"/>
            <a:ext cx="11525250" cy="4369991"/>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5AFE4DC-3001-46B8-A5C8-2A11A050BDE7}"/>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E/N上昇で確率質量が高エネルギー側へ連続移動する。</a:t>
            </a:r>
            <a:r>
              <a:rPr sz="1275" b="1" i="0">
                <a:solidFill>
                  <a:srgbClr val="6DBB20"/>
                </a:solidFill>
                <a:latin typeface="Noto Sans JP"/>
                <a:ea typeface="Noto Sans JP"/>
                <a:cs typeface="Noto Sans JP"/>
              </a:rPr>
              <a:t>反応速度は</a:t>
            </a:r>
            <a:r>
              <a:rPr sz="1275" b="1" i="0">
                <a:solidFill>
                  <a:srgbClr val="6DBB20"/>
                </a:solidFill>
                <a:latin typeface="Noto Sans JP"/>
                <a:ea typeface="Noto Sans JP"/>
                <a:cs typeface="Noto Sans JP"/>
              </a:rPr>
              <a:t>この曲面とσⱼ(ε)v(ε)の重なりをE/Nごとに積分した量。</a:t>
            </a:r>
          </a:p>
        </p:txBody>
      </p:sp>
      <p:sp>
        <p:nvSpPr>
          <p:cNvPr id="13" name="">
            <a:extLst xmlns:a="http://schemas.openxmlformats.org/drawingml/2006/main">
              <a:ext uri="{FF2B5EF4-FFF2-40B4-BE49-F238E27FC236}">
                <a16:creationId xmlns:a16="http://schemas.microsoft.com/office/drawing/2014/main" id="{0408B5AC-8D27-44F4-845A-578C7EC75B8F}"/>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[R1] [R2]  |  pure-Ar eedf.csv; display floor p=10⁻⁸ eV⁻¹</a:t>
            </a:r>
          </a:p>
        </p:txBody>
      </p:sp>
      <p:sp>
        <p:nvSpPr>
          <p:cNvPr id="16" name="title">
            <a:extLst xmlns:a="http://schemas.openxmlformats.org/drawingml/2006/main">
              <a:ext uri="{FF2B5EF4-FFF2-40B4-BE49-F238E27FC236}">
                <a16:creationId xmlns:a16="http://schemas.microsoft.com/office/drawing/2014/main" id="{F59954E0-03C0-4CBB-B820-AAF13476309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3次元応答曲面 I：EEDF p(ε; E/N)</a:t>
            </a:r>
          </a:p>
        </p:txBody>
      </p:sp>
      <p:sp>
        <p:nvSpPr>
          <p:cNvPr id="17" name="">
            <a:extLst xmlns:a="http://schemas.openxmlformats.org/drawingml/2006/main">
              <a:ext uri="{FF2B5EF4-FFF2-40B4-BE49-F238E27FC236}">
                <a16:creationId xmlns:a16="http://schemas.microsoft.com/office/drawing/2014/main" id="{C0EF5AD8-10BA-4DCD-93EF-6594E34C1394}"/>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8" name="section">
            <a:extLst xmlns:a="http://schemas.openxmlformats.org/drawingml/2006/main">
              <a:ext uri="{FF2B5EF4-FFF2-40B4-BE49-F238E27FC236}">
                <a16:creationId xmlns:a16="http://schemas.microsoft.com/office/drawing/2014/main" id="{E6293617-FC9D-448C-B6B2-74D181C785C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Tree>
    <p:extLst>
      <p:ext uri="{BB962C8B-B14F-4D97-AF65-F5344CB8AC3E}">
        <p14:creationId xmlns:p14="http://schemas.microsoft.com/office/powerpoint/2010/main" val="81702258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C263AE0-5494-4771-B023-093623085411}"/>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実際の eedf_f0_comsol_2d.csv：x=log₁₀ε、奥行き=平均エネルギー、z=log₁₀f₀</a:t>
            </a:r>
          </a:p>
        </p:txBody>
      </p:sp>
      <p:sp>
        <p:nvSpPr>
          <p:cNvPr id="7" name="">
            <a:extLst xmlns:a="http://schemas.openxmlformats.org/drawingml/2006/main">
              <a:ext uri="{FF2B5EF4-FFF2-40B4-BE49-F238E27FC236}">
                <a16:creationId xmlns:a16="http://schemas.microsoft.com/office/drawing/2014/main" id="{3707AB18-35EE-4EA3-8AB4-3045A7DD782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7647226B-EF1D-40CC-B7C2-32D39DBFC855}"/>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46</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07b6a6a48f04061"/>
          <a:stretch xmlns:a="http://schemas.openxmlformats.org/drawingml/2006/main"/>
        </p:blipFill>
        <p:spPr>
          <a:xfrm xmlns:a="http://schemas.openxmlformats.org/drawingml/2006/main">
            <a:off x="1009022" y="1162050"/>
            <a:ext cx="10173956" cy="3857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2697AEF-03D6-4BD5-AF31-F6A9B71BF47A}"/>
              </a:ext>
            </a:extLst>
          </p:cNvPr>
          <p:cNvSpPr>
            <a:spLocks xmlns:a="http://schemas.openxmlformats.org/drawingml/2006/main" noGrp="1"/>
          </p:cNvSpPr>
          <p:nvPr/>
        </p:nvSpPr>
        <p:spPr>
          <a:xfrm xmlns:a="http://schemas.openxmlformats.org/drawingml/2006/main">
            <a:off x="2571750" y="5105400"/>
            <a:ext cx="7048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1" name="">
            <a:extLst xmlns:a="http://schemas.openxmlformats.org/drawingml/2006/main">
              <a:ext uri="{FF2B5EF4-FFF2-40B4-BE49-F238E27FC236}">
                <a16:creationId xmlns:a16="http://schemas.microsoft.com/office/drawing/2014/main" id="{11EAEA8E-FB5F-45BB-B3A9-5D0DCA12F221}"/>
              </a:ext>
            </a:extLst>
          </p:cNvPr>
          <p:cNvSpPr>
            <a:spLocks xmlns:a="http://schemas.openxmlformats.org/drawingml/2006/main" noGrp="1"/>
          </p:cNvSpPr>
          <p:nvPr/>
        </p:nvSpPr>
        <p:spPr>
          <a:xfrm xmlns:a="http://schemas.openxmlformats.org/drawingml/2006/main">
            <a:off x="2571750" y="5105400"/>
            <a:ext cx="704850" cy="495300"/>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DD863B9-654D-4C0D-A23D-C93AC7482C46}"/>
              </a:ext>
            </a:extLst>
          </p:cNvPr>
          <p:cNvSpPr>
            <a:spLocks xmlns:a="http://schemas.openxmlformats.org/drawingml/2006/main" noGrp="1"/>
          </p:cNvSpPr>
          <p:nvPr/>
        </p:nvSpPr>
        <p:spPr>
          <a:xfrm xmlns:a="http://schemas.openxmlformats.org/drawingml/2006/main">
            <a:off x="2619375" y="514350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参照表</a:t>
            </a:r>
          </a:p>
        </p:txBody>
      </p:sp>
      <p:sp>
        <p:nvSpPr>
          <p:cNvPr id="13" name="">
            <a:extLst xmlns:a="http://schemas.openxmlformats.org/drawingml/2006/main">
              <a:ext uri="{FF2B5EF4-FFF2-40B4-BE49-F238E27FC236}">
                <a16:creationId xmlns:a16="http://schemas.microsoft.com/office/drawing/2014/main" id="{997C89C0-B40D-44E1-A4F8-B2826006640D}"/>
              </a:ext>
            </a:extLst>
          </p:cNvPr>
          <p:cNvSpPr>
            <a:spLocks xmlns:a="http://schemas.openxmlformats.org/drawingml/2006/main" noGrp="1"/>
          </p:cNvSpPr>
          <p:nvPr/>
        </p:nvSpPr>
        <p:spPr>
          <a:xfrm xmlns:a="http://schemas.openxmlformats.org/drawingml/2006/main">
            <a:off x="3448050" y="5153025"/>
            <a:ext cx="601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p(ε;ū)=√ε f₀(ε;ū),  ∫√ε f₀dε=1,  ∫ε√ε f₀dε=ū</a:t>
            </a:r>
          </a:p>
        </p:txBody>
      </p:sp>
      <p:sp>
        <p:nvSpPr>
          <p:cNvPr id="16" name="">
            <a:extLst xmlns:a="http://schemas.openxmlformats.org/drawingml/2006/main">
              <a:ext uri="{FF2B5EF4-FFF2-40B4-BE49-F238E27FC236}">
                <a16:creationId xmlns:a16="http://schemas.microsoft.com/office/drawing/2014/main" id="{E25F488E-9FB0-4782-8FE2-15421C250F3B}"/>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COMSOLは局所ūから曲面を切り出す。曲面の滑らかさだけでなく、各切断面の正規化・平均値・反応速度の再構成誤差を監査する。</a:t>
            </a:r>
          </a:p>
        </p:txBody>
      </p:sp>
      <p:sp>
        <p:nvSpPr>
          <p:cNvPr id="17" name="">
            <a:extLst xmlns:a="http://schemas.openxmlformats.org/drawingml/2006/main">
              <a:ext uri="{FF2B5EF4-FFF2-40B4-BE49-F238E27FC236}">
                <a16:creationId xmlns:a16="http://schemas.microsoft.com/office/drawing/2014/main" id="{8C2A7D06-2B0B-4CAC-A148-71BD6F69E98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{two_term,monte_carlo,propagator}_bundle/mixture_0000/eedf_f0_comsol_2d.csv</a:t>
            </a:r>
          </a:p>
        </p:txBody>
      </p:sp>
      <p:sp>
        <p:nvSpPr>
          <p:cNvPr id="20" name="title">
            <a:extLst xmlns:a="http://schemas.openxmlformats.org/drawingml/2006/main">
              <a:ext uri="{FF2B5EF4-FFF2-40B4-BE49-F238E27FC236}">
                <a16:creationId xmlns:a16="http://schemas.microsoft.com/office/drawing/2014/main" id="{26FCC577-A1BD-4C8F-9ECD-61C71F64CF7C}"/>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3次元応答曲面 II：平均エネルギーから参照するEEDF</a:t>
            </a:r>
          </a:p>
        </p:txBody>
      </p:sp>
      <p:sp>
        <p:nvSpPr>
          <p:cNvPr id="21" name="">
            <a:extLst xmlns:a="http://schemas.openxmlformats.org/drawingml/2006/main">
              <a:ext uri="{FF2B5EF4-FFF2-40B4-BE49-F238E27FC236}">
                <a16:creationId xmlns:a16="http://schemas.microsoft.com/office/drawing/2014/main" id="{DEE3B86B-2D66-49E7-A1BC-8A52CF16117A}"/>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2" name="section">
            <a:extLst xmlns:a="http://schemas.openxmlformats.org/drawingml/2006/main">
              <a:ext uri="{FF2B5EF4-FFF2-40B4-BE49-F238E27FC236}">
                <a16:creationId xmlns:a16="http://schemas.microsoft.com/office/drawing/2014/main" id="{7F4458CE-7387-4D7D-87DC-38371067D64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Tree>
    <p:extLst>
      <p:ext uri="{BB962C8B-B14F-4D97-AF65-F5344CB8AC3E}">
        <p14:creationId xmlns:p14="http://schemas.microsoft.com/office/powerpoint/2010/main" val="187464863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2DFD36A-B808-4ED0-92DB-725C1705C476}"/>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色は</a:t>
            </a:r>
            <a:r>
              <a:rPr sz="1275" b="0" i="0">
                <a:solidFill>
                  <a:srgbClr val="008DB6"/>
                </a:solidFill>
                <a:latin typeface="Noto Sans JP"/>
                <a:ea typeface="Noto Sans JP"/>
                <a:cs typeface="Noto Sans JP"/>
              </a:rPr>
              <a:t>標準COMSOL</a:t>
            </a:r>
            <a:r>
              <a:rPr sz="1275" b="0" i="0">
                <a:solidFill>
                  <a:srgbClr val="008DB6"/>
                </a:solidFill>
                <a:latin typeface="Noto Sans JP"/>
                <a:ea typeface="Noto Sans JP"/>
                <a:cs typeface="Noto Sans JP"/>
              </a:rPr>
              <a:t>のRF吸収密度。外形は共通時刻</a:t>
            </a:r>
            <a:r>
              <a:rPr sz="1275" b="0" i="0">
                <a:solidFill>
                  <a:srgbClr val="008DB6"/>
                </a:solidFill>
                <a:latin typeface="Noto Sans JP"/>
                <a:ea typeface="Noto Sans JP"/>
                <a:cs typeface="Noto Sans JP"/>
              </a:rPr>
              <a:t>出力結果</a:t>
            </a:r>
            <a:r>
              <a:rPr sz="1275" b="0" i="0">
                <a:solidFill>
                  <a:srgbClr val="008DB6"/>
                </a:solidFill>
                <a:latin typeface="Noto Sans JP"/>
                <a:ea typeface="Noto Sans JP"/>
                <a:cs typeface="Noto Sans JP"/>
              </a:rPr>
              <a:t>の計算領域</a:t>
            </a:r>
          </a:p>
        </p:txBody>
      </p:sp>
      <p:sp>
        <p:nvSpPr>
          <p:cNvPr id="7" name="">
            <a:extLst xmlns:a="http://schemas.openxmlformats.org/drawingml/2006/main">
              <a:ext uri="{FF2B5EF4-FFF2-40B4-BE49-F238E27FC236}">
                <a16:creationId xmlns:a16="http://schemas.microsoft.com/office/drawing/2014/main" id="{0B38ECB6-4EFB-404A-AAC5-71FA28FD1044}"/>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2321377E-F5EA-415C-B75D-4613FE3A431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47</a:t>
            </a:r>
          </a:p>
        </p:txBody>
      </p:sp>
      <p:sp>
        <p:nvSpPr>
          <p:cNvPr id="9" name="">
            <a:extLst xmlns:a="http://schemas.openxmlformats.org/drawingml/2006/main">
              <a:ext uri="{FF2B5EF4-FFF2-40B4-BE49-F238E27FC236}">
                <a16:creationId xmlns:a16="http://schemas.microsoft.com/office/drawing/2014/main" id="{561628FA-8B77-4FBB-A05D-F67ABCF5A95C}"/>
              </a:ext>
            </a:extLst>
          </p:cNvPr>
          <p:cNvSpPr>
            <a:spLocks xmlns:a="http://schemas.openxmlformats.org/drawingml/2006/main" noGrp="1"/>
          </p:cNvSpPr>
          <p:nvPr/>
        </p:nvSpPr>
        <p:spPr>
          <a:xfrm xmlns:a="http://schemas.openxmlformats.org/drawingml/2006/main">
            <a:off x="552450" y="1295400"/>
            <a:ext cx="490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標準COMSOL Qrh（t = 1 ms）</a:t>
            </a:r>
          </a:p>
        </p:txBody>
      </p:sp>
      <p:sp>
        <p:nvSpPr>
          <p:cNvPr id="10" name="">
            <a:extLst xmlns:a="http://schemas.openxmlformats.org/drawingml/2006/main">
              <a:ext uri="{FF2B5EF4-FFF2-40B4-BE49-F238E27FC236}">
                <a16:creationId xmlns:a16="http://schemas.microsoft.com/office/drawing/2014/main" id="{26747A3A-64D9-4CB3-B503-CF19F34D9B8B}"/>
              </a:ext>
            </a:extLst>
          </p:cNvPr>
          <p:cNvSpPr>
            <a:spLocks xmlns:a="http://schemas.openxmlformats.org/drawingml/2006/main" noGrp="1"/>
          </p:cNvSpPr>
          <p:nvPr/>
        </p:nvSpPr>
        <p:spPr>
          <a:xfrm xmlns:a="http://schemas.openxmlformats.org/drawingml/2006/main">
            <a:off x="1281113" y="1571625"/>
            <a:ext cx="3581400" cy="268605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6d637419982a4e4d"/>
          <a:stretch xmlns:a="http://schemas.openxmlformats.org/drawingml/2006/main"/>
        </p:blipFill>
        <p:spPr>
          <a:xfrm xmlns:a="http://schemas.openxmlformats.org/drawingml/2006/main">
            <a:off x="1281113" y="1571625"/>
            <a:ext cx="3581400" cy="2686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AC0E299-C1A1-4D87-862F-325B2B15B151}"/>
              </a:ext>
            </a:extLst>
          </p:cNvPr>
          <p:cNvSpPr>
            <a:spLocks xmlns:a="http://schemas.openxmlformats.org/drawingml/2006/main" noGrp="1"/>
          </p:cNvSpPr>
          <p:nvPr/>
        </p:nvSpPr>
        <p:spPr>
          <a:xfrm xmlns:a="http://schemas.openxmlformats.org/drawingml/2006/main">
            <a:off x="1281113" y="4257675"/>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3" name="">
            <a:extLst xmlns:a="http://schemas.openxmlformats.org/drawingml/2006/main">
              <a:ext uri="{FF2B5EF4-FFF2-40B4-BE49-F238E27FC236}">
                <a16:creationId xmlns:a16="http://schemas.microsoft.com/office/drawing/2014/main" id="{17F4F52B-A43D-44E0-9100-304514714E9A}"/>
              </a:ext>
            </a:extLst>
          </p:cNvPr>
          <p:cNvSpPr>
            <a:spLocks xmlns:a="http://schemas.openxmlformats.org/drawingml/2006/main" noGrp="1"/>
          </p:cNvSpPr>
          <p:nvPr/>
        </p:nvSpPr>
        <p:spPr>
          <a:xfrm xmlns:a="http://schemas.openxmlformats.org/drawingml/2006/main">
            <a:off x="1157288" y="4314825"/>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F70BD949-C190-461E-9302-2D4FD36AF79D}"/>
              </a:ext>
            </a:extLst>
          </p:cNvPr>
          <p:cNvSpPr>
            <a:spLocks xmlns:a="http://schemas.openxmlformats.org/drawingml/2006/main" noGrp="1"/>
          </p:cNvSpPr>
          <p:nvPr/>
        </p:nvSpPr>
        <p:spPr>
          <a:xfrm xmlns:a="http://schemas.openxmlformats.org/drawingml/2006/main">
            <a:off x="2560184" y="4257675"/>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5" name="">
            <a:extLst xmlns:a="http://schemas.openxmlformats.org/drawingml/2006/main">
              <a:ext uri="{FF2B5EF4-FFF2-40B4-BE49-F238E27FC236}">
                <a16:creationId xmlns:a16="http://schemas.microsoft.com/office/drawing/2014/main" id="{1EE7ECB7-24B1-4A9D-A5E0-F0AC9118F350}"/>
              </a:ext>
            </a:extLst>
          </p:cNvPr>
          <p:cNvSpPr>
            <a:spLocks xmlns:a="http://schemas.openxmlformats.org/drawingml/2006/main" noGrp="1"/>
          </p:cNvSpPr>
          <p:nvPr/>
        </p:nvSpPr>
        <p:spPr>
          <a:xfrm xmlns:a="http://schemas.openxmlformats.org/drawingml/2006/main">
            <a:off x="2436359" y="4314825"/>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16" name="">
            <a:extLst xmlns:a="http://schemas.openxmlformats.org/drawingml/2006/main">
              <a:ext uri="{FF2B5EF4-FFF2-40B4-BE49-F238E27FC236}">
                <a16:creationId xmlns:a16="http://schemas.microsoft.com/office/drawing/2014/main" id="{7A90AA44-024D-4287-9BEC-3F0E7E933373}"/>
              </a:ext>
            </a:extLst>
          </p:cNvPr>
          <p:cNvSpPr>
            <a:spLocks xmlns:a="http://schemas.openxmlformats.org/drawingml/2006/main" noGrp="1"/>
          </p:cNvSpPr>
          <p:nvPr/>
        </p:nvSpPr>
        <p:spPr>
          <a:xfrm xmlns:a="http://schemas.openxmlformats.org/drawingml/2006/main">
            <a:off x="3839255" y="4257675"/>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7" name="">
            <a:extLst xmlns:a="http://schemas.openxmlformats.org/drawingml/2006/main">
              <a:ext uri="{FF2B5EF4-FFF2-40B4-BE49-F238E27FC236}">
                <a16:creationId xmlns:a16="http://schemas.microsoft.com/office/drawing/2014/main" id="{9FF0FBC1-49C6-4976-82B3-86934F110B23}"/>
              </a:ext>
            </a:extLst>
          </p:cNvPr>
          <p:cNvSpPr>
            <a:spLocks xmlns:a="http://schemas.openxmlformats.org/drawingml/2006/main" noGrp="1"/>
          </p:cNvSpPr>
          <p:nvPr/>
        </p:nvSpPr>
        <p:spPr>
          <a:xfrm xmlns:a="http://schemas.openxmlformats.org/drawingml/2006/main">
            <a:off x="3715430" y="4314825"/>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18" name="">
            <a:extLst xmlns:a="http://schemas.openxmlformats.org/drawingml/2006/main">
              <a:ext uri="{FF2B5EF4-FFF2-40B4-BE49-F238E27FC236}">
                <a16:creationId xmlns:a16="http://schemas.microsoft.com/office/drawing/2014/main" id="{2814B4E4-9104-46CE-9070-FD1DF2A726C3}"/>
              </a:ext>
            </a:extLst>
          </p:cNvPr>
          <p:cNvSpPr>
            <a:spLocks xmlns:a="http://schemas.openxmlformats.org/drawingml/2006/main" noGrp="1"/>
          </p:cNvSpPr>
          <p:nvPr/>
        </p:nvSpPr>
        <p:spPr>
          <a:xfrm xmlns:a="http://schemas.openxmlformats.org/drawingml/2006/main">
            <a:off x="4862513" y="4257675"/>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9" name="">
            <a:extLst xmlns:a="http://schemas.openxmlformats.org/drawingml/2006/main">
              <a:ext uri="{FF2B5EF4-FFF2-40B4-BE49-F238E27FC236}">
                <a16:creationId xmlns:a16="http://schemas.microsoft.com/office/drawing/2014/main" id="{8AA1E678-3275-429B-8AA6-FF979E5F85CD}"/>
              </a:ext>
            </a:extLst>
          </p:cNvPr>
          <p:cNvSpPr>
            <a:spLocks xmlns:a="http://schemas.openxmlformats.org/drawingml/2006/main" noGrp="1"/>
          </p:cNvSpPr>
          <p:nvPr/>
        </p:nvSpPr>
        <p:spPr>
          <a:xfrm xmlns:a="http://schemas.openxmlformats.org/drawingml/2006/main">
            <a:off x="4738688" y="4314825"/>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20" name="">
            <a:extLst xmlns:a="http://schemas.openxmlformats.org/drawingml/2006/main">
              <a:ext uri="{FF2B5EF4-FFF2-40B4-BE49-F238E27FC236}">
                <a16:creationId xmlns:a16="http://schemas.microsoft.com/office/drawing/2014/main" id="{981C959C-0652-4BF8-81BE-B3806CF7AFC3}"/>
              </a:ext>
            </a:extLst>
          </p:cNvPr>
          <p:cNvSpPr>
            <a:spLocks xmlns:a="http://schemas.openxmlformats.org/drawingml/2006/main" noGrp="1"/>
          </p:cNvSpPr>
          <p:nvPr/>
        </p:nvSpPr>
        <p:spPr>
          <a:xfrm xmlns:a="http://schemas.openxmlformats.org/drawingml/2006/main">
            <a:off x="1233488" y="425767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1" name="">
            <a:extLst xmlns:a="http://schemas.openxmlformats.org/drawingml/2006/main">
              <a:ext uri="{FF2B5EF4-FFF2-40B4-BE49-F238E27FC236}">
                <a16:creationId xmlns:a16="http://schemas.microsoft.com/office/drawing/2014/main" id="{9A193AE1-8C66-4794-86B8-5AB8E03492BE}"/>
              </a:ext>
            </a:extLst>
          </p:cNvPr>
          <p:cNvSpPr>
            <a:spLocks xmlns:a="http://schemas.openxmlformats.org/drawingml/2006/main" noGrp="1"/>
          </p:cNvSpPr>
          <p:nvPr/>
        </p:nvSpPr>
        <p:spPr>
          <a:xfrm xmlns:a="http://schemas.openxmlformats.org/drawingml/2006/main">
            <a:off x="919163" y="419100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22" name="">
            <a:extLst xmlns:a="http://schemas.openxmlformats.org/drawingml/2006/main">
              <a:ext uri="{FF2B5EF4-FFF2-40B4-BE49-F238E27FC236}">
                <a16:creationId xmlns:a16="http://schemas.microsoft.com/office/drawing/2014/main" id="{5E72F587-43D6-4C49-B43F-85936BD0ECE1}"/>
              </a:ext>
            </a:extLst>
          </p:cNvPr>
          <p:cNvSpPr>
            <a:spLocks xmlns:a="http://schemas.openxmlformats.org/drawingml/2006/main" noGrp="1"/>
          </p:cNvSpPr>
          <p:nvPr/>
        </p:nvSpPr>
        <p:spPr>
          <a:xfrm xmlns:a="http://schemas.openxmlformats.org/drawingml/2006/main">
            <a:off x="1233488" y="3618139"/>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3" name="">
            <a:extLst xmlns:a="http://schemas.openxmlformats.org/drawingml/2006/main">
              <a:ext uri="{FF2B5EF4-FFF2-40B4-BE49-F238E27FC236}">
                <a16:creationId xmlns:a16="http://schemas.microsoft.com/office/drawing/2014/main" id="{AC5BCB55-3193-4526-8F36-8ECFA4C38378}"/>
              </a:ext>
            </a:extLst>
          </p:cNvPr>
          <p:cNvSpPr>
            <a:spLocks xmlns:a="http://schemas.openxmlformats.org/drawingml/2006/main" noGrp="1"/>
          </p:cNvSpPr>
          <p:nvPr/>
        </p:nvSpPr>
        <p:spPr>
          <a:xfrm xmlns:a="http://schemas.openxmlformats.org/drawingml/2006/main">
            <a:off x="919163" y="3551464"/>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24" name="">
            <a:extLst xmlns:a="http://schemas.openxmlformats.org/drawingml/2006/main">
              <a:ext uri="{FF2B5EF4-FFF2-40B4-BE49-F238E27FC236}">
                <a16:creationId xmlns:a16="http://schemas.microsoft.com/office/drawing/2014/main" id="{ADCBD90E-1130-4504-934C-C36F4F1C98A5}"/>
              </a:ext>
            </a:extLst>
          </p:cNvPr>
          <p:cNvSpPr>
            <a:spLocks xmlns:a="http://schemas.openxmlformats.org/drawingml/2006/main" noGrp="1"/>
          </p:cNvSpPr>
          <p:nvPr/>
        </p:nvSpPr>
        <p:spPr>
          <a:xfrm xmlns:a="http://schemas.openxmlformats.org/drawingml/2006/main">
            <a:off x="1233488" y="2594882"/>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5" name="">
            <a:extLst xmlns:a="http://schemas.openxmlformats.org/drawingml/2006/main">
              <a:ext uri="{FF2B5EF4-FFF2-40B4-BE49-F238E27FC236}">
                <a16:creationId xmlns:a16="http://schemas.microsoft.com/office/drawing/2014/main" id="{16F30FE6-1DB5-4780-80F5-FF20F9203678}"/>
              </a:ext>
            </a:extLst>
          </p:cNvPr>
          <p:cNvSpPr>
            <a:spLocks xmlns:a="http://schemas.openxmlformats.org/drawingml/2006/main" noGrp="1"/>
          </p:cNvSpPr>
          <p:nvPr/>
        </p:nvSpPr>
        <p:spPr>
          <a:xfrm xmlns:a="http://schemas.openxmlformats.org/drawingml/2006/main">
            <a:off x="919163" y="2528207"/>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26" name="">
            <a:extLst xmlns:a="http://schemas.openxmlformats.org/drawingml/2006/main">
              <a:ext uri="{FF2B5EF4-FFF2-40B4-BE49-F238E27FC236}">
                <a16:creationId xmlns:a16="http://schemas.microsoft.com/office/drawing/2014/main" id="{62A6D24B-D0DC-41FA-A487-8C41D61967DC}"/>
              </a:ext>
            </a:extLst>
          </p:cNvPr>
          <p:cNvSpPr>
            <a:spLocks xmlns:a="http://schemas.openxmlformats.org/drawingml/2006/main" noGrp="1"/>
          </p:cNvSpPr>
          <p:nvPr/>
        </p:nvSpPr>
        <p:spPr>
          <a:xfrm xmlns:a="http://schemas.openxmlformats.org/drawingml/2006/main">
            <a:off x="1233488"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7" name="">
            <a:extLst xmlns:a="http://schemas.openxmlformats.org/drawingml/2006/main">
              <a:ext uri="{FF2B5EF4-FFF2-40B4-BE49-F238E27FC236}">
                <a16:creationId xmlns:a16="http://schemas.microsoft.com/office/drawing/2014/main" id="{6D7D84E7-97B9-4902-9071-A003BA196D84}"/>
              </a:ext>
            </a:extLst>
          </p:cNvPr>
          <p:cNvSpPr>
            <a:spLocks xmlns:a="http://schemas.openxmlformats.org/drawingml/2006/main" noGrp="1"/>
          </p:cNvSpPr>
          <p:nvPr/>
        </p:nvSpPr>
        <p:spPr>
          <a:xfrm xmlns:a="http://schemas.openxmlformats.org/drawingml/2006/main">
            <a:off x="919163"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28" name="">
            <a:extLst xmlns:a="http://schemas.openxmlformats.org/drawingml/2006/main">
              <a:ext uri="{FF2B5EF4-FFF2-40B4-BE49-F238E27FC236}">
                <a16:creationId xmlns:a16="http://schemas.microsoft.com/office/drawing/2014/main" id="{1CA6017F-01F6-43C5-A948-13B646789C13}"/>
              </a:ext>
            </a:extLst>
          </p:cNvPr>
          <p:cNvSpPr>
            <a:spLocks xmlns:a="http://schemas.openxmlformats.org/drawingml/2006/main" noGrp="1"/>
          </p:cNvSpPr>
          <p:nvPr/>
        </p:nvSpPr>
        <p:spPr>
          <a:xfrm xmlns:a="http://schemas.openxmlformats.org/drawingml/2006/main">
            <a:off x="2738438" y="4448175"/>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29" name="">
            <a:extLst xmlns:a="http://schemas.openxmlformats.org/drawingml/2006/main">
              <a:ext uri="{FF2B5EF4-FFF2-40B4-BE49-F238E27FC236}">
                <a16:creationId xmlns:a16="http://schemas.microsoft.com/office/drawing/2014/main" id="{ADA2ED12-8DEE-482E-B53B-CBCC0DBD7C8A}"/>
              </a:ext>
            </a:extLst>
          </p:cNvPr>
          <p:cNvSpPr>
            <a:spLocks xmlns:a="http://schemas.openxmlformats.org/drawingml/2006/main" noGrp="1"/>
          </p:cNvSpPr>
          <p:nvPr/>
        </p:nvSpPr>
        <p:spPr>
          <a:xfrm xmlns:a="http://schemas.openxmlformats.org/drawingml/2006/main">
            <a:off x="323850" y="28289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z [cm]</a:t>
            </a:r>
          </a:p>
        </p:txBody>
      </p:sp>
      <p:sp>
        <p:nvSpPr>
          <p:cNvPr id="30" name="">
            <a:extLst xmlns:a="http://schemas.openxmlformats.org/drawingml/2006/main">
              <a:ext uri="{FF2B5EF4-FFF2-40B4-BE49-F238E27FC236}">
                <a16:creationId xmlns:a16="http://schemas.microsoft.com/office/drawing/2014/main" id="{B75FA902-058C-4246-A00D-BBFD6DBBE998}"/>
              </a:ext>
            </a:extLst>
          </p:cNvPr>
          <p:cNvSpPr>
            <a:spLocks xmlns:a="http://schemas.openxmlformats.org/drawingml/2006/main" noGrp="1"/>
          </p:cNvSpPr>
          <p:nvPr/>
        </p:nvSpPr>
        <p:spPr>
          <a:xfrm xmlns:a="http://schemas.openxmlformats.org/drawingml/2006/main">
            <a:off x="1920382" y="2613560"/>
            <a:ext cx="152400" cy="152400"/>
          </a:xfrm>
          <a:prstGeom xmlns:a="http://schemas.openxmlformats.org/drawingml/2006/main" prst="ellipse">
            <a:avLst/>
          </a:prstGeom>
          <a:noFill xmlns:a="http://schemas.openxmlformats.org/drawingml/2006/main"/>
          <a:ln xmlns:a="http://schemas.openxmlformats.org/drawingml/2006/main" w="23813">
            <a:solidFill>
              <a:srgbClr val="D43C3C"/>
            </a:solidFill>
            <a:prstDash val="solid"/>
          </a:ln>
        </p:spPr>
      </p:sp>
      <p:sp>
        <p:nvSpPr>
          <p:cNvPr id="31" name="">
            <a:extLst xmlns:a="http://schemas.openxmlformats.org/drawingml/2006/main">
              <a:ext uri="{FF2B5EF4-FFF2-40B4-BE49-F238E27FC236}">
                <a16:creationId xmlns:a16="http://schemas.microsoft.com/office/drawing/2014/main" id="{A2F0EA10-222D-4B2A-B25C-043091EFCE6F}"/>
              </a:ext>
            </a:extLst>
          </p:cNvPr>
          <p:cNvSpPr>
            <a:spLocks xmlns:a="http://schemas.openxmlformats.org/drawingml/2006/main" noGrp="1"/>
          </p:cNvSpPr>
          <p:nvPr/>
        </p:nvSpPr>
        <p:spPr>
          <a:xfrm xmlns:a="http://schemas.openxmlformats.org/drawingml/2006/main">
            <a:off x="1253632" y="1714500"/>
            <a:ext cx="14859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43C3C"/>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013" b="1" i="0">
                <a:solidFill>
                  <a:srgbClr val="D43C3C"/>
                </a:solidFill>
                <a:latin typeface="Noto Sans JP"/>
                <a:ea typeface="Noto Sans JP"/>
                <a:cs typeface="Noto Sans JP"/>
              </a:defRPr>
            </a:pPr>
            <a:r>
              <a:rPr sz="1013" b="1" i="0">
                <a:solidFill>
                  <a:srgbClr val="D43C3C"/>
                </a:solidFill>
                <a:latin typeface="Noto Sans JP"/>
                <a:ea typeface="Noto Sans JP"/>
                <a:cs typeface="Noto Sans JP"/>
              </a:rPr>
              <a:t>RF吸収ピーク</a:t>
            </a:r>
          </a:p>
          <a:p xmlns:a="http://schemas.openxmlformats.org/drawingml/2006/main">
            <a:pPr algn="ctr">
              <a:lnSpc>
                <a:spcPct val="105000"/>
              </a:lnSpc>
              <a:buNone/>
              <a:defRPr sz="1013" b="1" i="0">
                <a:solidFill>
                  <a:srgbClr val="D43C3C"/>
                </a:solidFill>
                <a:latin typeface="Noto Sans JP"/>
                <a:ea typeface="Noto Sans JP"/>
                <a:cs typeface="Noto Sans JP"/>
              </a:defRPr>
            </a:pPr>
            <a:r>
              <a:rPr sz="1013" b="1" i="0">
                <a:solidFill>
                  <a:srgbClr val="D43C3C"/>
                </a:solidFill>
                <a:latin typeface="Noto Sans JP"/>
                <a:ea typeface="Noto Sans JP"/>
                <a:cs typeface="Noto Sans JP"/>
              </a:rPr>
              <a:t>2.29e+7 W m⁻³</a:t>
            </a:r>
          </a:p>
        </p:txBody>
      </p:sp>
      <p:cxnSp>
        <p:nvCxnSpPr>
          <p:cNvPr id="180" name=""/>
          <p:cNvCxnSpPr>
            <a:stCxn xmlns:a="http://schemas.openxmlformats.org/drawingml/2006/main" id="31" idx="2"/>
            <a:endCxn xmlns:a="http://schemas.openxmlformats.org/drawingml/2006/main" id="30" idx="0"/>
          </p:cNvCxnSpPr>
          <p:nvPr/>
        </p:nvCxnSpPr>
        <p:spPr>
          <a:xfrm xmlns:a="http://schemas.openxmlformats.org/drawingml/2006/main">
            <a:off x="1996582" y="2133600"/>
            <a:ext cx="0" cy="479960"/>
          </a:xfrm>
          <a:prstGeom xmlns:a="http://schemas.openxmlformats.org/drawingml/2006/main" prst="straightConnector1">
            <a:avLst/>
          </a:prstGeom>
          <a:ln xmlns:a="http://schemas.openxmlformats.org/drawingml/2006/main" w="14288">
            <a:solidFill>
              <a:srgbClr val="D43C3C"/>
            </a:solidFill>
            <a:prstDash val="solid"/>
            <a:tailEnd type="arrow" w="med" len="med"/>
          </a:ln>
        </p:spPr>
      </p:cxnSp>
      <p:sp>
        <p:nvSpPr>
          <p:cNvPr id="33" name="">
            <a:extLst xmlns:a="http://schemas.openxmlformats.org/drawingml/2006/main">
              <a:ext uri="{FF2B5EF4-FFF2-40B4-BE49-F238E27FC236}">
                <a16:creationId xmlns:a16="http://schemas.microsoft.com/office/drawing/2014/main" id="{121E0D74-2360-4BFB-92BC-7790F9EEB1E8}"/>
              </a:ext>
            </a:extLst>
          </p:cNvPr>
          <p:cNvSpPr>
            <a:spLocks xmlns:a="http://schemas.openxmlformats.org/drawingml/2006/main" noGrp="1"/>
          </p:cNvSpPr>
          <p:nvPr/>
        </p:nvSpPr>
        <p:spPr>
          <a:xfrm xmlns:a="http://schemas.openxmlformats.org/drawingml/2006/main">
            <a:off x="400050" y="338137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lnSpc>
                <a:spcPct val="105000"/>
              </a:lnSpc>
              <a:buNone/>
              <a:defRPr sz="900" b="1" i="0">
                <a:solidFill>
                  <a:srgbClr val="211441"/>
                </a:solidFill>
                <a:latin typeface="Noto Sans JP"/>
                <a:ea typeface="Noto Sans JP"/>
                <a:cs typeface="Noto Sans JP"/>
              </a:defRPr>
            </a:pPr>
            <a:r>
              <a:rPr sz="900" b="1" i="0">
                <a:solidFill>
                  <a:srgbClr val="211441"/>
                </a:solidFill>
                <a:latin typeface="Noto Sans JP"/>
                <a:ea typeface="Noto Sans JP"/>
                <a:cs typeface="Noto Sans JP"/>
              </a:rPr>
              <a:t>r = 0 回転軸</a:t>
            </a:r>
          </a:p>
        </p:txBody>
      </p:sp>
      <p:sp>
        <p:nvSpPr>
          <p:cNvPr id="34" name="">
            <a:extLst xmlns:a="http://schemas.openxmlformats.org/drawingml/2006/main">
              <a:ext uri="{FF2B5EF4-FFF2-40B4-BE49-F238E27FC236}">
                <a16:creationId xmlns:a16="http://schemas.microsoft.com/office/drawing/2014/main" id="{F8A65E18-575F-4FB7-9E24-EA8D4B7F240D}"/>
              </a:ext>
            </a:extLst>
          </p:cNvPr>
          <p:cNvSpPr>
            <a:spLocks xmlns:a="http://schemas.openxmlformats.org/drawingml/2006/main" noGrp="1"/>
          </p:cNvSpPr>
          <p:nvPr/>
        </p:nvSpPr>
        <p:spPr>
          <a:xfrm xmlns:a="http://schemas.openxmlformats.org/drawingml/2006/main">
            <a:off x="1352550" y="4905375"/>
            <a:ext cx="52923" cy="123825"/>
          </a:xfrm>
          <a:prstGeom xmlns:a="http://schemas.openxmlformats.org/drawingml/2006/main" prst="rect">
            <a:avLst/>
          </a:prstGeom>
          <a:solidFill xmlns:a="http://schemas.openxmlformats.org/drawingml/2006/main">
            <a:srgbClr val="44045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A83FFA9-A575-405C-8999-F782F19B49D4}"/>
              </a:ext>
            </a:extLst>
          </p:cNvPr>
          <p:cNvSpPr>
            <a:spLocks xmlns:a="http://schemas.openxmlformats.org/drawingml/2006/main" noGrp="1"/>
          </p:cNvSpPr>
          <p:nvPr/>
        </p:nvSpPr>
        <p:spPr>
          <a:xfrm xmlns:a="http://schemas.openxmlformats.org/drawingml/2006/main">
            <a:off x="1401663" y="4905375"/>
            <a:ext cx="52923" cy="123825"/>
          </a:xfrm>
          <a:prstGeom xmlns:a="http://schemas.openxmlformats.org/drawingml/2006/main" prst="rect">
            <a:avLst/>
          </a:prstGeom>
          <a:solidFill xmlns:a="http://schemas.openxmlformats.org/drawingml/2006/main">
            <a:srgbClr val="45095C"/>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9DD20A1-EB23-43F2-8DBE-8841E388496D}"/>
              </a:ext>
            </a:extLst>
          </p:cNvPr>
          <p:cNvSpPr>
            <a:spLocks xmlns:a="http://schemas.openxmlformats.org/drawingml/2006/main" noGrp="1"/>
          </p:cNvSpPr>
          <p:nvPr/>
        </p:nvSpPr>
        <p:spPr>
          <a:xfrm xmlns:a="http://schemas.openxmlformats.org/drawingml/2006/main">
            <a:off x="1450777" y="4905375"/>
            <a:ext cx="52923" cy="123825"/>
          </a:xfrm>
          <a:prstGeom xmlns:a="http://schemas.openxmlformats.org/drawingml/2006/main" prst="rect">
            <a:avLst/>
          </a:prstGeom>
          <a:solidFill xmlns:a="http://schemas.openxmlformats.org/drawingml/2006/main">
            <a:srgbClr val="450F6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21F9439-FA43-4EA1-BCF0-577F1A5DDD7F}"/>
              </a:ext>
            </a:extLst>
          </p:cNvPr>
          <p:cNvSpPr>
            <a:spLocks xmlns:a="http://schemas.openxmlformats.org/drawingml/2006/main" noGrp="1"/>
          </p:cNvSpPr>
          <p:nvPr/>
        </p:nvSpPr>
        <p:spPr>
          <a:xfrm xmlns:a="http://schemas.openxmlformats.org/drawingml/2006/main">
            <a:off x="1499890" y="4905375"/>
            <a:ext cx="52923" cy="123825"/>
          </a:xfrm>
          <a:prstGeom xmlns:a="http://schemas.openxmlformats.org/drawingml/2006/main" prst="rect">
            <a:avLst/>
          </a:prstGeom>
          <a:solidFill xmlns:a="http://schemas.openxmlformats.org/drawingml/2006/main">
            <a:srgbClr val="461466"/>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731AA9E-4CDA-4270-8AE9-B94986F04D4A}"/>
              </a:ext>
            </a:extLst>
          </p:cNvPr>
          <p:cNvSpPr>
            <a:spLocks xmlns:a="http://schemas.openxmlformats.org/drawingml/2006/main" noGrp="1"/>
          </p:cNvSpPr>
          <p:nvPr/>
        </p:nvSpPr>
        <p:spPr>
          <a:xfrm xmlns:a="http://schemas.openxmlformats.org/drawingml/2006/main">
            <a:off x="1549003" y="4905375"/>
            <a:ext cx="52923" cy="123825"/>
          </a:xfrm>
          <a:prstGeom xmlns:a="http://schemas.openxmlformats.org/drawingml/2006/main" prst="rect">
            <a:avLst/>
          </a:prstGeom>
          <a:solidFill xmlns:a="http://schemas.openxmlformats.org/drawingml/2006/main">
            <a:srgbClr val="471A6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03CDBCA-94B8-437E-BF3B-CB3DDD42095F}"/>
              </a:ext>
            </a:extLst>
          </p:cNvPr>
          <p:cNvSpPr>
            <a:spLocks xmlns:a="http://schemas.openxmlformats.org/drawingml/2006/main" noGrp="1"/>
          </p:cNvSpPr>
          <p:nvPr/>
        </p:nvSpPr>
        <p:spPr>
          <a:xfrm xmlns:a="http://schemas.openxmlformats.org/drawingml/2006/main">
            <a:off x="1598116" y="4905375"/>
            <a:ext cx="52923" cy="123825"/>
          </a:xfrm>
          <a:prstGeom xmlns:a="http://schemas.openxmlformats.org/drawingml/2006/main" prst="rect">
            <a:avLst/>
          </a:prstGeom>
          <a:solidFill xmlns:a="http://schemas.openxmlformats.org/drawingml/2006/main">
            <a:srgbClr val="471F7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E2394B9-97E0-47EF-B5EF-ECF2EE02F577}"/>
              </a:ext>
            </a:extLst>
          </p:cNvPr>
          <p:cNvSpPr>
            <a:spLocks xmlns:a="http://schemas.openxmlformats.org/drawingml/2006/main" noGrp="1"/>
          </p:cNvSpPr>
          <p:nvPr/>
        </p:nvSpPr>
        <p:spPr>
          <a:xfrm xmlns:a="http://schemas.openxmlformats.org/drawingml/2006/main">
            <a:off x="1647230" y="4905375"/>
            <a:ext cx="52923" cy="123825"/>
          </a:xfrm>
          <a:prstGeom xmlns:a="http://schemas.openxmlformats.org/drawingml/2006/main" prst="rect">
            <a:avLst/>
          </a:prstGeom>
          <a:solidFill xmlns:a="http://schemas.openxmlformats.org/drawingml/2006/main">
            <a:srgbClr val="48257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08C83DF3-6E31-44DF-B407-B4AF83F606D0}"/>
              </a:ext>
            </a:extLst>
          </p:cNvPr>
          <p:cNvSpPr>
            <a:spLocks xmlns:a="http://schemas.openxmlformats.org/drawingml/2006/main" noGrp="1"/>
          </p:cNvSpPr>
          <p:nvPr/>
        </p:nvSpPr>
        <p:spPr>
          <a:xfrm xmlns:a="http://schemas.openxmlformats.org/drawingml/2006/main">
            <a:off x="1696343" y="4905375"/>
            <a:ext cx="52923" cy="123825"/>
          </a:xfrm>
          <a:prstGeom xmlns:a="http://schemas.openxmlformats.org/drawingml/2006/main" prst="rect">
            <a:avLst/>
          </a:prstGeom>
          <a:solidFill xmlns:a="http://schemas.openxmlformats.org/drawingml/2006/main">
            <a:srgbClr val="472A79"/>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255BB46-9684-4E72-B92C-EA5F87E3441A}"/>
              </a:ext>
            </a:extLst>
          </p:cNvPr>
          <p:cNvSpPr>
            <a:spLocks xmlns:a="http://schemas.openxmlformats.org/drawingml/2006/main" noGrp="1"/>
          </p:cNvSpPr>
          <p:nvPr/>
        </p:nvSpPr>
        <p:spPr>
          <a:xfrm xmlns:a="http://schemas.openxmlformats.org/drawingml/2006/main">
            <a:off x="1745456" y="4905375"/>
            <a:ext cx="52923" cy="123825"/>
          </a:xfrm>
          <a:prstGeom xmlns:a="http://schemas.openxmlformats.org/drawingml/2006/main" prst="rect">
            <a:avLst/>
          </a:prstGeom>
          <a:solidFill xmlns:a="http://schemas.openxmlformats.org/drawingml/2006/main">
            <a:srgbClr val="462E7B"/>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81F2440-CC6C-4643-A04A-2211E2F8885E}"/>
              </a:ext>
            </a:extLst>
          </p:cNvPr>
          <p:cNvSpPr>
            <a:spLocks xmlns:a="http://schemas.openxmlformats.org/drawingml/2006/main" noGrp="1"/>
          </p:cNvSpPr>
          <p:nvPr/>
        </p:nvSpPr>
        <p:spPr>
          <a:xfrm xmlns:a="http://schemas.openxmlformats.org/drawingml/2006/main">
            <a:off x="1794570" y="4905375"/>
            <a:ext cx="52923" cy="123825"/>
          </a:xfrm>
          <a:prstGeom xmlns:a="http://schemas.openxmlformats.org/drawingml/2006/main" prst="rect">
            <a:avLst/>
          </a:prstGeom>
          <a:solidFill xmlns:a="http://schemas.openxmlformats.org/drawingml/2006/main">
            <a:srgbClr val="45337E"/>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EAFBB485-3AE1-4AC0-83E4-1EC4CFE2A8DF}"/>
              </a:ext>
            </a:extLst>
          </p:cNvPr>
          <p:cNvSpPr>
            <a:spLocks xmlns:a="http://schemas.openxmlformats.org/drawingml/2006/main" noGrp="1"/>
          </p:cNvSpPr>
          <p:nvPr/>
        </p:nvSpPr>
        <p:spPr>
          <a:xfrm xmlns:a="http://schemas.openxmlformats.org/drawingml/2006/main">
            <a:off x="1843683" y="4905375"/>
            <a:ext cx="52923" cy="123825"/>
          </a:xfrm>
          <a:prstGeom xmlns:a="http://schemas.openxmlformats.org/drawingml/2006/main" prst="rect">
            <a:avLst/>
          </a:prstGeom>
          <a:solidFill xmlns:a="http://schemas.openxmlformats.org/drawingml/2006/main">
            <a:srgbClr val="433880"/>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C80C29F-1F99-4312-B43D-D8AADE1B427F}"/>
              </a:ext>
            </a:extLst>
          </p:cNvPr>
          <p:cNvSpPr>
            <a:spLocks xmlns:a="http://schemas.openxmlformats.org/drawingml/2006/main" noGrp="1"/>
          </p:cNvSpPr>
          <p:nvPr/>
        </p:nvSpPr>
        <p:spPr>
          <a:xfrm xmlns:a="http://schemas.openxmlformats.org/drawingml/2006/main">
            <a:off x="1892796" y="4905375"/>
            <a:ext cx="52923" cy="123825"/>
          </a:xfrm>
          <a:prstGeom xmlns:a="http://schemas.openxmlformats.org/drawingml/2006/main" prst="rect">
            <a:avLst/>
          </a:prstGeom>
          <a:solidFill xmlns:a="http://schemas.openxmlformats.org/drawingml/2006/main">
            <a:srgbClr val="423C82"/>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27667707-2C5E-4125-9A74-191960AE5930}"/>
              </a:ext>
            </a:extLst>
          </p:cNvPr>
          <p:cNvSpPr>
            <a:spLocks xmlns:a="http://schemas.openxmlformats.org/drawingml/2006/main" noGrp="1"/>
          </p:cNvSpPr>
          <p:nvPr/>
        </p:nvSpPr>
        <p:spPr>
          <a:xfrm xmlns:a="http://schemas.openxmlformats.org/drawingml/2006/main">
            <a:off x="1941909" y="4905375"/>
            <a:ext cx="52923" cy="123825"/>
          </a:xfrm>
          <a:prstGeom xmlns:a="http://schemas.openxmlformats.org/drawingml/2006/main" prst="rect">
            <a:avLst/>
          </a:prstGeom>
          <a:solidFill xmlns:a="http://schemas.openxmlformats.org/drawingml/2006/main">
            <a:srgbClr val="40418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6B97B4A3-65DE-423F-8DD8-3276C0C03EBD}"/>
              </a:ext>
            </a:extLst>
          </p:cNvPr>
          <p:cNvSpPr>
            <a:spLocks xmlns:a="http://schemas.openxmlformats.org/drawingml/2006/main" noGrp="1"/>
          </p:cNvSpPr>
          <p:nvPr/>
        </p:nvSpPr>
        <p:spPr>
          <a:xfrm xmlns:a="http://schemas.openxmlformats.org/drawingml/2006/main">
            <a:off x="1991023" y="4905375"/>
            <a:ext cx="52923" cy="123825"/>
          </a:xfrm>
          <a:prstGeom xmlns:a="http://schemas.openxmlformats.org/drawingml/2006/main" prst="rect">
            <a:avLst/>
          </a:prstGeom>
          <a:solidFill xmlns:a="http://schemas.openxmlformats.org/drawingml/2006/main">
            <a:srgbClr val="3F4687"/>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BF90DB80-6D2C-45D1-AD26-C04E7F5CC970}"/>
              </a:ext>
            </a:extLst>
          </p:cNvPr>
          <p:cNvSpPr>
            <a:spLocks xmlns:a="http://schemas.openxmlformats.org/drawingml/2006/main" noGrp="1"/>
          </p:cNvSpPr>
          <p:nvPr/>
        </p:nvSpPr>
        <p:spPr>
          <a:xfrm xmlns:a="http://schemas.openxmlformats.org/drawingml/2006/main">
            <a:off x="2040136" y="4905375"/>
            <a:ext cx="52923" cy="123825"/>
          </a:xfrm>
          <a:prstGeom xmlns:a="http://schemas.openxmlformats.org/drawingml/2006/main" prst="rect">
            <a:avLst/>
          </a:prstGeom>
          <a:solidFill xmlns:a="http://schemas.openxmlformats.org/drawingml/2006/main">
            <a:srgbClr val="3D4A89"/>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C5EB5369-2715-42EC-A876-24157F69E266}"/>
              </a:ext>
            </a:extLst>
          </p:cNvPr>
          <p:cNvSpPr>
            <a:spLocks xmlns:a="http://schemas.openxmlformats.org/drawingml/2006/main" noGrp="1"/>
          </p:cNvSpPr>
          <p:nvPr/>
        </p:nvSpPr>
        <p:spPr>
          <a:xfrm xmlns:a="http://schemas.openxmlformats.org/drawingml/2006/main">
            <a:off x="2089249" y="4905375"/>
            <a:ext cx="52923" cy="123825"/>
          </a:xfrm>
          <a:prstGeom xmlns:a="http://schemas.openxmlformats.org/drawingml/2006/main" prst="rect">
            <a:avLst/>
          </a:prstGeom>
          <a:solidFill xmlns:a="http://schemas.openxmlformats.org/drawingml/2006/main">
            <a:srgbClr val="3C4F8A"/>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C3A85C9-83FE-4D44-AB99-5359DB3FBACB}"/>
              </a:ext>
            </a:extLst>
          </p:cNvPr>
          <p:cNvSpPr>
            <a:spLocks xmlns:a="http://schemas.openxmlformats.org/drawingml/2006/main" noGrp="1"/>
          </p:cNvSpPr>
          <p:nvPr/>
        </p:nvSpPr>
        <p:spPr>
          <a:xfrm xmlns:a="http://schemas.openxmlformats.org/drawingml/2006/main">
            <a:off x="2138363" y="4905375"/>
            <a:ext cx="52923" cy="123825"/>
          </a:xfrm>
          <a:prstGeom xmlns:a="http://schemas.openxmlformats.org/drawingml/2006/main" prst="rect">
            <a:avLst/>
          </a:prstGeom>
          <a:solidFill xmlns:a="http://schemas.openxmlformats.org/drawingml/2006/main">
            <a:srgbClr val="3A538B"/>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D7C2A891-B69F-4FBE-9204-EB0A515710FA}"/>
              </a:ext>
            </a:extLst>
          </p:cNvPr>
          <p:cNvSpPr>
            <a:spLocks xmlns:a="http://schemas.openxmlformats.org/drawingml/2006/main" noGrp="1"/>
          </p:cNvSpPr>
          <p:nvPr/>
        </p:nvSpPr>
        <p:spPr>
          <a:xfrm xmlns:a="http://schemas.openxmlformats.org/drawingml/2006/main">
            <a:off x="2187476" y="4905375"/>
            <a:ext cx="52923" cy="123825"/>
          </a:xfrm>
          <a:prstGeom xmlns:a="http://schemas.openxmlformats.org/drawingml/2006/main" prst="rect">
            <a:avLst/>
          </a:prstGeom>
          <a:solidFill xmlns:a="http://schemas.openxmlformats.org/drawingml/2006/main">
            <a:srgbClr val="38578B"/>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26D6BAB8-C315-47FF-94C8-0DF342474447}"/>
              </a:ext>
            </a:extLst>
          </p:cNvPr>
          <p:cNvSpPr>
            <a:spLocks xmlns:a="http://schemas.openxmlformats.org/drawingml/2006/main" noGrp="1"/>
          </p:cNvSpPr>
          <p:nvPr/>
        </p:nvSpPr>
        <p:spPr>
          <a:xfrm xmlns:a="http://schemas.openxmlformats.org/drawingml/2006/main">
            <a:off x="2236589" y="4905375"/>
            <a:ext cx="52923" cy="123825"/>
          </a:xfrm>
          <a:prstGeom xmlns:a="http://schemas.openxmlformats.org/drawingml/2006/main" prst="rect">
            <a:avLst/>
          </a:prstGeom>
          <a:solidFill xmlns:a="http://schemas.openxmlformats.org/drawingml/2006/main">
            <a:srgbClr val="365C8C"/>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585D40CA-5A1A-43A1-8E0F-8A5E76FDC9A6}"/>
              </a:ext>
            </a:extLst>
          </p:cNvPr>
          <p:cNvSpPr>
            <a:spLocks xmlns:a="http://schemas.openxmlformats.org/drawingml/2006/main" noGrp="1"/>
          </p:cNvSpPr>
          <p:nvPr/>
        </p:nvSpPr>
        <p:spPr>
          <a:xfrm xmlns:a="http://schemas.openxmlformats.org/drawingml/2006/main">
            <a:off x="2285702" y="4905375"/>
            <a:ext cx="52923" cy="123825"/>
          </a:xfrm>
          <a:prstGeom xmlns:a="http://schemas.openxmlformats.org/drawingml/2006/main" prst="rect">
            <a:avLst/>
          </a:prstGeom>
          <a:solidFill xmlns:a="http://schemas.openxmlformats.org/drawingml/2006/main">
            <a:srgbClr val="34608D"/>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AF6837EA-80E6-4900-B8A0-52047226E4DE}"/>
              </a:ext>
            </a:extLst>
          </p:cNvPr>
          <p:cNvSpPr>
            <a:spLocks xmlns:a="http://schemas.openxmlformats.org/drawingml/2006/main" noGrp="1"/>
          </p:cNvSpPr>
          <p:nvPr/>
        </p:nvSpPr>
        <p:spPr>
          <a:xfrm xmlns:a="http://schemas.openxmlformats.org/drawingml/2006/main">
            <a:off x="2334816" y="4905375"/>
            <a:ext cx="52923" cy="123825"/>
          </a:xfrm>
          <a:prstGeom xmlns:a="http://schemas.openxmlformats.org/drawingml/2006/main" prst="rect">
            <a:avLst/>
          </a:prstGeom>
          <a:solidFill xmlns:a="http://schemas.openxmlformats.org/drawingml/2006/main">
            <a:srgbClr val="33648D"/>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FF800C82-2198-4195-882A-197FEF1C0434}"/>
              </a:ext>
            </a:extLst>
          </p:cNvPr>
          <p:cNvSpPr>
            <a:spLocks xmlns:a="http://schemas.openxmlformats.org/drawingml/2006/main" noGrp="1"/>
          </p:cNvSpPr>
          <p:nvPr/>
        </p:nvSpPr>
        <p:spPr>
          <a:xfrm xmlns:a="http://schemas.openxmlformats.org/drawingml/2006/main">
            <a:off x="2383929" y="4905375"/>
            <a:ext cx="52923" cy="123825"/>
          </a:xfrm>
          <a:prstGeom xmlns:a="http://schemas.openxmlformats.org/drawingml/2006/main" prst="rect">
            <a:avLst/>
          </a:prstGeom>
          <a:solidFill xmlns:a="http://schemas.openxmlformats.org/drawingml/2006/main">
            <a:srgbClr val="31698E"/>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076694F0-7392-46DA-9899-2B4B0732EEBD}"/>
              </a:ext>
            </a:extLst>
          </p:cNvPr>
          <p:cNvSpPr>
            <a:spLocks xmlns:a="http://schemas.openxmlformats.org/drawingml/2006/main" noGrp="1"/>
          </p:cNvSpPr>
          <p:nvPr/>
        </p:nvSpPr>
        <p:spPr>
          <a:xfrm xmlns:a="http://schemas.openxmlformats.org/drawingml/2006/main">
            <a:off x="2433042" y="4905375"/>
            <a:ext cx="52923" cy="123825"/>
          </a:xfrm>
          <a:prstGeom xmlns:a="http://schemas.openxmlformats.org/drawingml/2006/main" prst="rect">
            <a:avLst/>
          </a:prstGeom>
          <a:solidFill xmlns:a="http://schemas.openxmlformats.org/drawingml/2006/main">
            <a:srgbClr val="2F6C8E"/>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19C3B5A3-9A8A-4FE3-832C-8FA7D417BCA9}"/>
              </a:ext>
            </a:extLst>
          </p:cNvPr>
          <p:cNvSpPr>
            <a:spLocks xmlns:a="http://schemas.openxmlformats.org/drawingml/2006/main" noGrp="1"/>
          </p:cNvSpPr>
          <p:nvPr/>
        </p:nvSpPr>
        <p:spPr>
          <a:xfrm xmlns:a="http://schemas.openxmlformats.org/drawingml/2006/main">
            <a:off x="2482155" y="4905375"/>
            <a:ext cx="52923" cy="123825"/>
          </a:xfrm>
          <a:prstGeom xmlns:a="http://schemas.openxmlformats.org/drawingml/2006/main" prst="rect">
            <a:avLst/>
          </a:prstGeom>
          <a:solidFill xmlns:a="http://schemas.openxmlformats.org/drawingml/2006/main">
            <a:srgbClr val="2E708E"/>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57743AA8-5A4C-46EE-9988-BEEA6DE63214}"/>
              </a:ext>
            </a:extLst>
          </p:cNvPr>
          <p:cNvSpPr>
            <a:spLocks xmlns:a="http://schemas.openxmlformats.org/drawingml/2006/main" noGrp="1"/>
          </p:cNvSpPr>
          <p:nvPr/>
        </p:nvSpPr>
        <p:spPr>
          <a:xfrm xmlns:a="http://schemas.openxmlformats.org/drawingml/2006/main">
            <a:off x="2531269" y="4905375"/>
            <a:ext cx="52923" cy="123825"/>
          </a:xfrm>
          <a:prstGeom xmlns:a="http://schemas.openxmlformats.org/drawingml/2006/main" prst="rect">
            <a:avLst/>
          </a:prstGeom>
          <a:solidFill xmlns:a="http://schemas.openxmlformats.org/drawingml/2006/main">
            <a:srgbClr val="2C748E"/>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6EB03ED3-2A1B-4147-BB4C-BAE09F00D2AA}"/>
              </a:ext>
            </a:extLst>
          </p:cNvPr>
          <p:cNvSpPr>
            <a:spLocks xmlns:a="http://schemas.openxmlformats.org/drawingml/2006/main" noGrp="1"/>
          </p:cNvSpPr>
          <p:nvPr/>
        </p:nvSpPr>
        <p:spPr>
          <a:xfrm xmlns:a="http://schemas.openxmlformats.org/drawingml/2006/main">
            <a:off x="2580382" y="4905375"/>
            <a:ext cx="52923" cy="123825"/>
          </a:xfrm>
          <a:prstGeom xmlns:a="http://schemas.openxmlformats.org/drawingml/2006/main" prst="rect">
            <a:avLst/>
          </a:prstGeom>
          <a:solidFill xmlns:a="http://schemas.openxmlformats.org/drawingml/2006/main">
            <a:srgbClr val="2B778E"/>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616C2DE0-C1C1-4E57-8FAB-C4764B8E2072}"/>
              </a:ext>
            </a:extLst>
          </p:cNvPr>
          <p:cNvSpPr>
            <a:spLocks xmlns:a="http://schemas.openxmlformats.org/drawingml/2006/main" noGrp="1"/>
          </p:cNvSpPr>
          <p:nvPr/>
        </p:nvSpPr>
        <p:spPr>
          <a:xfrm xmlns:a="http://schemas.openxmlformats.org/drawingml/2006/main">
            <a:off x="2629495" y="4905375"/>
            <a:ext cx="52923" cy="123825"/>
          </a:xfrm>
          <a:prstGeom xmlns:a="http://schemas.openxmlformats.org/drawingml/2006/main" prst="rect">
            <a:avLst/>
          </a:prstGeom>
          <a:solidFill xmlns:a="http://schemas.openxmlformats.org/drawingml/2006/main">
            <a:srgbClr val="297B8E"/>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7B8A59E6-F36E-4632-A710-B32DEF97F83D}"/>
              </a:ext>
            </a:extLst>
          </p:cNvPr>
          <p:cNvSpPr>
            <a:spLocks xmlns:a="http://schemas.openxmlformats.org/drawingml/2006/main" noGrp="1"/>
          </p:cNvSpPr>
          <p:nvPr/>
        </p:nvSpPr>
        <p:spPr>
          <a:xfrm xmlns:a="http://schemas.openxmlformats.org/drawingml/2006/main">
            <a:off x="2678609" y="4905375"/>
            <a:ext cx="52923" cy="123825"/>
          </a:xfrm>
          <a:prstGeom xmlns:a="http://schemas.openxmlformats.org/drawingml/2006/main" prst="rect">
            <a:avLst/>
          </a:prstGeom>
          <a:solidFill xmlns:a="http://schemas.openxmlformats.org/drawingml/2006/main">
            <a:srgbClr val="277F8E"/>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A51FA4B3-8048-4B05-A271-F9EDE95AA6FC}"/>
              </a:ext>
            </a:extLst>
          </p:cNvPr>
          <p:cNvSpPr>
            <a:spLocks xmlns:a="http://schemas.openxmlformats.org/drawingml/2006/main" noGrp="1"/>
          </p:cNvSpPr>
          <p:nvPr/>
        </p:nvSpPr>
        <p:spPr>
          <a:xfrm xmlns:a="http://schemas.openxmlformats.org/drawingml/2006/main">
            <a:off x="2727722" y="4905375"/>
            <a:ext cx="52923" cy="123825"/>
          </a:xfrm>
          <a:prstGeom xmlns:a="http://schemas.openxmlformats.org/drawingml/2006/main" prst="rect">
            <a:avLst/>
          </a:prstGeom>
          <a:solidFill xmlns:a="http://schemas.openxmlformats.org/drawingml/2006/main">
            <a:srgbClr val="26828E"/>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5632ABFC-C7B8-4989-B40E-0038649DD7E1}"/>
              </a:ext>
            </a:extLst>
          </p:cNvPr>
          <p:cNvSpPr>
            <a:spLocks xmlns:a="http://schemas.openxmlformats.org/drawingml/2006/main" noGrp="1"/>
          </p:cNvSpPr>
          <p:nvPr/>
        </p:nvSpPr>
        <p:spPr>
          <a:xfrm xmlns:a="http://schemas.openxmlformats.org/drawingml/2006/main">
            <a:off x="2776835" y="4905375"/>
            <a:ext cx="52923" cy="123825"/>
          </a:xfrm>
          <a:prstGeom xmlns:a="http://schemas.openxmlformats.org/drawingml/2006/main" prst="rect">
            <a:avLst/>
          </a:prstGeom>
          <a:solidFill xmlns:a="http://schemas.openxmlformats.org/drawingml/2006/main">
            <a:srgbClr val="25868D"/>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67401285-DB72-4CD6-B8E2-CAEBDAF230B0}"/>
              </a:ext>
            </a:extLst>
          </p:cNvPr>
          <p:cNvSpPr>
            <a:spLocks xmlns:a="http://schemas.openxmlformats.org/drawingml/2006/main" noGrp="1"/>
          </p:cNvSpPr>
          <p:nvPr/>
        </p:nvSpPr>
        <p:spPr>
          <a:xfrm xmlns:a="http://schemas.openxmlformats.org/drawingml/2006/main">
            <a:off x="2825948" y="4905375"/>
            <a:ext cx="52923" cy="123825"/>
          </a:xfrm>
          <a:prstGeom xmlns:a="http://schemas.openxmlformats.org/drawingml/2006/main" prst="rect">
            <a:avLst/>
          </a:prstGeom>
          <a:solidFill xmlns:a="http://schemas.openxmlformats.org/drawingml/2006/main">
            <a:srgbClr val="248A8D"/>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5CF1B9CD-5F71-49F9-A46B-74801020F888}"/>
              </a:ext>
            </a:extLst>
          </p:cNvPr>
          <p:cNvSpPr>
            <a:spLocks xmlns:a="http://schemas.openxmlformats.org/drawingml/2006/main" noGrp="1"/>
          </p:cNvSpPr>
          <p:nvPr/>
        </p:nvSpPr>
        <p:spPr>
          <a:xfrm xmlns:a="http://schemas.openxmlformats.org/drawingml/2006/main">
            <a:off x="2875062" y="4905375"/>
            <a:ext cx="52923" cy="123825"/>
          </a:xfrm>
          <a:prstGeom xmlns:a="http://schemas.openxmlformats.org/drawingml/2006/main" prst="rect">
            <a:avLst/>
          </a:prstGeom>
          <a:solidFill xmlns:a="http://schemas.openxmlformats.org/drawingml/2006/main">
            <a:srgbClr val="238E8C"/>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2B6A1C79-40AF-4A64-9CFE-75602B85EB86}"/>
              </a:ext>
            </a:extLst>
          </p:cNvPr>
          <p:cNvSpPr>
            <a:spLocks xmlns:a="http://schemas.openxmlformats.org/drawingml/2006/main" noGrp="1"/>
          </p:cNvSpPr>
          <p:nvPr/>
        </p:nvSpPr>
        <p:spPr>
          <a:xfrm xmlns:a="http://schemas.openxmlformats.org/drawingml/2006/main">
            <a:off x="2924175" y="4905375"/>
            <a:ext cx="52923" cy="123825"/>
          </a:xfrm>
          <a:prstGeom xmlns:a="http://schemas.openxmlformats.org/drawingml/2006/main" prst="rect">
            <a:avLst/>
          </a:prstGeom>
          <a:solidFill xmlns:a="http://schemas.openxmlformats.org/drawingml/2006/main">
            <a:srgbClr val="22928B"/>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5832925A-3F79-4CDD-90A0-A89D57F5C8CB}"/>
              </a:ext>
            </a:extLst>
          </p:cNvPr>
          <p:cNvSpPr>
            <a:spLocks xmlns:a="http://schemas.openxmlformats.org/drawingml/2006/main" noGrp="1"/>
          </p:cNvSpPr>
          <p:nvPr/>
        </p:nvSpPr>
        <p:spPr>
          <a:xfrm xmlns:a="http://schemas.openxmlformats.org/drawingml/2006/main">
            <a:off x="2973288" y="4905375"/>
            <a:ext cx="52923" cy="123825"/>
          </a:xfrm>
          <a:prstGeom xmlns:a="http://schemas.openxmlformats.org/drawingml/2006/main" prst="rect">
            <a:avLst/>
          </a:prstGeom>
          <a:solidFill xmlns:a="http://schemas.openxmlformats.org/drawingml/2006/main">
            <a:srgbClr val="21968A"/>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78C00DD2-C7EE-4FDE-A43B-5D37E6B6FF62}"/>
              </a:ext>
            </a:extLst>
          </p:cNvPr>
          <p:cNvSpPr>
            <a:spLocks xmlns:a="http://schemas.openxmlformats.org/drawingml/2006/main" noGrp="1"/>
          </p:cNvSpPr>
          <p:nvPr/>
        </p:nvSpPr>
        <p:spPr>
          <a:xfrm xmlns:a="http://schemas.openxmlformats.org/drawingml/2006/main">
            <a:off x="3022402" y="4905375"/>
            <a:ext cx="52923" cy="123825"/>
          </a:xfrm>
          <a:prstGeom xmlns:a="http://schemas.openxmlformats.org/drawingml/2006/main" prst="rect">
            <a:avLst/>
          </a:prstGeom>
          <a:solidFill xmlns:a="http://schemas.openxmlformats.org/drawingml/2006/main">
            <a:srgbClr val="209A8A"/>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7AD77A95-1FF7-48A9-B997-7BF703A00F75}"/>
              </a:ext>
            </a:extLst>
          </p:cNvPr>
          <p:cNvSpPr>
            <a:spLocks xmlns:a="http://schemas.openxmlformats.org/drawingml/2006/main" noGrp="1"/>
          </p:cNvSpPr>
          <p:nvPr/>
        </p:nvSpPr>
        <p:spPr>
          <a:xfrm xmlns:a="http://schemas.openxmlformats.org/drawingml/2006/main">
            <a:off x="3071515" y="4905375"/>
            <a:ext cx="52923" cy="123825"/>
          </a:xfrm>
          <a:prstGeom xmlns:a="http://schemas.openxmlformats.org/drawingml/2006/main" prst="rect">
            <a:avLst/>
          </a:prstGeom>
          <a:solidFill xmlns:a="http://schemas.openxmlformats.org/drawingml/2006/main">
            <a:srgbClr val="1F9E89"/>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B81844CE-A573-45D0-ABB2-30872C4C2EB1}"/>
              </a:ext>
            </a:extLst>
          </p:cNvPr>
          <p:cNvSpPr>
            <a:spLocks xmlns:a="http://schemas.openxmlformats.org/drawingml/2006/main" noGrp="1"/>
          </p:cNvSpPr>
          <p:nvPr/>
        </p:nvSpPr>
        <p:spPr>
          <a:xfrm xmlns:a="http://schemas.openxmlformats.org/drawingml/2006/main">
            <a:off x="3120628" y="4905375"/>
            <a:ext cx="52923" cy="123825"/>
          </a:xfrm>
          <a:prstGeom xmlns:a="http://schemas.openxmlformats.org/drawingml/2006/main" prst="rect">
            <a:avLst/>
          </a:prstGeom>
          <a:solidFill xmlns:a="http://schemas.openxmlformats.org/drawingml/2006/main">
            <a:srgbClr val="22A187"/>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55963212-9C65-4EED-A701-2FCC9E07B85A}"/>
              </a:ext>
            </a:extLst>
          </p:cNvPr>
          <p:cNvSpPr>
            <a:spLocks xmlns:a="http://schemas.openxmlformats.org/drawingml/2006/main" noGrp="1"/>
          </p:cNvSpPr>
          <p:nvPr/>
        </p:nvSpPr>
        <p:spPr>
          <a:xfrm xmlns:a="http://schemas.openxmlformats.org/drawingml/2006/main">
            <a:off x="3169741" y="4905375"/>
            <a:ext cx="52923" cy="123825"/>
          </a:xfrm>
          <a:prstGeom xmlns:a="http://schemas.openxmlformats.org/drawingml/2006/main" prst="rect">
            <a:avLst/>
          </a:prstGeom>
          <a:solidFill xmlns:a="http://schemas.openxmlformats.org/drawingml/2006/main">
            <a:srgbClr val="25A585"/>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43514E54-08E7-4AB2-8B21-0287DB6C43BA}"/>
              </a:ext>
            </a:extLst>
          </p:cNvPr>
          <p:cNvSpPr>
            <a:spLocks xmlns:a="http://schemas.openxmlformats.org/drawingml/2006/main" noGrp="1"/>
          </p:cNvSpPr>
          <p:nvPr/>
        </p:nvSpPr>
        <p:spPr>
          <a:xfrm xmlns:a="http://schemas.openxmlformats.org/drawingml/2006/main">
            <a:off x="3218855" y="4905375"/>
            <a:ext cx="52923" cy="123825"/>
          </a:xfrm>
          <a:prstGeom xmlns:a="http://schemas.openxmlformats.org/drawingml/2006/main" prst="rect">
            <a:avLst/>
          </a:prstGeom>
          <a:solidFill xmlns:a="http://schemas.openxmlformats.org/drawingml/2006/main">
            <a:srgbClr val="28A882"/>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186B81AE-6EA4-4928-850C-896B84CF8D4E}"/>
              </a:ext>
            </a:extLst>
          </p:cNvPr>
          <p:cNvSpPr>
            <a:spLocks xmlns:a="http://schemas.openxmlformats.org/drawingml/2006/main" noGrp="1"/>
          </p:cNvSpPr>
          <p:nvPr/>
        </p:nvSpPr>
        <p:spPr>
          <a:xfrm xmlns:a="http://schemas.openxmlformats.org/drawingml/2006/main">
            <a:off x="3267968" y="4905375"/>
            <a:ext cx="52923" cy="123825"/>
          </a:xfrm>
          <a:prstGeom xmlns:a="http://schemas.openxmlformats.org/drawingml/2006/main" prst="rect">
            <a:avLst/>
          </a:prstGeom>
          <a:solidFill xmlns:a="http://schemas.openxmlformats.org/drawingml/2006/main">
            <a:srgbClr val="2BAC80"/>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580B8464-7E40-4FE7-98C8-6262DB8861AF}"/>
              </a:ext>
            </a:extLst>
          </p:cNvPr>
          <p:cNvSpPr>
            <a:spLocks xmlns:a="http://schemas.openxmlformats.org/drawingml/2006/main" noGrp="1"/>
          </p:cNvSpPr>
          <p:nvPr/>
        </p:nvSpPr>
        <p:spPr>
          <a:xfrm xmlns:a="http://schemas.openxmlformats.org/drawingml/2006/main">
            <a:off x="3317081" y="4905375"/>
            <a:ext cx="52923" cy="123825"/>
          </a:xfrm>
          <a:prstGeom xmlns:a="http://schemas.openxmlformats.org/drawingml/2006/main" prst="rect">
            <a:avLst/>
          </a:prstGeom>
          <a:solidFill xmlns:a="http://schemas.openxmlformats.org/drawingml/2006/main">
            <a:srgbClr val="2EAF7E"/>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D36DB05E-F092-4682-A206-29E95C6E28B6}"/>
              </a:ext>
            </a:extLst>
          </p:cNvPr>
          <p:cNvSpPr>
            <a:spLocks xmlns:a="http://schemas.openxmlformats.org/drawingml/2006/main" noGrp="1"/>
          </p:cNvSpPr>
          <p:nvPr/>
        </p:nvSpPr>
        <p:spPr>
          <a:xfrm xmlns:a="http://schemas.openxmlformats.org/drawingml/2006/main">
            <a:off x="3366195" y="4905375"/>
            <a:ext cx="52923" cy="123825"/>
          </a:xfrm>
          <a:prstGeom xmlns:a="http://schemas.openxmlformats.org/drawingml/2006/main" prst="rect">
            <a:avLst/>
          </a:prstGeom>
          <a:solidFill xmlns:a="http://schemas.openxmlformats.org/drawingml/2006/main">
            <a:srgbClr val="31B37C"/>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8DCC2844-3A66-41EA-8054-A09A73A6911A}"/>
              </a:ext>
            </a:extLst>
          </p:cNvPr>
          <p:cNvSpPr>
            <a:spLocks xmlns:a="http://schemas.openxmlformats.org/drawingml/2006/main" noGrp="1"/>
          </p:cNvSpPr>
          <p:nvPr/>
        </p:nvSpPr>
        <p:spPr>
          <a:xfrm xmlns:a="http://schemas.openxmlformats.org/drawingml/2006/main">
            <a:off x="3415308" y="4905375"/>
            <a:ext cx="52923" cy="123825"/>
          </a:xfrm>
          <a:prstGeom xmlns:a="http://schemas.openxmlformats.org/drawingml/2006/main" prst="rect">
            <a:avLst/>
          </a:prstGeom>
          <a:solidFill xmlns:a="http://schemas.openxmlformats.org/drawingml/2006/main">
            <a:srgbClr val="34B679"/>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5BBEBB17-9371-4158-A9F2-942A06648B96}"/>
              </a:ext>
            </a:extLst>
          </p:cNvPr>
          <p:cNvSpPr>
            <a:spLocks xmlns:a="http://schemas.openxmlformats.org/drawingml/2006/main" noGrp="1"/>
          </p:cNvSpPr>
          <p:nvPr/>
        </p:nvSpPr>
        <p:spPr>
          <a:xfrm xmlns:a="http://schemas.openxmlformats.org/drawingml/2006/main">
            <a:off x="3464421" y="4905375"/>
            <a:ext cx="52923" cy="123825"/>
          </a:xfrm>
          <a:prstGeom xmlns:a="http://schemas.openxmlformats.org/drawingml/2006/main" prst="rect">
            <a:avLst/>
          </a:prstGeom>
          <a:solidFill xmlns:a="http://schemas.openxmlformats.org/drawingml/2006/main">
            <a:srgbClr val="3CBA75"/>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D2A0D4B8-B48F-4CC0-8AF9-E810004607EF}"/>
              </a:ext>
            </a:extLst>
          </p:cNvPr>
          <p:cNvSpPr>
            <a:spLocks xmlns:a="http://schemas.openxmlformats.org/drawingml/2006/main" noGrp="1"/>
          </p:cNvSpPr>
          <p:nvPr/>
        </p:nvSpPr>
        <p:spPr>
          <a:xfrm xmlns:a="http://schemas.openxmlformats.org/drawingml/2006/main">
            <a:off x="3513534" y="4905375"/>
            <a:ext cx="52923" cy="123825"/>
          </a:xfrm>
          <a:prstGeom xmlns:a="http://schemas.openxmlformats.org/drawingml/2006/main" prst="rect">
            <a:avLst/>
          </a:prstGeom>
          <a:solidFill xmlns:a="http://schemas.openxmlformats.org/drawingml/2006/main">
            <a:srgbClr val="43BD71"/>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C3E1ED0A-5391-4706-898A-4702B03BF323}"/>
              </a:ext>
            </a:extLst>
          </p:cNvPr>
          <p:cNvSpPr>
            <a:spLocks xmlns:a="http://schemas.openxmlformats.org/drawingml/2006/main" noGrp="1"/>
          </p:cNvSpPr>
          <p:nvPr/>
        </p:nvSpPr>
        <p:spPr>
          <a:xfrm xmlns:a="http://schemas.openxmlformats.org/drawingml/2006/main">
            <a:off x="3562648" y="4905375"/>
            <a:ext cx="52923" cy="123825"/>
          </a:xfrm>
          <a:prstGeom xmlns:a="http://schemas.openxmlformats.org/drawingml/2006/main" prst="rect">
            <a:avLst/>
          </a:prstGeom>
          <a:solidFill xmlns:a="http://schemas.openxmlformats.org/drawingml/2006/main">
            <a:srgbClr val="4BC06C"/>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25591999-EF50-4040-B6BD-545C2C9E3E14}"/>
              </a:ext>
            </a:extLst>
          </p:cNvPr>
          <p:cNvSpPr>
            <a:spLocks xmlns:a="http://schemas.openxmlformats.org/drawingml/2006/main" noGrp="1"/>
          </p:cNvSpPr>
          <p:nvPr/>
        </p:nvSpPr>
        <p:spPr>
          <a:xfrm xmlns:a="http://schemas.openxmlformats.org/drawingml/2006/main">
            <a:off x="3611761" y="4905375"/>
            <a:ext cx="52923" cy="123825"/>
          </a:xfrm>
          <a:prstGeom xmlns:a="http://schemas.openxmlformats.org/drawingml/2006/main" prst="rect">
            <a:avLst/>
          </a:prstGeom>
          <a:solidFill xmlns:a="http://schemas.openxmlformats.org/drawingml/2006/main">
            <a:srgbClr val="53C368"/>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53637CA5-FF97-4E19-A9F2-C6DB57D4252D}"/>
              </a:ext>
            </a:extLst>
          </p:cNvPr>
          <p:cNvSpPr>
            <a:spLocks xmlns:a="http://schemas.openxmlformats.org/drawingml/2006/main" noGrp="1"/>
          </p:cNvSpPr>
          <p:nvPr/>
        </p:nvSpPr>
        <p:spPr>
          <a:xfrm xmlns:a="http://schemas.openxmlformats.org/drawingml/2006/main">
            <a:off x="3660874" y="4905375"/>
            <a:ext cx="52923" cy="123825"/>
          </a:xfrm>
          <a:prstGeom xmlns:a="http://schemas.openxmlformats.org/drawingml/2006/main" prst="rect">
            <a:avLst/>
          </a:prstGeom>
          <a:solidFill xmlns:a="http://schemas.openxmlformats.org/drawingml/2006/main">
            <a:srgbClr val="5BC663"/>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937E22D6-0F9F-4337-A26C-50EECA0A3544}"/>
              </a:ext>
            </a:extLst>
          </p:cNvPr>
          <p:cNvSpPr>
            <a:spLocks xmlns:a="http://schemas.openxmlformats.org/drawingml/2006/main" noGrp="1"/>
          </p:cNvSpPr>
          <p:nvPr/>
        </p:nvSpPr>
        <p:spPr>
          <a:xfrm xmlns:a="http://schemas.openxmlformats.org/drawingml/2006/main">
            <a:off x="3709988" y="4905375"/>
            <a:ext cx="52923" cy="123825"/>
          </a:xfrm>
          <a:prstGeom xmlns:a="http://schemas.openxmlformats.org/drawingml/2006/main" prst="rect">
            <a:avLst/>
          </a:prstGeom>
          <a:solidFill xmlns:a="http://schemas.openxmlformats.org/drawingml/2006/main">
            <a:srgbClr val="63C95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37A61D10-61BB-4F7C-9ED1-730D2A8A953B}"/>
              </a:ext>
            </a:extLst>
          </p:cNvPr>
          <p:cNvSpPr>
            <a:spLocks xmlns:a="http://schemas.openxmlformats.org/drawingml/2006/main" noGrp="1"/>
          </p:cNvSpPr>
          <p:nvPr/>
        </p:nvSpPr>
        <p:spPr>
          <a:xfrm xmlns:a="http://schemas.openxmlformats.org/drawingml/2006/main">
            <a:off x="3759101" y="4905375"/>
            <a:ext cx="52923" cy="123825"/>
          </a:xfrm>
          <a:prstGeom xmlns:a="http://schemas.openxmlformats.org/drawingml/2006/main" prst="rect">
            <a:avLst/>
          </a:prstGeom>
          <a:solidFill xmlns:a="http://schemas.openxmlformats.org/drawingml/2006/main">
            <a:srgbClr val="6BCC5A"/>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6BCFB161-25C9-460D-A60E-7A88FF107946}"/>
              </a:ext>
            </a:extLst>
          </p:cNvPr>
          <p:cNvSpPr>
            <a:spLocks xmlns:a="http://schemas.openxmlformats.org/drawingml/2006/main" noGrp="1"/>
          </p:cNvSpPr>
          <p:nvPr/>
        </p:nvSpPr>
        <p:spPr>
          <a:xfrm xmlns:a="http://schemas.openxmlformats.org/drawingml/2006/main">
            <a:off x="3808214" y="4905375"/>
            <a:ext cx="52923" cy="123825"/>
          </a:xfrm>
          <a:prstGeom xmlns:a="http://schemas.openxmlformats.org/drawingml/2006/main" prst="rect">
            <a:avLst/>
          </a:prstGeom>
          <a:solidFill xmlns:a="http://schemas.openxmlformats.org/drawingml/2006/main">
            <a:srgbClr val="74CF54"/>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FF5D9255-F550-4447-8E17-2AE3468CF056}"/>
              </a:ext>
            </a:extLst>
          </p:cNvPr>
          <p:cNvSpPr>
            <a:spLocks xmlns:a="http://schemas.openxmlformats.org/drawingml/2006/main" noGrp="1"/>
          </p:cNvSpPr>
          <p:nvPr/>
        </p:nvSpPr>
        <p:spPr>
          <a:xfrm xmlns:a="http://schemas.openxmlformats.org/drawingml/2006/main">
            <a:off x="3857327" y="4905375"/>
            <a:ext cx="52923" cy="123825"/>
          </a:xfrm>
          <a:prstGeom xmlns:a="http://schemas.openxmlformats.org/drawingml/2006/main" prst="rect">
            <a:avLst/>
          </a:prstGeom>
          <a:solidFill xmlns:a="http://schemas.openxmlformats.org/drawingml/2006/main">
            <a:srgbClr val="7ED14E"/>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07A9FDBC-876D-4426-976F-5A4E2AD8792A}"/>
              </a:ext>
            </a:extLst>
          </p:cNvPr>
          <p:cNvSpPr>
            <a:spLocks xmlns:a="http://schemas.openxmlformats.org/drawingml/2006/main" noGrp="1"/>
          </p:cNvSpPr>
          <p:nvPr/>
        </p:nvSpPr>
        <p:spPr>
          <a:xfrm xmlns:a="http://schemas.openxmlformats.org/drawingml/2006/main">
            <a:off x="3906441" y="4905375"/>
            <a:ext cx="52923" cy="123825"/>
          </a:xfrm>
          <a:prstGeom xmlns:a="http://schemas.openxmlformats.org/drawingml/2006/main" prst="rect">
            <a:avLst/>
          </a:prstGeom>
          <a:solidFill xmlns:a="http://schemas.openxmlformats.org/drawingml/2006/main">
            <a:srgbClr val="88D448"/>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6EA348D8-2ED7-4D98-8672-CB611E218009}"/>
              </a:ext>
            </a:extLst>
          </p:cNvPr>
          <p:cNvSpPr>
            <a:spLocks xmlns:a="http://schemas.openxmlformats.org/drawingml/2006/main" noGrp="1"/>
          </p:cNvSpPr>
          <p:nvPr/>
        </p:nvSpPr>
        <p:spPr>
          <a:xfrm xmlns:a="http://schemas.openxmlformats.org/drawingml/2006/main">
            <a:off x="3955554" y="4905375"/>
            <a:ext cx="52923" cy="123825"/>
          </a:xfrm>
          <a:prstGeom xmlns:a="http://schemas.openxmlformats.org/drawingml/2006/main" prst="rect">
            <a:avLst/>
          </a:prstGeom>
          <a:solidFill xmlns:a="http://schemas.openxmlformats.org/drawingml/2006/main">
            <a:srgbClr val="92D641"/>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85674EF0-A309-4B90-BC7B-79394AF85003}"/>
              </a:ext>
            </a:extLst>
          </p:cNvPr>
          <p:cNvSpPr>
            <a:spLocks xmlns:a="http://schemas.openxmlformats.org/drawingml/2006/main" noGrp="1"/>
          </p:cNvSpPr>
          <p:nvPr/>
        </p:nvSpPr>
        <p:spPr>
          <a:xfrm xmlns:a="http://schemas.openxmlformats.org/drawingml/2006/main">
            <a:off x="4004667" y="4905375"/>
            <a:ext cx="52923" cy="123825"/>
          </a:xfrm>
          <a:prstGeom xmlns:a="http://schemas.openxmlformats.org/drawingml/2006/main" prst="rect">
            <a:avLst/>
          </a:prstGeom>
          <a:solidFill xmlns:a="http://schemas.openxmlformats.org/drawingml/2006/main">
            <a:srgbClr val="9CD83B"/>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7AD4CA39-095E-4E9E-AC9B-FAEC416A460A}"/>
              </a:ext>
            </a:extLst>
          </p:cNvPr>
          <p:cNvSpPr>
            <a:spLocks xmlns:a="http://schemas.openxmlformats.org/drawingml/2006/main" noGrp="1"/>
          </p:cNvSpPr>
          <p:nvPr/>
        </p:nvSpPr>
        <p:spPr>
          <a:xfrm xmlns:a="http://schemas.openxmlformats.org/drawingml/2006/main">
            <a:off x="4053780" y="4905375"/>
            <a:ext cx="52923" cy="123825"/>
          </a:xfrm>
          <a:prstGeom xmlns:a="http://schemas.openxmlformats.org/drawingml/2006/main" prst="rect">
            <a:avLst/>
          </a:prstGeom>
          <a:solidFill xmlns:a="http://schemas.openxmlformats.org/drawingml/2006/main">
            <a:srgbClr val="A6DB35"/>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F3BDF1CB-27DF-4CDE-8F9B-8A56BC3891BE}"/>
              </a:ext>
            </a:extLst>
          </p:cNvPr>
          <p:cNvSpPr>
            <a:spLocks xmlns:a="http://schemas.openxmlformats.org/drawingml/2006/main" noGrp="1"/>
          </p:cNvSpPr>
          <p:nvPr/>
        </p:nvSpPr>
        <p:spPr>
          <a:xfrm xmlns:a="http://schemas.openxmlformats.org/drawingml/2006/main">
            <a:off x="4102894" y="4905375"/>
            <a:ext cx="52923" cy="123825"/>
          </a:xfrm>
          <a:prstGeom xmlns:a="http://schemas.openxmlformats.org/drawingml/2006/main" prst="rect">
            <a:avLst/>
          </a:prstGeom>
          <a:solidFill xmlns:a="http://schemas.openxmlformats.org/drawingml/2006/main">
            <a:srgbClr val="B0DD2E"/>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20FF0F9A-2150-4AEF-9583-A13223E1EDC4}"/>
              </a:ext>
            </a:extLst>
          </p:cNvPr>
          <p:cNvSpPr>
            <a:spLocks xmlns:a="http://schemas.openxmlformats.org/drawingml/2006/main" noGrp="1"/>
          </p:cNvSpPr>
          <p:nvPr/>
        </p:nvSpPr>
        <p:spPr>
          <a:xfrm xmlns:a="http://schemas.openxmlformats.org/drawingml/2006/main">
            <a:off x="4152007" y="4905375"/>
            <a:ext cx="52923" cy="123825"/>
          </a:xfrm>
          <a:prstGeom xmlns:a="http://schemas.openxmlformats.org/drawingml/2006/main" prst="rect">
            <a:avLst/>
          </a:prstGeom>
          <a:solidFill xmlns:a="http://schemas.openxmlformats.org/drawingml/2006/main">
            <a:srgbClr val="BADF2B"/>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AB5280B7-09C5-47F6-83B4-919D6856A21E}"/>
              </a:ext>
            </a:extLst>
          </p:cNvPr>
          <p:cNvSpPr>
            <a:spLocks xmlns:a="http://schemas.openxmlformats.org/drawingml/2006/main" noGrp="1"/>
          </p:cNvSpPr>
          <p:nvPr/>
        </p:nvSpPr>
        <p:spPr>
          <a:xfrm xmlns:a="http://schemas.openxmlformats.org/drawingml/2006/main">
            <a:off x="4201120" y="4905375"/>
            <a:ext cx="52923" cy="123825"/>
          </a:xfrm>
          <a:prstGeom xmlns:a="http://schemas.openxmlformats.org/drawingml/2006/main" prst="rect">
            <a:avLst/>
          </a:prstGeom>
          <a:solidFill xmlns:a="http://schemas.openxmlformats.org/drawingml/2006/main">
            <a:srgbClr val="C5E02A"/>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DC959F08-E1AB-4EE8-80B1-FCB10A71FBEF}"/>
              </a:ext>
            </a:extLst>
          </p:cNvPr>
          <p:cNvSpPr>
            <a:spLocks xmlns:a="http://schemas.openxmlformats.org/drawingml/2006/main" noGrp="1"/>
          </p:cNvSpPr>
          <p:nvPr/>
        </p:nvSpPr>
        <p:spPr>
          <a:xfrm xmlns:a="http://schemas.openxmlformats.org/drawingml/2006/main">
            <a:off x="4250234" y="4905375"/>
            <a:ext cx="52923" cy="123825"/>
          </a:xfrm>
          <a:prstGeom xmlns:a="http://schemas.openxmlformats.org/drawingml/2006/main" prst="rect">
            <a:avLst/>
          </a:prstGeom>
          <a:solidFill xmlns:a="http://schemas.openxmlformats.org/drawingml/2006/main">
            <a:srgbClr val="CFE129"/>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63BF07D6-6590-4460-B9F0-0D1FBC60E3FD}"/>
              </a:ext>
            </a:extLst>
          </p:cNvPr>
          <p:cNvSpPr>
            <a:spLocks xmlns:a="http://schemas.openxmlformats.org/drawingml/2006/main" noGrp="1"/>
          </p:cNvSpPr>
          <p:nvPr/>
        </p:nvSpPr>
        <p:spPr>
          <a:xfrm xmlns:a="http://schemas.openxmlformats.org/drawingml/2006/main">
            <a:off x="4299347" y="4905375"/>
            <a:ext cx="52923" cy="123825"/>
          </a:xfrm>
          <a:prstGeom xmlns:a="http://schemas.openxmlformats.org/drawingml/2006/main" prst="rect">
            <a:avLst/>
          </a:prstGeom>
          <a:solidFill xmlns:a="http://schemas.openxmlformats.org/drawingml/2006/main">
            <a:srgbClr val="D9E328"/>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00DAC124-56DF-4495-87C1-E0850BB4ACF5}"/>
              </a:ext>
            </a:extLst>
          </p:cNvPr>
          <p:cNvSpPr>
            <a:spLocks xmlns:a="http://schemas.openxmlformats.org/drawingml/2006/main" noGrp="1"/>
          </p:cNvSpPr>
          <p:nvPr/>
        </p:nvSpPr>
        <p:spPr>
          <a:xfrm xmlns:a="http://schemas.openxmlformats.org/drawingml/2006/main">
            <a:off x="4348460" y="4905375"/>
            <a:ext cx="52923" cy="123825"/>
          </a:xfrm>
          <a:prstGeom xmlns:a="http://schemas.openxmlformats.org/drawingml/2006/main" prst="rect">
            <a:avLst/>
          </a:prstGeom>
          <a:solidFill xmlns:a="http://schemas.openxmlformats.org/drawingml/2006/main">
            <a:srgbClr val="E3E427"/>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7A7BB3B6-B007-4F6C-96DA-0E0B28812D55}"/>
              </a:ext>
            </a:extLst>
          </p:cNvPr>
          <p:cNvSpPr>
            <a:spLocks xmlns:a="http://schemas.openxmlformats.org/drawingml/2006/main" noGrp="1"/>
          </p:cNvSpPr>
          <p:nvPr/>
        </p:nvSpPr>
        <p:spPr>
          <a:xfrm xmlns:a="http://schemas.openxmlformats.org/drawingml/2006/main">
            <a:off x="4397573" y="4905375"/>
            <a:ext cx="52923" cy="123825"/>
          </a:xfrm>
          <a:prstGeom xmlns:a="http://schemas.openxmlformats.org/drawingml/2006/main" prst="rect">
            <a:avLst/>
          </a:prstGeom>
          <a:solidFill xmlns:a="http://schemas.openxmlformats.org/drawingml/2006/main">
            <a:srgbClr val="EEE526"/>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A2C85946-FB93-4F8F-B960-D97865E0AA37}"/>
              </a:ext>
            </a:extLst>
          </p:cNvPr>
          <p:cNvSpPr>
            <a:spLocks xmlns:a="http://schemas.openxmlformats.org/drawingml/2006/main" noGrp="1"/>
          </p:cNvSpPr>
          <p:nvPr/>
        </p:nvSpPr>
        <p:spPr>
          <a:xfrm xmlns:a="http://schemas.openxmlformats.org/drawingml/2006/main">
            <a:off x="4446687" y="4905375"/>
            <a:ext cx="52923" cy="123825"/>
          </a:xfrm>
          <a:prstGeom xmlns:a="http://schemas.openxmlformats.org/drawingml/2006/main" prst="rect">
            <a:avLst/>
          </a:prstGeom>
          <a:solidFill xmlns:a="http://schemas.openxmlformats.org/drawingml/2006/main">
            <a:srgbClr val="F8E625"/>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7E8F116F-D277-44A8-BF3C-034937312670}"/>
              </a:ext>
            </a:extLst>
          </p:cNvPr>
          <p:cNvSpPr>
            <a:spLocks xmlns:a="http://schemas.openxmlformats.org/drawingml/2006/main" noGrp="1"/>
          </p:cNvSpPr>
          <p:nvPr/>
        </p:nvSpPr>
        <p:spPr>
          <a:xfrm xmlns:a="http://schemas.openxmlformats.org/drawingml/2006/main">
            <a:off x="1352550" y="4905375"/>
            <a:ext cx="314325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99" name="">
            <a:extLst xmlns:a="http://schemas.openxmlformats.org/drawingml/2006/main">
              <a:ext uri="{FF2B5EF4-FFF2-40B4-BE49-F238E27FC236}">
                <a16:creationId xmlns:a16="http://schemas.microsoft.com/office/drawing/2014/main" id="{8226DFCA-0F5F-4698-92EA-E31A1496C83A}"/>
              </a:ext>
            </a:extLst>
          </p:cNvPr>
          <p:cNvSpPr>
            <a:spLocks xmlns:a="http://schemas.openxmlformats.org/drawingml/2006/main" noGrp="1"/>
          </p:cNvSpPr>
          <p:nvPr/>
        </p:nvSpPr>
        <p:spPr>
          <a:xfrm xmlns:a="http://schemas.openxmlformats.org/drawingml/2006/main">
            <a:off x="1687516" y="5029200"/>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0" name="">
            <a:extLst xmlns:a="http://schemas.openxmlformats.org/drawingml/2006/main">
              <a:ext uri="{FF2B5EF4-FFF2-40B4-BE49-F238E27FC236}">
                <a16:creationId xmlns:a16="http://schemas.microsoft.com/office/drawing/2014/main" id="{92E72FCA-28B9-4685-886F-390715100904}"/>
              </a:ext>
            </a:extLst>
          </p:cNvPr>
          <p:cNvSpPr>
            <a:spLocks xmlns:a="http://schemas.openxmlformats.org/drawingml/2006/main" noGrp="1"/>
          </p:cNvSpPr>
          <p:nvPr/>
        </p:nvSpPr>
        <p:spPr>
          <a:xfrm xmlns:a="http://schemas.openxmlformats.org/drawingml/2006/main">
            <a:off x="1344616" y="5067300"/>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10²</a:t>
            </a:r>
          </a:p>
        </p:txBody>
      </p:sp>
      <p:sp>
        <p:nvSpPr>
          <p:cNvPr id="101" name="">
            <a:extLst xmlns:a="http://schemas.openxmlformats.org/drawingml/2006/main">
              <a:ext uri="{FF2B5EF4-FFF2-40B4-BE49-F238E27FC236}">
                <a16:creationId xmlns:a16="http://schemas.microsoft.com/office/drawing/2014/main" id="{44BCE555-87A1-496F-A41F-4B58CA8351DD}"/>
              </a:ext>
            </a:extLst>
          </p:cNvPr>
          <p:cNvSpPr>
            <a:spLocks xmlns:a="http://schemas.openxmlformats.org/drawingml/2006/main" noGrp="1"/>
          </p:cNvSpPr>
          <p:nvPr/>
        </p:nvSpPr>
        <p:spPr>
          <a:xfrm xmlns:a="http://schemas.openxmlformats.org/drawingml/2006/main">
            <a:off x="2735266" y="5029200"/>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2" name="">
            <a:extLst xmlns:a="http://schemas.openxmlformats.org/drawingml/2006/main">
              <a:ext uri="{FF2B5EF4-FFF2-40B4-BE49-F238E27FC236}">
                <a16:creationId xmlns:a16="http://schemas.microsoft.com/office/drawing/2014/main" id="{F961D051-83A7-43F8-A9BD-23CA8D1DC558}"/>
              </a:ext>
            </a:extLst>
          </p:cNvPr>
          <p:cNvSpPr>
            <a:spLocks xmlns:a="http://schemas.openxmlformats.org/drawingml/2006/main" noGrp="1"/>
          </p:cNvSpPr>
          <p:nvPr/>
        </p:nvSpPr>
        <p:spPr>
          <a:xfrm xmlns:a="http://schemas.openxmlformats.org/drawingml/2006/main">
            <a:off x="2392366" y="5067300"/>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10⁴</a:t>
            </a:r>
          </a:p>
        </p:txBody>
      </p:sp>
      <p:sp>
        <p:nvSpPr>
          <p:cNvPr id="103" name="">
            <a:extLst xmlns:a="http://schemas.openxmlformats.org/drawingml/2006/main">
              <a:ext uri="{FF2B5EF4-FFF2-40B4-BE49-F238E27FC236}">
                <a16:creationId xmlns:a16="http://schemas.microsoft.com/office/drawing/2014/main" id="{25803736-4118-4035-9C9F-13C5A1198D84}"/>
              </a:ext>
            </a:extLst>
          </p:cNvPr>
          <p:cNvSpPr>
            <a:spLocks xmlns:a="http://schemas.openxmlformats.org/drawingml/2006/main" noGrp="1"/>
          </p:cNvSpPr>
          <p:nvPr/>
        </p:nvSpPr>
        <p:spPr>
          <a:xfrm xmlns:a="http://schemas.openxmlformats.org/drawingml/2006/main">
            <a:off x="3783016" y="5029200"/>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4" name="">
            <a:extLst xmlns:a="http://schemas.openxmlformats.org/drawingml/2006/main">
              <a:ext uri="{FF2B5EF4-FFF2-40B4-BE49-F238E27FC236}">
                <a16:creationId xmlns:a16="http://schemas.microsoft.com/office/drawing/2014/main" id="{843F4E3E-D7D2-497F-87C8-351C089DDABD}"/>
              </a:ext>
            </a:extLst>
          </p:cNvPr>
          <p:cNvSpPr>
            <a:spLocks xmlns:a="http://schemas.openxmlformats.org/drawingml/2006/main" noGrp="1"/>
          </p:cNvSpPr>
          <p:nvPr/>
        </p:nvSpPr>
        <p:spPr>
          <a:xfrm xmlns:a="http://schemas.openxmlformats.org/drawingml/2006/main">
            <a:off x="3440116" y="5067300"/>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10⁶</a:t>
            </a:r>
          </a:p>
        </p:txBody>
      </p:sp>
      <p:sp>
        <p:nvSpPr>
          <p:cNvPr id="105" name="">
            <a:extLst xmlns:a="http://schemas.openxmlformats.org/drawingml/2006/main">
              <a:ext uri="{FF2B5EF4-FFF2-40B4-BE49-F238E27FC236}">
                <a16:creationId xmlns:a16="http://schemas.microsoft.com/office/drawing/2014/main" id="{C4DE1FA3-0760-4C1B-AAC6-8172444BABF3}"/>
              </a:ext>
            </a:extLst>
          </p:cNvPr>
          <p:cNvSpPr>
            <a:spLocks xmlns:a="http://schemas.openxmlformats.org/drawingml/2006/main" noGrp="1"/>
          </p:cNvSpPr>
          <p:nvPr/>
        </p:nvSpPr>
        <p:spPr>
          <a:xfrm xmlns:a="http://schemas.openxmlformats.org/drawingml/2006/main">
            <a:off x="1352550" y="4695825"/>
            <a:ext cx="3143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log₁₀(Qrh / W m⁻³)</a:t>
            </a:r>
          </a:p>
        </p:txBody>
      </p:sp>
      <p:sp>
        <p:nvSpPr>
          <p:cNvPr id="106" name="">
            <a:extLst xmlns:a="http://schemas.openxmlformats.org/drawingml/2006/main">
              <a:ext uri="{FF2B5EF4-FFF2-40B4-BE49-F238E27FC236}">
                <a16:creationId xmlns:a16="http://schemas.microsoft.com/office/drawing/2014/main" id="{6C3DC550-E587-4DB1-919F-07C8B5BCA3F5}"/>
              </a:ext>
            </a:extLst>
          </p:cNvPr>
          <p:cNvSpPr>
            <a:spLocks xmlns:a="http://schemas.openxmlformats.org/drawingml/2006/main" noGrp="1"/>
          </p:cNvSpPr>
          <p:nvPr/>
        </p:nvSpPr>
        <p:spPr>
          <a:xfrm xmlns:a="http://schemas.openxmlformats.org/drawingml/2006/main">
            <a:off x="1352550" y="5229225"/>
            <a:ext cx="31432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修正Shepard補間（近傍10点）。表示下限Qmax×10⁻⁶。統計は節点値</a:t>
            </a:r>
          </a:p>
        </p:txBody>
      </p:sp>
      <p:graphicFrame>
        <p:nvGraphicFramePr>
          <p:cNvPr id="255" name=""/>
          <p:cNvGraphicFramePr/>
          <p:nvPr/>
        </p:nvGraphicFramePr>
        <p:xfrm>
          <a:off xmlns:a="http://schemas.openxmlformats.org/drawingml/2006/main" x="6048375" y="1352550"/>
          <a:ext xmlns:a="http://schemas.openxmlformats.org/drawingml/2006/main" cx="5476875" cy="3314700"/>
        </p:xfrm>
        <a:graphic xmlns:a="http://schemas.openxmlformats.org/drawingml/2006/main">
          <a:graphicData uri="http://schemas.openxmlformats.org/drawingml/2006/table">
            <a:tbl>
              <a:tblPr firstRow="1" bandRow="0"/>
              <a:tblGrid>
                <a:gridCol w="2428875"/>
                <a:gridCol w="3048000"/>
              </a:tblGrid>
              <a:tr h="414338">
                <a:tc>
                  <a:txBody>
                    <a:bodyPr lIns="57150" tIns="38100" rIns="47625" bIns="38100">
                      <a:normAutofit/>
                    </a:bodyPr>
                    <a:lstStyle/>
                    <a:p>
                      <a:pPr algn="l">
                        <a:buNone/>
                      </a:pPr>
                      <a:r>
                        <a:rPr sz="1013" b="1">
                          <a:solidFill>
                            <a:srgbClr val="FFFFFF"/>
                          </a:solidFill>
                          <a:latin typeface="Noto Sans JP"/>
                          <a:ea typeface="Noto Sans JP"/>
                          <a:cs typeface="Noto Sans JP"/>
                        </a:rPr>
                        <a:t>条件</a:t>
                      </a:r>
                    </a:p>
                  </a:txBody>
                  <a:tcPr marL="91440" marR="91440" marT="45720" marB="45720" anchor="ctr">
                    <a:solidFill>
                      <a:srgbClr val="00A6D9"/>
                    </a:solidFill>
                  </a:tcPr>
                </a:tc>
                <a:tc>
                  <a:txBody>
                    <a:bodyPr lIns="57150" tIns="38100" rIns="47625" bIns="38100">
                      <a:normAutofit/>
                    </a:bodyPr>
                    <a:lstStyle/>
                    <a:p>
                      <a:pPr algn="ctr">
                        <a:buNone/>
                      </a:pPr>
                      <a:r>
                        <a:rPr sz="1013" b="1">
                          <a:solidFill>
                            <a:srgbClr val="FFFFFF"/>
                          </a:solidFill>
                          <a:latin typeface="Noto Sans JP"/>
                          <a:ea typeface="Noto Sans JP"/>
                          <a:cs typeface="Noto Sans JP"/>
                        </a:rPr>
                        <a:t>値</a:t>
                      </a:r>
                    </a:p>
                  </a:txBody>
                  <a:tcPr marL="91440" marR="91440" marT="45720" marB="45720" anchor="ctr">
                    <a:solidFill>
                      <a:srgbClr val="00A6D9"/>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RF周波数</a:t>
                      </a:r>
                    </a:p>
                  </a:txBody>
                  <a:tcPr marL="91440" marR="91440" marT="45720" marB="45720" anchor="ctr">
                    <a:solidFill>
                      <a:srgbClr val="FFFFFF"/>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13.56 MHz</a:t>
                      </a:r>
                    </a:p>
                  </a:txBody>
                  <a:tcPr marL="91440" marR="91440" marT="45720" marB="45720" anchor="ctr">
                    <a:solidFill>
                      <a:srgbClr val="FFFFFF"/>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コイル電力</a:t>
                      </a:r>
                    </a:p>
                  </a:txBody>
                  <a:tcPr marL="91440" marR="91440" marT="45720" marB="45720" anchor="ctr">
                    <a:solidFill>
                      <a:srgbClr val="F1F1F1"/>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1500 W</a:t>
                      </a:r>
                    </a:p>
                  </a:txBody>
                  <a:tcPr marL="91440" marR="91440" marT="45720" marB="45720" anchor="ctr">
                    <a:solidFill>
                      <a:srgbClr val="F1F1F1"/>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圧力</a:t>
                      </a:r>
                    </a:p>
                  </a:txBody>
                  <a:tcPr marL="91440" marR="91440" marT="45720" marB="45720" anchor="ctr">
                    <a:solidFill>
                      <a:srgbClr val="FFFFFF"/>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2.66644 Pa</a:t>
                      </a:r>
                    </a:p>
                  </a:txBody>
                  <a:tcPr marL="91440" marR="91440" marT="45720" marB="45720" anchor="ctr">
                    <a:solidFill>
                      <a:srgbClr val="FFFFFF"/>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気体温度</a:t>
                      </a:r>
                    </a:p>
                  </a:txBody>
                  <a:tcPr marL="91440" marR="91440" marT="45720" marB="45720" anchor="ctr">
                    <a:solidFill>
                      <a:srgbClr val="F1F1F1"/>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300 K</a:t>
                      </a:r>
                    </a:p>
                  </a:txBody>
                  <a:tcPr marL="91440" marR="91440" marT="45720" marB="45720" anchor="ctr">
                    <a:solidFill>
                      <a:srgbClr val="F1F1F1"/>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比較時刻</a:t>
                      </a:r>
                    </a:p>
                  </a:txBody>
                  <a:tcPr marL="91440" marR="91440" marT="45720" marB="45720" anchor="ctr">
                    <a:solidFill>
                      <a:srgbClr val="FFFFFF"/>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0.001 s (時刻を厳密補間)</a:t>
                      </a:r>
                    </a:p>
                  </a:txBody>
                  <a:tcPr marL="91440" marR="91440" marT="45720" marB="45720" anchor="ctr">
                    <a:solidFill>
                      <a:srgbClr val="FFFFFF"/>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Swarm終端時刻</a:t>
                      </a:r>
                    </a:p>
                  </a:txBody>
                  <a:tcPr marL="91440" marR="91440" marT="45720" marB="45720" anchor="ctr">
                    <a:solidFill>
                      <a:srgbClr val="F1F1F1"/>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0.01 s; 空間比較には不使用</a:t>
                      </a:r>
                    </a:p>
                  </a:txBody>
                  <a:tcPr marL="91440" marR="91440" marT="45720" marB="45720" anchor="ctr">
                    <a:solidFill>
                      <a:srgbClr val="F1F1F1"/>
                    </a:solidFill>
                  </a:tcPr>
                </a:tc>
              </a:tr>
              <a:tr h="414338">
                <a:tc>
                  <a:txBody>
                    <a:bodyPr lIns="57150" tIns="38100" rIns="47625" bIns="38100">
                      <a:normAutofit/>
                    </a:bodyPr>
                    <a:lstStyle/>
                    <a:p>
                      <a:pPr algn="l">
                        <a:buNone/>
                      </a:pPr>
                      <a:r>
                        <a:rPr sz="1005" b="1">
                          <a:solidFill>
                            <a:srgbClr val="2F2F2F"/>
                          </a:solidFill>
                          <a:latin typeface="Noto Sans JP"/>
                          <a:ea typeface="Noto Sans JP"/>
                          <a:cs typeface="Noto Sans JP"/>
                        </a:rPr>
                        <a:t>比較条件</a:t>
                      </a:r>
                    </a:p>
                  </a:txBody>
                  <a:tcPr marL="91440" marR="91440" marT="45720" marB="45720" anchor="ctr">
                    <a:solidFill>
                      <a:srgbClr val="FFFFFF"/>
                    </a:solidFill>
                  </a:tcPr>
                </a:tc>
                <a:tc>
                  <a:txBody>
                    <a:bodyPr lIns="57150" tIns="38100" rIns="47625" bIns="38100">
                      <a:normAutofit/>
                    </a:bodyPr>
                    <a:lstStyle/>
                    <a:p>
                      <a:pPr algn="ctr">
                        <a:buNone/>
                      </a:pPr>
                      <a:r>
                        <a:rPr sz="1005" b="0">
                          <a:solidFill>
                            <a:srgbClr val="2F2F2F"/>
                          </a:solidFill>
                          <a:latin typeface="Noto Sans JP"/>
                          <a:ea typeface="Noto Sans JP"/>
                          <a:cs typeface="Noto Sans JP"/>
                        </a:rPr>
                        <a:t>同一メッシュ／同一MPH／4物性入力</a:t>
                      </a:r>
                    </a:p>
                  </a:txBody>
                  <a:tcPr marL="91440" marR="91440" marT="45720" marB="45720" anchor="ctr">
                    <a:solidFill>
                      <a:srgbClr val="FFFFFF"/>
                    </a:solidFill>
                  </a:tcPr>
                </a:tc>
              </a:tr>
            </a:tbl>
          </a:graphicData>
        </a:graphic>
      </p:graphicFrame>
      <p:sp>
        <p:nvSpPr>
          <p:cNvPr id="108" name="">
            <a:extLst xmlns:a="http://schemas.openxmlformats.org/drawingml/2006/main">
              <a:ext uri="{FF2B5EF4-FFF2-40B4-BE49-F238E27FC236}">
                <a16:creationId xmlns:a16="http://schemas.microsoft.com/office/drawing/2014/main" id="{15E25698-1817-427D-A186-851578384FCA}"/>
              </a:ext>
            </a:extLst>
          </p:cNvPr>
          <p:cNvSpPr>
            <a:spLocks xmlns:a="http://schemas.openxmlformats.org/drawingml/2006/main" noGrp="1"/>
          </p:cNvSpPr>
          <p:nvPr/>
        </p:nvSpPr>
        <p:spPr>
          <a:xfrm xmlns:a="http://schemas.openxmlformats.org/drawingml/2006/main">
            <a:off x="6381750" y="4714875"/>
            <a:ext cx="4810125"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09" name="">
            <a:extLst xmlns:a="http://schemas.openxmlformats.org/drawingml/2006/main">
              <a:ext uri="{FF2B5EF4-FFF2-40B4-BE49-F238E27FC236}">
                <a16:creationId xmlns:a16="http://schemas.microsoft.com/office/drawing/2014/main" id="{84047D08-4E50-40BA-92B7-138457AA083C}"/>
              </a:ext>
            </a:extLst>
          </p:cNvPr>
          <p:cNvSpPr>
            <a:spLocks xmlns:a="http://schemas.openxmlformats.org/drawingml/2006/main" noGrp="1"/>
          </p:cNvSpPr>
          <p:nvPr/>
        </p:nvSpPr>
        <p:spPr>
          <a:xfrm xmlns:a="http://schemas.openxmlformats.org/drawingml/2006/main">
            <a:off x="6381750" y="4714875"/>
            <a:ext cx="704850" cy="552450"/>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FDD753B6-802D-4EE1-86F6-8BD31F50A41C}"/>
              </a:ext>
            </a:extLst>
          </p:cNvPr>
          <p:cNvSpPr>
            <a:spLocks xmlns:a="http://schemas.openxmlformats.org/drawingml/2006/main" noGrp="1"/>
          </p:cNvSpPr>
          <p:nvPr/>
        </p:nvSpPr>
        <p:spPr>
          <a:xfrm xmlns:a="http://schemas.openxmlformats.org/drawingml/2006/main">
            <a:off x="6429375" y="4752975"/>
            <a:ext cx="60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軸対称</a:t>
            </a:r>
          </a:p>
        </p:txBody>
      </p:sp>
      <p:sp>
        <p:nvSpPr>
          <p:cNvPr id="111" name="">
            <a:extLst xmlns:a="http://schemas.openxmlformats.org/drawingml/2006/main">
              <a:ext uri="{FF2B5EF4-FFF2-40B4-BE49-F238E27FC236}">
                <a16:creationId xmlns:a16="http://schemas.microsoft.com/office/drawing/2014/main" id="{C778F697-A048-439A-8E9B-8BA021CA5CA2}"/>
              </a:ext>
            </a:extLst>
          </p:cNvPr>
          <p:cNvSpPr>
            <a:spLocks xmlns:a="http://schemas.openxmlformats.org/drawingml/2006/main" noGrp="1"/>
          </p:cNvSpPr>
          <p:nvPr/>
        </p:nvSpPr>
        <p:spPr>
          <a:xfrm xmlns:a="http://schemas.openxmlformats.org/drawingml/2006/main">
            <a:off x="7258050" y="4762500"/>
            <a:ext cx="3781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dV = 2πr dr dz,   X = ∫Ω X(r,z) dV</a:t>
            </a:r>
          </a:p>
        </p:txBody>
      </p:sp>
      <p:sp>
        <p:nvSpPr>
          <p:cNvPr id="112" name="">
            <a:extLst xmlns:a="http://schemas.openxmlformats.org/drawingml/2006/main">
              <a:ext uri="{FF2B5EF4-FFF2-40B4-BE49-F238E27FC236}">
                <a16:creationId xmlns:a16="http://schemas.microsoft.com/office/drawing/2014/main" id="{D984D575-8CE9-4DBA-BA7F-E4E0E95E1FF3}"/>
              </a:ext>
            </a:extLst>
          </p:cNvPr>
          <p:cNvSpPr>
            <a:spLocks xmlns:a="http://schemas.openxmlformats.org/drawingml/2006/main" noGrp="1"/>
          </p:cNvSpPr>
          <p:nvPr/>
        </p:nvSpPr>
        <p:spPr>
          <a:xfrm xmlns:a="http://schemas.openxmlformats.org/drawingml/2006/main">
            <a:off x="6381750" y="5410200"/>
            <a:ext cx="4810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200" b="1" i="0">
                <a:solidFill>
                  <a:srgbClr val="72B51F"/>
                </a:solidFill>
                <a:latin typeface="Noto Sans JP"/>
                <a:ea typeface="Noto Sans JP"/>
                <a:cs typeface="Noto Sans JP"/>
              </a:defRPr>
            </a:pPr>
            <a:r>
              <a:rPr sz="1200" b="1" i="0">
                <a:solidFill>
                  <a:srgbClr val="72B51F"/>
                </a:solidFill>
                <a:latin typeface="Noto Sans JP"/>
                <a:ea typeface="Noto Sans JP"/>
                <a:cs typeface="Noto Sans JP"/>
              </a:rPr>
              <a:t>比較：</a:t>
            </a:r>
            <a:r>
              <a:rPr sz="1200" b="1" i="0">
                <a:solidFill>
                  <a:srgbClr val="72B51F"/>
                </a:solidFill>
                <a:latin typeface="Noto Sans JP"/>
                <a:ea typeface="Noto Sans JP"/>
                <a:cs typeface="Noto Sans JP"/>
              </a:rPr>
              <a:t>標準COMSOL / two-term / Monte Carlo / propagator</a:t>
            </a:r>
          </a:p>
        </p:txBody>
      </p:sp>
      <p:sp>
        <p:nvSpPr>
          <p:cNvPr id="115" name="">
            <a:extLst xmlns:a="http://schemas.openxmlformats.org/drawingml/2006/main">
              <a:ext uri="{FF2B5EF4-FFF2-40B4-BE49-F238E27FC236}">
                <a16:creationId xmlns:a16="http://schemas.microsoft.com/office/drawing/2014/main" id="{F08D8F22-F3EF-4D1A-A654-CC4566EEDE07}"/>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4ケースを同一MPH・同一4545節点・同一時刻1 msで比較。</a:t>
            </a:r>
            <a:r>
              <a:rPr sz="1275" b="1" i="0">
                <a:solidFill>
                  <a:srgbClr val="6DBB20"/>
                </a:solidFill>
                <a:latin typeface="Noto Sans JP"/>
                <a:ea typeface="Noto Sans JP"/>
                <a:cs typeface="Noto Sans JP"/>
              </a:rPr>
              <a:t>標準COMSOLの</a:t>
            </a:r>
            <a:r>
              <a:rPr sz="1275" b="1" i="0">
                <a:solidFill>
                  <a:srgbClr val="6DBB20"/>
                </a:solidFill>
                <a:latin typeface="Noto Sans JP"/>
                <a:ea typeface="Noto Sans JP"/>
                <a:cs typeface="Noto Sans JP"/>
              </a:rPr>
              <a:t>Ar*はこの時刻で未定常のため、差は閉包＋過渡応答として読む。</a:t>
            </a:r>
          </a:p>
        </p:txBody>
      </p:sp>
      <p:sp>
        <p:nvSpPr>
          <p:cNvPr id="116" name="">
            <a:extLst xmlns:a="http://schemas.openxmlformats.org/drawingml/2006/main">
              <a:ext uri="{FF2B5EF4-FFF2-40B4-BE49-F238E27FC236}">
                <a16:creationId xmlns:a16="http://schemas.microsoft.com/office/drawing/2014/main" id="{8E51B7EC-251E-4ADD-BD34-A38E5A676B31}"/>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[R8] [R9] [R13]  |  comparison_exports/*/fields_common_time.csv; docs/comsol_gec_icp.md</a:t>
            </a:r>
          </a:p>
        </p:txBody>
      </p:sp>
      <p:sp>
        <p:nvSpPr>
          <p:cNvPr id="151" name="title">
            <a:extLst xmlns:a="http://schemas.openxmlformats.org/drawingml/2006/main">
              <a:ext uri="{FF2B5EF4-FFF2-40B4-BE49-F238E27FC236}">
                <a16:creationId xmlns:a16="http://schemas.microsoft.com/office/drawing/2014/main" id="{BA7E310B-F78B-436C-8D70-AA58DC394A8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GEC ICP：軸対称 r–z 断面と比較条件</a:t>
            </a:r>
          </a:p>
        </p:txBody>
      </p:sp>
      <p:sp>
        <p:nvSpPr>
          <p:cNvPr id="152" name="">
            <a:extLst xmlns:a="http://schemas.openxmlformats.org/drawingml/2006/main">
              <a:ext uri="{FF2B5EF4-FFF2-40B4-BE49-F238E27FC236}">
                <a16:creationId xmlns:a16="http://schemas.microsoft.com/office/drawing/2014/main" id="{5F6F450A-1A4A-46DB-900B-487DC0068878}"/>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53" name="section">
            <a:extLst xmlns:a="http://schemas.openxmlformats.org/drawingml/2006/main">
              <a:ext uri="{FF2B5EF4-FFF2-40B4-BE49-F238E27FC236}">
                <a16:creationId xmlns:a16="http://schemas.microsoft.com/office/drawing/2014/main" id="{375F53B0-1997-47A8-81F0-097AED74AEC2}"/>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Tree>
    <p:extLst>
      <p:ext uri="{BB962C8B-B14F-4D97-AF65-F5344CB8AC3E}">
        <p14:creationId xmlns:p14="http://schemas.microsoft.com/office/powerpoint/2010/main" val="204828269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CFB6D72-EE88-4545-8233-34517D1681E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COMSOLで各物性値をどこから与えるか</a:t>
            </a:r>
          </a:p>
        </p:txBody>
      </p:sp>
      <p:sp>
        <p:nvSpPr>
          <p:cNvPr id="3" name="subtitle">
            <a:extLst xmlns:a="http://schemas.openxmlformats.org/drawingml/2006/main">
              <a:ext uri="{FF2B5EF4-FFF2-40B4-BE49-F238E27FC236}">
                <a16:creationId xmlns:a16="http://schemas.microsoft.com/office/drawing/2014/main" id="{C457664B-FEA2-4761-ADEE-5F6EADE415CF}"/>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比較で変える項目と、全ケースで固定する項目を明示する</a:t>
            </a:r>
          </a:p>
        </p:txBody>
      </p:sp>
      <p:graphicFrame>
        <p:nvGraphicFramePr>
          <p:cNvPr id="12" name=""/>
          <p:cNvGraphicFramePr/>
          <p:nvPr/>
        </p:nvGraphicFramePr>
        <p:xfrm>
          <a:off xmlns:a="http://schemas.openxmlformats.org/drawingml/2006/main" x="333375" y="1381125"/>
          <a:ext xmlns:a="http://schemas.openxmlformats.org/drawingml/2006/main" cx="11525250" cy="4095750"/>
        </p:xfrm>
        <a:graphic xmlns:a="http://schemas.openxmlformats.org/drawingml/2006/main">
          <a:graphicData uri="http://schemas.openxmlformats.org/drawingml/2006/table">
            <a:tbl>
              <a:tblPr/>
              <a:tblGrid>
                <a:gridCol w="1948714"/>
                <a:gridCol w="1726004"/>
                <a:gridCol w="1726004"/>
                <a:gridCol w="1948714"/>
                <a:gridCol w="1948714"/>
                <a:gridCol w="2227101"/>
              </a:tblGrid>
              <a:tr h="585107">
                <a:tc>
                  <a:txBody>
                    <a:bodyPr lIns="57150" tIns="47625" rIns="57150" bIns="47625">
                      <a:normAutofit/>
                    </a:bodyPr>
                    <a:lstStyle/>
                    <a:p>
                      <a:pPr algn="l"/>
                      <a:r>
                        <a:rPr sz="975" b="1">
                          <a:solidFill>
                            <a:srgbClr val="FFFFFF"/>
                          </a:solidFill>
                          <a:latin typeface="Noto Sans JP"/>
                          <a:ea typeface="Noto Sans JP"/>
                          <a:cs typeface="Noto Sans JP"/>
                        </a:rPr>
                        <a:t>物性・モデル</a:t>
                      </a:r>
                    </a:p>
                  </a:txBody>
                  <a:tcPr marL="91440" marR="91440" marT="45720" marB="45720" anchor="ctr">
                    <a:solidFill>
                      <a:srgbClr val="00A6D6"/>
                    </a:solidFill>
                  </a:tcPr>
                </a:tc>
                <a:tc>
                  <a:txBody>
                    <a:bodyPr lIns="57150" tIns="47625" rIns="57150" bIns="47625">
                      <a:normAutofit/>
                    </a:bodyPr>
                    <a:lstStyle/>
                    <a:p>
                      <a:pPr algn="ctr"/>
                      <a:r>
                        <a:rPr sz="975" b="1">
                          <a:solidFill>
                            <a:srgbClr val="FFFFFF"/>
                          </a:solidFill>
                          <a:latin typeface="Noto Sans JP"/>
                          <a:ea typeface="Noto Sans JP"/>
                          <a:cs typeface="Noto Sans JP"/>
                        </a:rPr>
                        <a:t>標準COMSOL</a:t>
                      </a:r>
                    </a:p>
                  </a:txBody>
                  <a:tcPr marL="91440" marR="91440" marT="45720" marB="45720" anchor="ctr">
                    <a:solidFill>
                      <a:srgbClr val="00A6D6"/>
                    </a:solidFill>
                  </a:tcPr>
                </a:tc>
                <a:tc>
                  <a:txBody>
                    <a:bodyPr lIns="57150" tIns="47625" rIns="57150" bIns="47625">
                      <a:normAutofit/>
                    </a:bodyPr>
                    <a:lstStyle/>
                    <a:p>
                      <a:pPr algn="ctr"/>
                      <a:r>
                        <a:rPr sz="975" b="1">
                          <a:solidFill>
                            <a:srgbClr val="FFFFFF"/>
                          </a:solidFill>
                          <a:latin typeface="Noto Sans JP"/>
                          <a:ea typeface="Noto Sans JP"/>
                          <a:cs typeface="Noto Sans JP"/>
                        </a:rPr>
                        <a:t>two-term</a:t>
                      </a:r>
                    </a:p>
                  </a:txBody>
                  <a:tcPr marL="91440" marR="91440" marT="45720" marB="45720" anchor="ctr">
                    <a:solidFill>
                      <a:srgbClr val="00A6D6"/>
                    </a:solidFill>
                  </a:tcPr>
                </a:tc>
                <a:tc>
                  <a:txBody>
                    <a:bodyPr lIns="57150" tIns="47625" rIns="57150" bIns="47625">
                      <a:normAutofit/>
                    </a:bodyPr>
                    <a:lstStyle/>
                    <a:p>
                      <a:pPr algn="ctr"/>
                      <a:r>
                        <a:rPr sz="975" b="1">
                          <a:solidFill>
                            <a:srgbClr val="FFFFFF"/>
                          </a:solidFill>
                          <a:latin typeface="Noto Sans JP"/>
                          <a:ea typeface="Noto Sans JP"/>
                          <a:cs typeface="Noto Sans JP"/>
                        </a:rPr>
                        <a:t>Monte Carlo</a:t>
                      </a:r>
                    </a:p>
                  </a:txBody>
                  <a:tcPr marL="91440" marR="91440" marT="45720" marB="45720" anchor="ctr">
                    <a:solidFill>
                      <a:srgbClr val="00A6D6"/>
                    </a:solidFill>
                  </a:tcPr>
                </a:tc>
                <a:tc>
                  <a:txBody>
                    <a:bodyPr lIns="57150" tIns="47625" rIns="57150" bIns="47625">
                      <a:normAutofit/>
                    </a:bodyPr>
                    <a:lstStyle/>
                    <a:p>
                      <a:pPr algn="ctr"/>
                      <a:r>
                        <a:rPr sz="975" b="1">
                          <a:solidFill>
                            <a:srgbClr val="FFFFFF"/>
                          </a:solidFill>
                          <a:latin typeface="Noto Sans JP"/>
                          <a:ea typeface="Noto Sans JP"/>
                          <a:cs typeface="Noto Sans JP"/>
                        </a:rPr>
                        <a:t>propagator P1</a:t>
                      </a:r>
                    </a:p>
                  </a:txBody>
                  <a:tcPr marL="91440" marR="91440" marT="45720" marB="45720" anchor="ctr">
                    <a:solidFill>
                      <a:srgbClr val="00A6D6"/>
                    </a:solidFill>
                  </a:tcPr>
                </a:tc>
                <a:tc>
                  <a:txBody>
                    <a:bodyPr lIns="57150" tIns="47625" rIns="57150" bIns="47625">
                      <a:normAutofit/>
                    </a:bodyPr>
                    <a:lstStyle/>
                    <a:p>
                      <a:pPr algn="ctr"/>
                      <a:r>
                        <a:rPr sz="975" b="1">
                          <a:solidFill>
                            <a:srgbClr val="FFFFFF"/>
                          </a:solidFill>
                          <a:latin typeface="Noto Sans JP"/>
                          <a:ea typeface="Noto Sans JP"/>
                          <a:cs typeface="Noto Sans JP"/>
                        </a:rPr>
                        <a:t>全ケースでの供給元</a:t>
                      </a:r>
                    </a:p>
                  </a:txBody>
                  <a:tcPr marL="91440" marR="91440" marT="45720" marB="45720" anchor="ctr">
                    <a:solidFill>
                      <a:srgbClr val="00A6D6"/>
                    </a:solidFill>
                  </a:tcPr>
                </a:tc>
              </a:tr>
              <a:tr h="585107">
                <a:tc>
                  <a:txBody>
                    <a:bodyPr lIns="57150" tIns="47625" rIns="57150" bIns="47625">
                      <a:normAutofit/>
                    </a:bodyPr>
                    <a:lstStyle/>
                    <a:p>
                      <a:pPr algn="l"/>
                      <a:r>
                        <a:rPr sz="938" b="1">
                          <a:solidFill>
                            <a:srgbClr val="333333"/>
                          </a:solidFill>
                          <a:latin typeface="Noto Sans JP"/>
                          <a:ea typeface="Noto Sans JP"/>
                          <a:cs typeface="Noto Sans JP"/>
                        </a:rPr>
                        <a:t>EEDF</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Maxwell型EEDF</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EEDF参照表</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重み付きEEDF参照表</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P1 EEDF参照表</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各電子物性入力</a:t>
                      </a:r>
                    </a:p>
                  </a:txBody>
                  <a:tcPr marL="91440" marR="91440" marT="45720" marB="45720" anchor="ctr">
                    <a:solidFill>
                      <a:srgbClr val="FFFFFF"/>
                    </a:solidFill>
                  </a:tcPr>
                </a:tc>
              </a:tr>
              <a:tr h="585107">
                <a:tc>
                  <a:txBody>
                    <a:bodyPr lIns="57150" tIns="47625" rIns="57150" bIns="47625">
                      <a:normAutofit/>
                    </a:bodyPr>
                    <a:lstStyle/>
                    <a:p>
                      <a:pPr algn="l"/>
                      <a:r>
                        <a:rPr sz="938" b="1">
                          <a:solidFill>
                            <a:srgbClr val="333333"/>
                          </a:solidFill>
                          <a:latin typeface="Noto Sans JP"/>
                          <a:ea typeface="Noto Sans JP"/>
                          <a:cs typeface="Noto Sans JP"/>
                        </a:rPr>
                        <a:t>電子移動度</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モデル内定義</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Swarm μN</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Swarm μN</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Swarm μN</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各電子物性入力</a:t>
                      </a:r>
                    </a:p>
                  </a:txBody>
                  <a:tcPr marL="91440" marR="91440" marT="45720" marB="45720" anchor="ctr">
                    <a:solidFill>
                      <a:srgbClr val="F2F3F4"/>
                    </a:solidFill>
                  </a:tcPr>
                </a:tc>
              </a:tr>
              <a:tr h="585107">
                <a:tc>
                  <a:txBody>
                    <a:bodyPr lIns="57150" tIns="47625" rIns="57150" bIns="47625">
                      <a:normAutofit/>
                    </a:bodyPr>
                    <a:lstStyle/>
                    <a:p>
                      <a:pPr algn="l"/>
                      <a:r>
                        <a:rPr sz="938" b="1">
                          <a:solidFill>
                            <a:srgbClr val="333333"/>
                          </a:solidFill>
                          <a:latin typeface="Noto Sans JP"/>
                          <a:ea typeface="Noto Sans JP"/>
                          <a:cs typeface="Noto Sans JP"/>
                        </a:rPr>
                        <a:t>電子拡散</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モデル内定義</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Einstein関係</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Einstein関係</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Einstein関係</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COMSOL側共通</a:t>
                      </a:r>
                    </a:p>
                  </a:txBody>
                  <a:tcPr marL="91440" marR="91440" marT="45720" marB="45720" anchor="ctr">
                    <a:solidFill>
                      <a:srgbClr val="FFFFFF"/>
                    </a:solidFill>
                  </a:tcPr>
                </a:tc>
              </a:tr>
              <a:tr h="585107">
                <a:tc>
                  <a:txBody>
                    <a:bodyPr lIns="57150" tIns="47625" rIns="57150" bIns="47625">
                      <a:normAutofit/>
                    </a:bodyPr>
                    <a:lstStyle/>
                    <a:p>
                      <a:pPr algn="l"/>
                      <a:r>
                        <a:rPr sz="938" b="1">
                          <a:solidFill>
                            <a:srgbClr val="333333"/>
                          </a:solidFill>
                          <a:latin typeface="Noto Sans JP"/>
                          <a:ea typeface="Noto Sans JP"/>
                          <a:cs typeface="Noto Sans JP"/>
                        </a:rPr>
                        <a:t>弾性エネルギー損失</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モデル内定義</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断面積積分</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断面積積分</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断面積積分</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COMSOL反応式</a:t>
                      </a:r>
                    </a:p>
                  </a:txBody>
                  <a:tcPr marL="91440" marR="91440" marT="45720" marB="45720" anchor="ctr">
                    <a:solidFill>
                      <a:srgbClr val="F2F3F4"/>
                    </a:solidFill>
                  </a:tcPr>
                </a:tc>
              </a:tr>
              <a:tr h="585107">
                <a:tc>
                  <a:txBody>
                    <a:bodyPr lIns="57150" tIns="47625" rIns="57150" bIns="47625">
                      <a:normAutofit/>
                    </a:bodyPr>
                    <a:lstStyle/>
                    <a:p>
                      <a:pPr algn="l"/>
                      <a:r>
                        <a:rPr sz="938" b="1">
                          <a:solidFill>
                            <a:srgbClr val="333333"/>
                          </a:solidFill>
                          <a:latin typeface="Noto Sans JP"/>
                          <a:ea typeface="Noto Sans JP"/>
                          <a:cs typeface="Noto Sans JP"/>
                        </a:rPr>
                        <a:t>非弾性反応</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同じ反応集合</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同じ</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同じ</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同じ</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COMSOL化学</a:t>
                      </a:r>
                    </a:p>
                  </a:txBody>
                  <a:tcPr marL="91440" marR="91440" marT="45720" marB="45720" anchor="ctr">
                    <a:solidFill>
                      <a:srgbClr val="FFFFFF"/>
                    </a:solidFill>
                  </a:tcPr>
                </a:tc>
              </a:tr>
              <a:tr h="585107">
                <a:tc>
                  <a:txBody>
                    <a:bodyPr lIns="57150" tIns="47625" rIns="57150" bIns="47625">
                      <a:normAutofit/>
                    </a:bodyPr>
                    <a:lstStyle/>
                    <a:p>
                      <a:pPr algn="l"/>
                      <a:r>
                        <a:rPr sz="938" b="1">
                          <a:solidFill>
                            <a:srgbClr val="333333"/>
                          </a:solidFill>
                          <a:latin typeface="Noto Sans JP"/>
                          <a:ea typeface="Noto Sans JP"/>
                          <a:cs typeface="Noto Sans JP"/>
                        </a:rPr>
                        <a:t>RF場・壁境界</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同じMPH</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同じMPH</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同じMPH</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同じMPH</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COMSOL</a:t>
                      </a:r>
                    </a:p>
                  </a:txBody>
                  <a:tcPr marL="91440" marR="91440" marT="45720" marB="45720" anchor="ctr">
                    <a:solidFill>
                      <a:srgbClr val="F2F3F4"/>
                    </a:solidFill>
                  </a:tcPr>
                </a:tc>
              </a:tr>
            </a:tbl>
          </a:graphicData>
        </a:graphic>
      </p:graphicFrame>
      <p:sp>
        <p:nvSpPr>
          <p:cNvPr id="5" name="takeaway-bullet">
            <a:extLst xmlns:a="http://schemas.openxmlformats.org/drawingml/2006/main">
              <a:ext uri="{FF2B5EF4-FFF2-40B4-BE49-F238E27FC236}">
                <a16:creationId xmlns:a16="http://schemas.microsoft.com/office/drawing/2014/main" id="{F6451239-7C2A-420D-98AC-912F215011BF}"/>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6" name="takeaway">
            <a:extLst xmlns:a="http://schemas.openxmlformats.org/drawingml/2006/main">
              <a:ext uri="{FF2B5EF4-FFF2-40B4-BE49-F238E27FC236}">
                <a16:creationId xmlns:a16="http://schemas.microsoft.com/office/drawing/2014/main" id="{60AC89D7-B744-49BC-A966-808A4A297142}"/>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同一MPH・同一時刻・同一反応・同一境界を固定して初めて、空間差を電子物性入力へ帰属できる。</a:t>
            </a:r>
          </a:p>
        </p:txBody>
      </p:sp>
      <p:sp>
        <p:nvSpPr>
          <p:cNvPr id="7" name="section">
            <a:extLst xmlns:a="http://schemas.openxmlformats.org/drawingml/2006/main">
              <a:ext uri="{FF2B5EF4-FFF2-40B4-BE49-F238E27FC236}">
                <a16:creationId xmlns:a16="http://schemas.microsoft.com/office/drawing/2014/main" id="{CD97007C-29B3-4802-9A2D-8E0AB8B51E07}"/>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 COMSOL連携</a:t>
            </a:r>
          </a:p>
        </p:txBody>
      </p:sp>
      <p:sp>
        <p:nvSpPr>
          <p:cNvPr id="8" name="footer">
            <a:extLst xmlns:a="http://schemas.openxmlformats.org/drawingml/2006/main">
              <a:ext uri="{FF2B5EF4-FFF2-40B4-BE49-F238E27FC236}">
                <a16:creationId xmlns:a16="http://schemas.microsoft.com/office/drawing/2014/main" id="{4D6DBE23-F222-440A-9DCC-39F5BE9A05D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9" name="page">
            <a:extLst xmlns:a="http://schemas.openxmlformats.org/drawingml/2006/main">
              <a:ext uri="{FF2B5EF4-FFF2-40B4-BE49-F238E27FC236}">
                <a16:creationId xmlns:a16="http://schemas.microsoft.com/office/drawing/2014/main" id="{7A0FAA44-A74D-48D1-BDA2-AEEFE45C6A02}"/>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48</a:t>
            </a:r>
          </a:p>
        </p:txBody>
      </p:sp>
    </p:spTree>
    <p:extLst>
      <p:ext uri="{BB962C8B-B14F-4D97-AF65-F5344CB8AC3E}">
        <p14:creationId xmlns:p14="http://schemas.microsoft.com/office/powerpoint/2010/main" val="62117360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F9D8843-9620-480A-9CCD-41D66C0839A2}"/>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標準COMSOL / two-term / Monte Carlo / propagatorを共通カラースケール</a:t>
            </a:r>
            <a:r>
              <a:rPr sz="1275" b="0" i="0">
                <a:solidFill>
                  <a:srgbClr val="008DB6"/>
                </a:solidFill>
                <a:latin typeface="Noto Sans JP"/>
                <a:ea typeface="Noto Sans JP"/>
                <a:cs typeface="Noto Sans JP"/>
              </a:rPr>
              <a:t>・t = 1 ms・4545共通節点で比較</a:t>
            </a:r>
          </a:p>
        </p:txBody>
      </p:sp>
      <p:sp>
        <p:nvSpPr>
          <p:cNvPr id="7" name="">
            <a:extLst xmlns:a="http://schemas.openxmlformats.org/drawingml/2006/main">
              <a:ext uri="{FF2B5EF4-FFF2-40B4-BE49-F238E27FC236}">
                <a16:creationId xmlns:a16="http://schemas.microsoft.com/office/drawing/2014/main" id="{527D83A3-974E-4F53-AA49-33D74E45A5D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D171FC83-5FF4-492A-8DA3-7DF0CB7E4C0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49</a:t>
            </a:r>
          </a:p>
        </p:txBody>
      </p:sp>
      <p:sp>
        <p:nvSpPr>
          <p:cNvPr id="9" name="">
            <a:extLst xmlns:a="http://schemas.openxmlformats.org/drawingml/2006/main">
              <a:ext uri="{FF2B5EF4-FFF2-40B4-BE49-F238E27FC236}">
                <a16:creationId xmlns:a16="http://schemas.microsoft.com/office/drawing/2014/main" id="{5DD454EE-BB09-4BD0-BE31-DA30B6224ECE}"/>
              </a:ext>
            </a:extLst>
          </p:cNvPr>
          <p:cNvSpPr>
            <a:spLocks xmlns:a="http://schemas.openxmlformats.org/drawingml/2006/main" noGrp="1"/>
          </p:cNvSpPr>
          <p:nvPr/>
        </p:nvSpPr>
        <p:spPr>
          <a:xfrm xmlns:a="http://schemas.openxmlformats.org/drawingml/2006/main">
            <a:off x="371475"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標準COMSOL</a:t>
            </a:r>
          </a:p>
        </p:txBody>
      </p:sp>
      <p:sp>
        <p:nvSpPr>
          <p:cNvPr id="10" name="">
            <a:extLst xmlns:a="http://schemas.openxmlformats.org/drawingml/2006/main">
              <a:ext uri="{FF2B5EF4-FFF2-40B4-BE49-F238E27FC236}">
                <a16:creationId xmlns:a16="http://schemas.microsoft.com/office/drawing/2014/main" id="{A5A1BD0F-D297-4138-91C0-CC29C88452C8}"/>
              </a:ext>
            </a:extLst>
          </p:cNvPr>
          <p:cNvSpPr>
            <a:spLocks xmlns:a="http://schemas.openxmlformats.org/drawingml/2006/main" noGrp="1"/>
          </p:cNvSpPr>
          <p:nvPr/>
        </p:nvSpPr>
        <p:spPr>
          <a:xfrm xmlns:a="http://schemas.openxmlformats.org/drawingml/2006/main">
            <a:off x="561975"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187" name=""/>
          <p:cNvPicPr>
            <a:picLocks xmlns:a="http://schemas.openxmlformats.org/drawingml/2006/main" noChangeAspect="1"/>
          </p:cNvPicPr>
          <p:nvPr/>
        </p:nvPicPr>
        <p:blipFill>
          <a:blip xmlns:r="http://schemas.openxmlformats.org/officeDocument/2006/relationships" xmlns:a="http://schemas.openxmlformats.org/drawingml/2006/main" r:embed="Rc6312c00d1944d71"/>
          <a:stretch xmlns:a="http://schemas.openxmlformats.org/drawingml/2006/main"/>
        </p:blipFill>
        <p:spPr>
          <a:xfrm xmlns:a="http://schemas.openxmlformats.org/drawingml/2006/main">
            <a:off x="561975" y="1571625"/>
            <a:ext cx="2419350" cy="181451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EB881A9-A38D-455D-B8A5-37B21898EB12}"/>
              </a:ext>
            </a:extLst>
          </p:cNvPr>
          <p:cNvSpPr>
            <a:spLocks xmlns:a="http://schemas.openxmlformats.org/drawingml/2006/main" noGrp="1"/>
          </p:cNvSpPr>
          <p:nvPr/>
        </p:nvSpPr>
        <p:spPr>
          <a:xfrm xmlns:a="http://schemas.openxmlformats.org/drawingml/2006/main">
            <a:off x="56197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3" name="">
            <a:extLst xmlns:a="http://schemas.openxmlformats.org/drawingml/2006/main">
              <a:ext uri="{FF2B5EF4-FFF2-40B4-BE49-F238E27FC236}">
                <a16:creationId xmlns:a16="http://schemas.microsoft.com/office/drawing/2014/main" id="{2507A5BC-4CE6-4E34-9D20-13B2A56D4F8F}"/>
              </a:ext>
            </a:extLst>
          </p:cNvPr>
          <p:cNvSpPr>
            <a:spLocks xmlns:a="http://schemas.openxmlformats.org/drawingml/2006/main" noGrp="1"/>
          </p:cNvSpPr>
          <p:nvPr/>
        </p:nvSpPr>
        <p:spPr>
          <a:xfrm xmlns:a="http://schemas.openxmlformats.org/drawingml/2006/main">
            <a:off x="43815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806E2F86-5753-4E5E-8A35-E750FF3FACCB}"/>
              </a:ext>
            </a:extLst>
          </p:cNvPr>
          <p:cNvSpPr>
            <a:spLocks xmlns:a="http://schemas.openxmlformats.org/drawingml/2006/main" noGrp="1"/>
          </p:cNvSpPr>
          <p:nvPr/>
        </p:nvSpPr>
        <p:spPr>
          <a:xfrm xmlns:a="http://schemas.openxmlformats.org/drawingml/2006/main">
            <a:off x="1426029"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5" name="">
            <a:extLst xmlns:a="http://schemas.openxmlformats.org/drawingml/2006/main">
              <a:ext uri="{FF2B5EF4-FFF2-40B4-BE49-F238E27FC236}">
                <a16:creationId xmlns:a16="http://schemas.microsoft.com/office/drawing/2014/main" id="{316F2202-E26A-4680-A3C2-527705639F6D}"/>
              </a:ext>
            </a:extLst>
          </p:cNvPr>
          <p:cNvSpPr>
            <a:spLocks xmlns:a="http://schemas.openxmlformats.org/drawingml/2006/main" noGrp="1"/>
          </p:cNvSpPr>
          <p:nvPr/>
        </p:nvSpPr>
        <p:spPr>
          <a:xfrm xmlns:a="http://schemas.openxmlformats.org/drawingml/2006/main">
            <a:off x="1302204"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16" name="">
            <a:extLst xmlns:a="http://schemas.openxmlformats.org/drawingml/2006/main">
              <a:ext uri="{FF2B5EF4-FFF2-40B4-BE49-F238E27FC236}">
                <a16:creationId xmlns:a16="http://schemas.microsoft.com/office/drawing/2014/main" id="{CD930DA6-9D1D-45AE-9BCD-71B472FC895E}"/>
              </a:ext>
            </a:extLst>
          </p:cNvPr>
          <p:cNvSpPr>
            <a:spLocks xmlns:a="http://schemas.openxmlformats.org/drawingml/2006/main" noGrp="1"/>
          </p:cNvSpPr>
          <p:nvPr/>
        </p:nvSpPr>
        <p:spPr>
          <a:xfrm xmlns:a="http://schemas.openxmlformats.org/drawingml/2006/main">
            <a:off x="2290082"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7" name="">
            <a:extLst xmlns:a="http://schemas.openxmlformats.org/drawingml/2006/main">
              <a:ext uri="{FF2B5EF4-FFF2-40B4-BE49-F238E27FC236}">
                <a16:creationId xmlns:a16="http://schemas.microsoft.com/office/drawing/2014/main" id="{3A4FF949-3EEB-41D4-9249-0318C04BBD89}"/>
              </a:ext>
            </a:extLst>
          </p:cNvPr>
          <p:cNvSpPr>
            <a:spLocks xmlns:a="http://schemas.openxmlformats.org/drawingml/2006/main" noGrp="1"/>
          </p:cNvSpPr>
          <p:nvPr/>
        </p:nvSpPr>
        <p:spPr>
          <a:xfrm xmlns:a="http://schemas.openxmlformats.org/drawingml/2006/main">
            <a:off x="2166257"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18" name="">
            <a:extLst xmlns:a="http://schemas.openxmlformats.org/drawingml/2006/main">
              <a:ext uri="{FF2B5EF4-FFF2-40B4-BE49-F238E27FC236}">
                <a16:creationId xmlns:a16="http://schemas.microsoft.com/office/drawing/2014/main" id="{E220F160-04B6-4625-A83F-527F8EC9511D}"/>
              </a:ext>
            </a:extLst>
          </p:cNvPr>
          <p:cNvSpPr>
            <a:spLocks xmlns:a="http://schemas.openxmlformats.org/drawingml/2006/main" noGrp="1"/>
          </p:cNvSpPr>
          <p:nvPr/>
        </p:nvSpPr>
        <p:spPr>
          <a:xfrm xmlns:a="http://schemas.openxmlformats.org/drawingml/2006/main">
            <a:off x="298132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9" name="">
            <a:extLst xmlns:a="http://schemas.openxmlformats.org/drawingml/2006/main">
              <a:ext uri="{FF2B5EF4-FFF2-40B4-BE49-F238E27FC236}">
                <a16:creationId xmlns:a16="http://schemas.microsoft.com/office/drawing/2014/main" id="{F44F0CF0-27AD-4F10-B855-42A49D99D3BE}"/>
              </a:ext>
            </a:extLst>
          </p:cNvPr>
          <p:cNvSpPr>
            <a:spLocks xmlns:a="http://schemas.openxmlformats.org/drawingml/2006/main" noGrp="1"/>
          </p:cNvSpPr>
          <p:nvPr/>
        </p:nvSpPr>
        <p:spPr>
          <a:xfrm xmlns:a="http://schemas.openxmlformats.org/drawingml/2006/main">
            <a:off x="285750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20" name="">
            <a:extLst xmlns:a="http://schemas.openxmlformats.org/drawingml/2006/main">
              <a:ext uri="{FF2B5EF4-FFF2-40B4-BE49-F238E27FC236}">
                <a16:creationId xmlns:a16="http://schemas.microsoft.com/office/drawing/2014/main" id="{6A7DDF09-58FD-4313-8F45-620EF13459D4}"/>
              </a:ext>
            </a:extLst>
          </p:cNvPr>
          <p:cNvSpPr>
            <a:spLocks xmlns:a="http://schemas.openxmlformats.org/drawingml/2006/main" noGrp="1"/>
          </p:cNvSpPr>
          <p:nvPr/>
        </p:nvSpPr>
        <p:spPr>
          <a:xfrm xmlns:a="http://schemas.openxmlformats.org/drawingml/2006/main">
            <a:off x="514350"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1" name="">
            <a:extLst xmlns:a="http://schemas.openxmlformats.org/drawingml/2006/main">
              <a:ext uri="{FF2B5EF4-FFF2-40B4-BE49-F238E27FC236}">
                <a16:creationId xmlns:a16="http://schemas.microsoft.com/office/drawing/2014/main" id="{D738260A-D611-4E7F-AA7A-067332571AA5}"/>
              </a:ext>
            </a:extLst>
          </p:cNvPr>
          <p:cNvSpPr>
            <a:spLocks xmlns:a="http://schemas.openxmlformats.org/drawingml/2006/main" noGrp="1"/>
          </p:cNvSpPr>
          <p:nvPr/>
        </p:nvSpPr>
        <p:spPr>
          <a:xfrm xmlns:a="http://schemas.openxmlformats.org/drawingml/2006/main">
            <a:off x="200025"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22" name="">
            <a:extLst xmlns:a="http://schemas.openxmlformats.org/drawingml/2006/main">
              <a:ext uri="{FF2B5EF4-FFF2-40B4-BE49-F238E27FC236}">
                <a16:creationId xmlns:a16="http://schemas.microsoft.com/office/drawing/2014/main" id="{64CEB744-A7BA-4D28-AB36-FCB7AE1B175B}"/>
              </a:ext>
            </a:extLst>
          </p:cNvPr>
          <p:cNvSpPr>
            <a:spLocks xmlns:a="http://schemas.openxmlformats.org/drawingml/2006/main" noGrp="1"/>
          </p:cNvSpPr>
          <p:nvPr/>
        </p:nvSpPr>
        <p:spPr>
          <a:xfrm xmlns:a="http://schemas.openxmlformats.org/drawingml/2006/main">
            <a:off x="514350"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3" name="">
            <a:extLst xmlns:a="http://schemas.openxmlformats.org/drawingml/2006/main">
              <a:ext uri="{FF2B5EF4-FFF2-40B4-BE49-F238E27FC236}">
                <a16:creationId xmlns:a16="http://schemas.microsoft.com/office/drawing/2014/main" id="{A0D752DD-A917-41F9-A096-C8D794B5079A}"/>
              </a:ext>
            </a:extLst>
          </p:cNvPr>
          <p:cNvSpPr>
            <a:spLocks xmlns:a="http://schemas.openxmlformats.org/drawingml/2006/main" noGrp="1"/>
          </p:cNvSpPr>
          <p:nvPr/>
        </p:nvSpPr>
        <p:spPr>
          <a:xfrm xmlns:a="http://schemas.openxmlformats.org/drawingml/2006/main">
            <a:off x="200025"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24" name="">
            <a:extLst xmlns:a="http://schemas.openxmlformats.org/drawingml/2006/main">
              <a:ext uri="{FF2B5EF4-FFF2-40B4-BE49-F238E27FC236}">
                <a16:creationId xmlns:a16="http://schemas.microsoft.com/office/drawing/2014/main" id="{97A2D430-2017-4485-9772-6A43A5C20D1A}"/>
              </a:ext>
            </a:extLst>
          </p:cNvPr>
          <p:cNvSpPr>
            <a:spLocks xmlns:a="http://schemas.openxmlformats.org/drawingml/2006/main" noGrp="1"/>
          </p:cNvSpPr>
          <p:nvPr/>
        </p:nvSpPr>
        <p:spPr>
          <a:xfrm xmlns:a="http://schemas.openxmlformats.org/drawingml/2006/main">
            <a:off x="514350"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5" name="">
            <a:extLst xmlns:a="http://schemas.openxmlformats.org/drawingml/2006/main">
              <a:ext uri="{FF2B5EF4-FFF2-40B4-BE49-F238E27FC236}">
                <a16:creationId xmlns:a16="http://schemas.microsoft.com/office/drawing/2014/main" id="{01E39C42-D734-4FE0-9E3C-01080393DB0A}"/>
              </a:ext>
            </a:extLst>
          </p:cNvPr>
          <p:cNvSpPr>
            <a:spLocks xmlns:a="http://schemas.openxmlformats.org/drawingml/2006/main" noGrp="1"/>
          </p:cNvSpPr>
          <p:nvPr/>
        </p:nvSpPr>
        <p:spPr>
          <a:xfrm xmlns:a="http://schemas.openxmlformats.org/drawingml/2006/main">
            <a:off x="200025"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26" name="">
            <a:extLst xmlns:a="http://schemas.openxmlformats.org/drawingml/2006/main">
              <a:ext uri="{FF2B5EF4-FFF2-40B4-BE49-F238E27FC236}">
                <a16:creationId xmlns:a16="http://schemas.microsoft.com/office/drawing/2014/main" id="{019A0F0C-524C-4455-AE1A-62EB81B3B9FB}"/>
              </a:ext>
            </a:extLst>
          </p:cNvPr>
          <p:cNvSpPr>
            <a:spLocks xmlns:a="http://schemas.openxmlformats.org/drawingml/2006/main" noGrp="1"/>
          </p:cNvSpPr>
          <p:nvPr/>
        </p:nvSpPr>
        <p:spPr>
          <a:xfrm xmlns:a="http://schemas.openxmlformats.org/drawingml/2006/main">
            <a:off x="514350"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7" name="">
            <a:extLst xmlns:a="http://schemas.openxmlformats.org/drawingml/2006/main">
              <a:ext uri="{FF2B5EF4-FFF2-40B4-BE49-F238E27FC236}">
                <a16:creationId xmlns:a16="http://schemas.microsoft.com/office/drawing/2014/main" id="{EAD88237-F3C6-42B2-8510-F7CEC1A423F6}"/>
              </a:ext>
            </a:extLst>
          </p:cNvPr>
          <p:cNvSpPr>
            <a:spLocks xmlns:a="http://schemas.openxmlformats.org/drawingml/2006/main" noGrp="1"/>
          </p:cNvSpPr>
          <p:nvPr/>
        </p:nvSpPr>
        <p:spPr>
          <a:xfrm xmlns:a="http://schemas.openxmlformats.org/drawingml/2006/main">
            <a:off x="200025"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28" name="">
            <a:extLst xmlns:a="http://schemas.openxmlformats.org/drawingml/2006/main">
              <a:ext uri="{FF2B5EF4-FFF2-40B4-BE49-F238E27FC236}">
                <a16:creationId xmlns:a16="http://schemas.microsoft.com/office/drawing/2014/main" id="{3E2EE8C9-F1E7-4277-A9F1-DF49904AFD04}"/>
              </a:ext>
            </a:extLst>
          </p:cNvPr>
          <p:cNvSpPr>
            <a:spLocks xmlns:a="http://schemas.openxmlformats.org/drawingml/2006/main" noGrp="1"/>
          </p:cNvSpPr>
          <p:nvPr/>
        </p:nvSpPr>
        <p:spPr>
          <a:xfrm xmlns:a="http://schemas.openxmlformats.org/drawingml/2006/main">
            <a:off x="1438275"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29" name="">
            <a:extLst xmlns:a="http://schemas.openxmlformats.org/drawingml/2006/main">
              <a:ext uri="{FF2B5EF4-FFF2-40B4-BE49-F238E27FC236}">
                <a16:creationId xmlns:a16="http://schemas.microsoft.com/office/drawing/2014/main" id="{7B57F1AD-5F82-4A55-862C-F309104E579D}"/>
              </a:ext>
            </a:extLst>
          </p:cNvPr>
          <p:cNvSpPr>
            <a:spLocks xmlns:a="http://schemas.openxmlformats.org/drawingml/2006/main" noGrp="1"/>
          </p:cNvSpPr>
          <p:nvPr/>
        </p:nvSpPr>
        <p:spPr>
          <a:xfrm xmlns:a="http://schemas.openxmlformats.org/drawingml/2006/main">
            <a:off x="142875" y="2393156"/>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z [cm]</a:t>
            </a:r>
          </a:p>
        </p:txBody>
      </p:sp>
      <p:sp>
        <p:nvSpPr>
          <p:cNvPr id="30" name="">
            <a:extLst xmlns:a="http://schemas.openxmlformats.org/drawingml/2006/main">
              <a:ext uri="{FF2B5EF4-FFF2-40B4-BE49-F238E27FC236}">
                <a16:creationId xmlns:a16="http://schemas.microsoft.com/office/drawing/2014/main" id="{0AFA2C56-965A-4B63-BFFF-41C07A609C1F}"/>
              </a:ext>
            </a:extLst>
          </p:cNvPr>
          <p:cNvSpPr>
            <a:spLocks xmlns:a="http://schemas.openxmlformats.org/drawingml/2006/main" noGrp="1"/>
          </p:cNvSpPr>
          <p:nvPr/>
        </p:nvSpPr>
        <p:spPr>
          <a:xfrm xmlns:a="http://schemas.openxmlformats.org/drawingml/2006/main">
            <a:off x="3333750"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two-term</a:t>
            </a:r>
          </a:p>
        </p:txBody>
      </p:sp>
      <p:sp>
        <p:nvSpPr>
          <p:cNvPr id="31" name="">
            <a:extLst xmlns:a="http://schemas.openxmlformats.org/drawingml/2006/main">
              <a:ext uri="{FF2B5EF4-FFF2-40B4-BE49-F238E27FC236}">
                <a16:creationId xmlns:a16="http://schemas.microsoft.com/office/drawing/2014/main" id="{C3099414-201D-4AB8-8AD1-74386EA1EA2C}"/>
              </a:ext>
            </a:extLst>
          </p:cNvPr>
          <p:cNvSpPr>
            <a:spLocks xmlns:a="http://schemas.openxmlformats.org/drawingml/2006/main" noGrp="1"/>
          </p:cNvSpPr>
          <p:nvPr/>
        </p:nvSpPr>
        <p:spPr>
          <a:xfrm xmlns:a="http://schemas.openxmlformats.org/drawingml/2006/main">
            <a:off x="3524250"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08" name=""/>
          <p:cNvPicPr>
            <a:picLocks xmlns:a="http://schemas.openxmlformats.org/drawingml/2006/main" noChangeAspect="1"/>
          </p:cNvPicPr>
          <p:nvPr/>
        </p:nvPicPr>
        <p:blipFill>
          <a:blip xmlns:r="http://schemas.openxmlformats.org/officeDocument/2006/relationships" xmlns:a="http://schemas.openxmlformats.org/drawingml/2006/main" r:embed="Ra30f7e697d44417b"/>
          <a:stretch xmlns:a="http://schemas.openxmlformats.org/drawingml/2006/main"/>
        </p:blipFill>
        <p:spPr>
          <a:xfrm xmlns:a="http://schemas.openxmlformats.org/drawingml/2006/main">
            <a:off x="3524250" y="1571625"/>
            <a:ext cx="2419350" cy="1814513"/>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F7008F36-C91A-42CD-85BC-0969C1CAFFF5}"/>
              </a:ext>
            </a:extLst>
          </p:cNvPr>
          <p:cNvSpPr>
            <a:spLocks xmlns:a="http://schemas.openxmlformats.org/drawingml/2006/main" noGrp="1"/>
          </p:cNvSpPr>
          <p:nvPr/>
        </p:nvSpPr>
        <p:spPr>
          <a:xfrm xmlns:a="http://schemas.openxmlformats.org/drawingml/2006/main">
            <a:off x="352425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4" name="">
            <a:extLst xmlns:a="http://schemas.openxmlformats.org/drawingml/2006/main">
              <a:ext uri="{FF2B5EF4-FFF2-40B4-BE49-F238E27FC236}">
                <a16:creationId xmlns:a16="http://schemas.microsoft.com/office/drawing/2014/main" id="{E87CA448-2B71-4AFE-A321-BCFCD227C02D}"/>
              </a:ext>
            </a:extLst>
          </p:cNvPr>
          <p:cNvSpPr>
            <a:spLocks xmlns:a="http://schemas.openxmlformats.org/drawingml/2006/main" noGrp="1"/>
          </p:cNvSpPr>
          <p:nvPr/>
        </p:nvSpPr>
        <p:spPr>
          <a:xfrm xmlns:a="http://schemas.openxmlformats.org/drawingml/2006/main">
            <a:off x="340042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35" name="">
            <a:extLst xmlns:a="http://schemas.openxmlformats.org/drawingml/2006/main">
              <a:ext uri="{FF2B5EF4-FFF2-40B4-BE49-F238E27FC236}">
                <a16:creationId xmlns:a16="http://schemas.microsoft.com/office/drawing/2014/main" id="{9C53A156-A3CB-4600-B0E5-AA4FF917F72C}"/>
              </a:ext>
            </a:extLst>
          </p:cNvPr>
          <p:cNvSpPr>
            <a:spLocks xmlns:a="http://schemas.openxmlformats.org/drawingml/2006/main" noGrp="1"/>
          </p:cNvSpPr>
          <p:nvPr/>
        </p:nvSpPr>
        <p:spPr>
          <a:xfrm xmlns:a="http://schemas.openxmlformats.org/drawingml/2006/main">
            <a:off x="4388304"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6" name="">
            <a:extLst xmlns:a="http://schemas.openxmlformats.org/drawingml/2006/main">
              <a:ext uri="{FF2B5EF4-FFF2-40B4-BE49-F238E27FC236}">
                <a16:creationId xmlns:a16="http://schemas.microsoft.com/office/drawing/2014/main" id="{8A5D8A6D-250D-429E-9B9A-0CB0B2C7E16F}"/>
              </a:ext>
            </a:extLst>
          </p:cNvPr>
          <p:cNvSpPr>
            <a:spLocks xmlns:a="http://schemas.openxmlformats.org/drawingml/2006/main" noGrp="1"/>
          </p:cNvSpPr>
          <p:nvPr/>
        </p:nvSpPr>
        <p:spPr>
          <a:xfrm xmlns:a="http://schemas.openxmlformats.org/drawingml/2006/main">
            <a:off x="4264479"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37" name="">
            <a:extLst xmlns:a="http://schemas.openxmlformats.org/drawingml/2006/main">
              <a:ext uri="{FF2B5EF4-FFF2-40B4-BE49-F238E27FC236}">
                <a16:creationId xmlns:a16="http://schemas.microsoft.com/office/drawing/2014/main" id="{FF177974-8FDA-42F8-8D32-8B6AA727182F}"/>
              </a:ext>
            </a:extLst>
          </p:cNvPr>
          <p:cNvSpPr>
            <a:spLocks xmlns:a="http://schemas.openxmlformats.org/drawingml/2006/main" noGrp="1"/>
          </p:cNvSpPr>
          <p:nvPr/>
        </p:nvSpPr>
        <p:spPr>
          <a:xfrm xmlns:a="http://schemas.openxmlformats.org/drawingml/2006/main">
            <a:off x="5252357"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8" name="">
            <a:extLst xmlns:a="http://schemas.openxmlformats.org/drawingml/2006/main">
              <a:ext uri="{FF2B5EF4-FFF2-40B4-BE49-F238E27FC236}">
                <a16:creationId xmlns:a16="http://schemas.microsoft.com/office/drawing/2014/main" id="{3042C609-4D73-4D8F-A4AA-20BDB60E92D8}"/>
              </a:ext>
            </a:extLst>
          </p:cNvPr>
          <p:cNvSpPr>
            <a:spLocks xmlns:a="http://schemas.openxmlformats.org/drawingml/2006/main" noGrp="1"/>
          </p:cNvSpPr>
          <p:nvPr/>
        </p:nvSpPr>
        <p:spPr>
          <a:xfrm xmlns:a="http://schemas.openxmlformats.org/drawingml/2006/main">
            <a:off x="5128532"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39" name="">
            <a:extLst xmlns:a="http://schemas.openxmlformats.org/drawingml/2006/main">
              <a:ext uri="{FF2B5EF4-FFF2-40B4-BE49-F238E27FC236}">
                <a16:creationId xmlns:a16="http://schemas.microsoft.com/office/drawing/2014/main" id="{1AA56E39-7D32-478F-A41D-DCF6DCD80A71}"/>
              </a:ext>
            </a:extLst>
          </p:cNvPr>
          <p:cNvSpPr>
            <a:spLocks xmlns:a="http://schemas.openxmlformats.org/drawingml/2006/main" noGrp="1"/>
          </p:cNvSpPr>
          <p:nvPr/>
        </p:nvSpPr>
        <p:spPr>
          <a:xfrm xmlns:a="http://schemas.openxmlformats.org/drawingml/2006/main">
            <a:off x="594360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0" name="">
            <a:extLst xmlns:a="http://schemas.openxmlformats.org/drawingml/2006/main">
              <a:ext uri="{FF2B5EF4-FFF2-40B4-BE49-F238E27FC236}">
                <a16:creationId xmlns:a16="http://schemas.microsoft.com/office/drawing/2014/main" id="{F1A1513C-0D61-47E7-B82C-ECACA125EC03}"/>
              </a:ext>
            </a:extLst>
          </p:cNvPr>
          <p:cNvSpPr>
            <a:spLocks xmlns:a="http://schemas.openxmlformats.org/drawingml/2006/main" noGrp="1"/>
          </p:cNvSpPr>
          <p:nvPr/>
        </p:nvSpPr>
        <p:spPr>
          <a:xfrm xmlns:a="http://schemas.openxmlformats.org/drawingml/2006/main">
            <a:off x="581977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41" name="">
            <a:extLst xmlns:a="http://schemas.openxmlformats.org/drawingml/2006/main">
              <a:ext uri="{FF2B5EF4-FFF2-40B4-BE49-F238E27FC236}">
                <a16:creationId xmlns:a16="http://schemas.microsoft.com/office/drawing/2014/main" id="{80F9F374-9996-426D-9BFD-43B2DD9BD321}"/>
              </a:ext>
            </a:extLst>
          </p:cNvPr>
          <p:cNvSpPr>
            <a:spLocks xmlns:a="http://schemas.openxmlformats.org/drawingml/2006/main" noGrp="1"/>
          </p:cNvSpPr>
          <p:nvPr/>
        </p:nvSpPr>
        <p:spPr>
          <a:xfrm xmlns:a="http://schemas.openxmlformats.org/drawingml/2006/main">
            <a:off x="3476625"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2" name="">
            <a:extLst xmlns:a="http://schemas.openxmlformats.org/drawingml/2006/main">
              <a:ext uri="{FF2B5EF4-FFF2-40B4-BE49-F238E27FC236}">
                <a16:creationId xmlns:a16="http://schemas.microsoft.com/office/drawing/2014/main" id="{4447204E-EE9B-4F62-8BAE-BD60139F9C0C}"/>
              </a:ext>
            </a:extLst>
          </p:cNvPr>
          <p:cNvSpPr>
            <a:spLocks xmlns:a="http://schemas.openxmlformats.org/drawingml/2006/main" noGrp="1"/>
          </p:cNvSpPr>
          <p:nvPr/>
        </p:nvSpPr>
        <p:spPr>
          <a:xfrm xmlns:a="http://schemas.openxmlformats.org/drawingml/2006/main">
            <a:off x="3162300"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43" name="">
            <a:extLst xmlns:a="http://schemas.openxmlformats.org/drawingml/2006/main">
              <a:ext uri="{FF2B5EF4-FFF2-40B4-BE49-F238E27FC236}">
                <a16:creationId xmlns:a16="http://schemas.microsoft.com/office/drawing/2014/main" id="{4588F56B-CBB8-40B4-A08A-DC3B8EDBBD51}"/>
              </a:ext>
            </a:extLst>
          </p:cNvPr>
          <p:cNvSpPr>
            <a:spLocks xmlns:a="http://schemas.openxmlformats.org/drawingml/2006/main" noGrp="1"/>
          </p:cNvSpPr>
          <p:nvPr/>
        </p:nvSpPr>
        <p:spPr>
          <a:xfrm xmlns:a="http://schemas.openxmlformats.org/drawingml/2006/main">
            <a:off x="3476625"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4" name="">
            <a:extLst xmlns:a="http://schemas.openxmlformats.org/drawingml/2006/main">
              <a:ext uri="{FF2B5EF4-FFF2-40B4-BE49-F238E27FC236}">
                <a16:creationId xmlns:a16="http://schemas.microsoft.com/office/drawing/2014/main" id="{019721EF-F46B-4732-8F4D-8CFEBEF79D79}"/>
              </a:ext>
            </a:extLst>
          </p:cNvPr>
          <p:cNvSpPr>
            <a:spLocks xmlns:a="http://schemas.openxmlformats.org/drawingml/2006/main" noGrp="1"/>
          </p:cNvSpPr>
          <p:nvPr/>
        </p:nvSpPr>
        <p:spPr>
          <a:xfrm xmlns:a="http://schemas.openxmlformats.org/drawingml/2006/main">
            <a:off x="3162300"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45" name="">
            <a:extLst xmlns:a="http://schemas.openxmlformats.org/drawingml/2006/main">
              <a:ext uri="{FF2B5EF4-FFF2-40B4-BE49-F238E27FC236}">
                <a16:creationId xmlns:a16="http://schemas.microsoft.com/office/drawing/2014/main" id="{24EA64FE-291B-4D68-8AFE-8CD3CCB05723}"/>
              </a:ext>
            </a:extLst>
          </p:cNvPr>
          <p:cNvSpPr>
            <a:spLocks xmlns:a="http://schemas.openxmlformats.org/drawingml/2006/main" noGrp="1"/>
          </p:cNvSpPr>
          <p:nvPr/>
        </p:nvSpPr>
        <p:spPr>
          <a:xfrm xmlns:a="http://schemas.openxmlformats.org/drawingml/2006/main">
            <a:off x="3476625"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6" name="">
            <a:extLst xmlns:a="http://schemas.openxmlformats.org/drawingml/2006/main">
              <a:ext uri="{FF2B5EF4-FFF2-40B4-BE49-F238E27FC236}">
                <a16:creationId xmlns:a16="http://schemas.microsoft.com/office/drawing/2014/main" id="{45940E8E-25CE-4477-AB7D-AD1848B0DEE9}"/>
              </a:ext>
            </a:extLst>
          </p:cNvPr>
          <p:cNvSpPr>
            <a:spLocks xmlns:a="http://schemas.openxmlformats.org/drawingml/2006/main" noGrp="1"/>
          </p:cNvSpPr>
          <p:nvPr/>
        </p:nvSpPr>
        <p:spPr>
          <a:xfrm xmlns:a="http://schemas.openxmlformats.org/drawingml/2006/main">
            <a:off x="3162300"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47" name="">
            <a:extLst xmlns:a="http://schemas.openxmlformats.org/drawingml/2006/main">
              <a:ext uri="{FF2B5EF4-FFF2-40B4-BE49-F238E27FC236}">
                <a16:creationId xmlns:a16="http://schemas.microsoft.com/office/drawing/2014/main" id="{77965E1A-53A8-4317-B62B-B65D1C854261}"/>
              </a:ext>
            </a:extLst>
          </p:cNvPr>
          <p:cNvSpPr>
            <a:spLocks xmlns:a="http://schemas.openxmlformats.org/drawingml/2006/main" noGrp="1"/>
          </p:cNvSpPr>
          <p:nvPr/>
        </p:nvSpPr>
        <p:spPr>
          <a:xfrm xmlns:a="http://schemas.openxmlformats.org/drawingml/2006/main">
            <a:off x="3476625"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8" name="">
            <a:extLst xmlns:a="http://schemas.openxmlformats.org/drawingml/2006/main">
              <a:ext uri="{FF2B5EF4-FFF2-40B4-BE49-F238E27FC236}">
                <a16:creationId xmlns:a16="http://schemas.microsoft.com/office/drawing/2014/main" id="{11B1BFAD-CF1A-4649-814B-D8FD77BE4CA4}"/>
              </a:ext>
            </a:extLst>
          </p:cNvPr>
          <p:cNvSpPr>
            <a:spLocks xmlns:a="http://schemas.openxmlformats.org/drawingml/2006/main" noGrp="1"/>
          </p:cNvSpPr>
          <p:nvPr/>
        </p:nvSpPr>
        <p:spPr>
          <a:xfrm xmlns:a="http://schemas.openxmlformats.org/drawingml/2006/main">
            <a:off x="3162300"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49" name="">
            <a:extLst xmlns:a="http://schemas.openxmlformats.org/drawingml/2006/main">
              <a:ext uri="{FF2B5EF4-FFF2-40B4-BE49-F238E27FC236}">
                <a16:creationId xmlns:a16="http://schemas.microsoft.com/office/drawing/2014/main" id="{6844340D-CD21-4FE7-BAA9-CE38B6CE4A22}"/>
              </a:ext>
            </a:extLst>
          </p:cNvPr>
          <p:cNvSpPr>
            <a:spLocks xmlns:a="http://schemas.openxmlformats.org/drawingml/2006/main" noGrp="1"/>
          </p:cNvSpPr>
          <p:nvPr/>
        </p:nvSpPr>
        <p:spPr>
          <a:xfrm xmlns:a="http://schemas.openxmlformats.org/drawingml/2006/main">
            <a:off x="4400550"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50" name="">
            <a:extLst xmlns:a="http://schemas.openxmlformats.org/drawingml/2006/main">
              <a:ext uri="{FF2B5EF4-FFF2-40B4-BE49-F238E27FC236}">
                <a16:creationId xmlns:a16="http://schemas.microsoft.com/office/drawing/2014/main" id="{7724195A-21C9-4B81-A2B2-009D47AE29CF}"/>
              </a:ext>
            </a:extLst>
          </p:cNvPr>
          <p:cNvSpPr>
            <a:spLocks xmlns:a="http://schemas.openxmlformats.org/drawingml/2006/main" noGrp="1"/>
          </p:cNvSpPr>
          <p:nvPr/>
        </p:nvSpPr>
        <p:spPr>
          <a:xfrm xmlns:a="http://schemas.openxmlformats.org/drawingml/2006/main">
            <a:off x="6296025"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Monte Carlo</a:t>
            </a:r>
          </a:p>
        </p:txBody>
      </p:sp>
      <p:sp>
        <p:nvSpPr>
          <p:cNvPr id="51" name="">
            <a:extLst xmlns:a="http://schemas.openxmlformats.org/drawingml/2006/main">
              <a:ext uri="{FF2B5EF4-FFF2-40B4-BE49-F238E27FC236}">
                <a16:creationId xmlns:a16="http://schemas.microsoft.com/office/drawing/2014/main" id="{C1429EA4-2421-4926-8CE4-4115742C8443}"/>
              </a:ext>
            </a:extLst>
          </p:cNvPr>
          <p:cNvSpPr>
            <a:spLocks xmlns:a="http://schemas.openxmlformats.org/drawingml/2006/main" noGrp="1"/>
          </p:cNvSpPr>
          <p:nvPr/>
        </p:nvSpPr>
        <p:spPr>
          <a:xfrm xmlns:a="http://schemas.openxmlformats.org/drawingml/2006/main">
            <a:off x="6486525"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28" name=""/>
          <p:cNvPicPr>
            <a:picLocks xmlns:a="http://schemas.openxmlformats.org/drawingml/2006/main" noChangeAspect="1"/>
          </p:cNvPicPr>
          <p:nvPr/>
        </p:nvPicPr>
        <p:blipFill>
          <a:blip xmlns:r="http://schemas.openxmlformats.org/officeDocument/2006/relationships" xmlns:a="http://schemas.openxmlformats.org/drawingml/2006/main" r:embed="R09e6cfb8a88747f4"/>
          <a:stretch xmlns:a="http://schemas.openxmlformats.org/drawingml/2006/main"/>
        </p:blipFill>
        <p:spPr>
          <a:xfrm xmlns:a="http://schemas.openxmlformats.org/drawingml/2006/main">
            <a:off x="6486525" y="1571625"/>
            <a:ext cx="2419350" cy="1814513"/>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E98663B4-6996-4D09-B9BC-4E4F4FD58766}"/>
              </a:ext>
            </a:extLst>
          </p:cNvPr>
          <p:cNvSpPr>
            <a:spLocks xmlns:a="http://schemas.openxmlformats.org/drawingml/2006/main" noGrp="1"/>
          </p:cNvSpPr>
          <p:nvPr/>
        </p:nvSpPr>
        <p:spPr>
          <a:xfrm xmlns:a="http://schemas.openxmlformats.org/drawingml/2006/main">
            <a:off x="648652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4" name="">
            <a:extLst xmlns:a="http://schemas.openxmlformats.org/drawingml/2006/main">
              <a:ext uri="{FF2B5EF4-FFF2-40B4-BE49-F238E27FC236}">
                <a16:creationId xmlns:a16="http://schemas.microsoft.com/office/drawing/2014/main" id="{B9109302-B1F0-4AC0-9999-DE2BBA206166}"/>
              </a:ext>
            </a:extLst>
          </p:cNvPr>
          <p:cNvSpPr>
            <a:spLocks xmlns:a="http://schemas.openxmlformats.org/drawingml/2006/main" noGrp="1"/>
          </p:cNvSpPr>
          <p:nvPr/>
        </p:nvSpPr>
        <p:spPr>
          <a:xfrm xmlns:a="http://schemas.openxmlformats.org/drawingml/2006/main">
            <a:off x="636270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55" name="">
            <a:extLst xmlns:a="http://schemas.openxmlformats.org/drawingml/2006/main">
              <a:ext uri="{FF2B5EF4-FFF2-40B4-BE49-F238E27FC236}">
                <a16:creationId xmlns:a16="http://schemas.microsoft.com/office/drawing/2014/main" id="{9D33FCCB-33A1-45A5-A5C7-EC0528B65970}"/>
              </a:ext>
            </a:extLst>
          </p:cNvPr>
          <p:cNvSpPr>
            <a:spLocks xmlns:a="http://schemas.openxmlformats.org/drawingml/2006/main" noGrp="1"/>
          </p:cNvSpPr>
          <p:nvPr/>
        </p:nvSpPr>
        <p:spPr>
          <a:xfrm xmlns:a="http://schemas.openxmlformats.org/drawingml/2006/main">
            <a:off x="7350579"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6" name="">
            <a:extLst xmlns:a="http://schemas.openxmlformats.org/drawingml/2006/main">
              <a:ext uri="{FF2B5EF4-FFF2-40B4-BE49-F238E27FC236}">
                <a16:creationId xmlns:a16="http://schemas.microsoft.com/office/drawing/2014/main" id="{07AC5D7A-40FE-45DF-BD3F-A87078E41062}"/>
              </a:ext>
            </a:extLst>
          </p:cNvPr>
          <p:cNvSpPr>
            <a:spLocks xmlns:a="http://schemas.openxmlformats.org/drawingml/2006/main" noGrp="1"/>
          </p:cNvSpPr>
          <p:nvPr/>
        </p:nvSpPr>
        <p:spPr>
          <a:xfrm xmlns:a="http://schemas.openxmlformats.org/drawingml/2006/main">
            <a:off x="7226754"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57" name="">
            <a:extLst xmlns:a="http://schemas.openxmlformats.org/drawingml/2006/main">
              <a:ext uri="{FF2B5EF4-FFF2-40B4-BE49-F238E27FC236}">
                <a16:creationId xmlns:a16="http://schemas.microsoft.com/office/drawing/2014/main" id="{22357C1E-2EC3-4348-A788-28DBF77E859C}"/>
              </a:ext>
            </a:extLst>
          </p:cNvPr>
          <p:cNvSpPr>
            <a:spLocks xmlns:a="http://schemas.openxmlformats.org/drawingml/2006/main" noGrp="1"/>
          </p:cNvSpPr>
          <p:nvPr/>
        </p:nvSpPr>
        <p:spPr>
          <a:xfrm xmlns:a="http://schemas.openxmlformats.org/drawingml/2006/main">
            <a:off x="8214632"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8" name="">
            <a:extLst xmlns:a="http://schemas.openxmlformats.org/drawingml/2006/main">
              <a:ext uri="{FF2B5EF4-FFF2-40B4-BE49-F238E27FC236}">
                <a16:creationId xmlns:a16="http://schemas.microsoft.com/office/drawing/2014/main" id="{6A0F4339-F6C7-42F2-A32A-2AF82BE3A92C}"/>
              </a:ext>
            </a:extLst>
          </p:cNvPr>
          <p:cNvSpPr>
            <a:spLocks xmlns:a="http://schemas.openxmlformats.org/drawingml/2006/main" noGrp="1"/>
          </p:cNvSpPr>
          <p:nvPr/>
        </p:nvSpPr>
        <p:spPr>
          <a:xfrm xmlns:a="http://schemas.openxmlformats.org/drawingml/2006/main">
            <a:off x="8090807"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59" name="">
            <a:extLst xmlns:a="http://schemas.openxmlformats.org/drawingml/2006/main">
              <a:ext uri="{FF2B5EF4-FFF2-40B4-BE49-F238E27FC236}">
                <a16:creationId xmlns:a16="http://schemas.microsoft.com/office/drawing/2014/main" id="{8AB93DBF-71D1-4E24-8287-9A4054AF172E}"/>
              </a:ext>
            </a:extLst>
          </p:cNvPr>
          <p:cNvSpPr>
            <a:spLocks xmlns:a="http://schemas.openxmlformats.org/drawingml/2006/main" noGrp="1"/>
          </p:cNvSpPr>
          <p:nvPr/>
        </p:nvSpPr>
        <p:spPr>
          <a:xfrm xmlns:a="http://schemas.openxmlformats.org/drawingml/2006/main">
            <a:off x="890587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0" name="">
            <a:extLst xmlns:a="http://schemas.openxmlformats.org/drawingml/2006/main">
              <a:ext uri="{FF2B5EF4-FFF2-40B4-BE49-F238E27FC236}">
                <a16:creationId xmlns:a16="http://schemas.microsoft.com/office/drawing/2014/main" id="{E93D9787-97E1-41E6-892A-2CA762C743EE}"/>
              </a:ext>
            </a:extLst>
          </p:cNvPr>
          <p:cNvSpPr>
            <a:spLocks xmlns:a="http://schemas.openxmlformats.org/drawingml/2006/main" noGrp="1"/>
          </p:cNvSpPr>
          <p:nvPr/>
        </p:nvSpPr>
        <p:spPr>
          <a:xfrm xmlns:a="http://schemas.openxmlformats.org/drawingml/2006/main">
            <a:off x="878205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61" name="">
            <a:extLst xmlns:a="http://schemas.openxmlformats.org/drawingml/2006/main">
              <a:ext uri="{FF2B5EF4-FFF2-40B4-BE49-F238E27FC236}">
                <a16:creationId xmlns:a16="http://schemas.microsoft.com/office/drawing/2014/main" id="{0803AA5D-F3AC-44B4-B324-6DA2F88F1E01}"/>
              </a:ext>
            </a:extLst>
          </p:cNvPr>
          <p:cNvSpPr>
            <a:spLocks xmlns:a="http://schemas.openxmlformats.org/drawingml/2006/main" noGrp="1"/>
          </p:cNvSpPr>
          <p:nvPr/>
        </p:nvSpPr>
        <p:spPr>
          <a:xfrm xmlns:a="http://schemas.openxmlformats.org/drawingml/2006/main">
            <a:off x="6438900"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2" name="">
            <a:extLst xmlns:a="http://schemas.openxmlformats.org/drawingml/2006/main">
              <a:ext uri="{FF2B5EF4-FFF2-40B4-BE49-F238E27FC236}">
                <a16:creationId xmlns:a16="http://schemas.microsoft.com/office/drawing/2014/main" id="{04886E31-5140-4C44-9677-8CD3F1AF1A3F}"/>
              </a:ext>
            </a:extLst>
          </p:cNvPr>
          <p:cNvSpPr>
            <a:spLocks xmlns:a="http://schemas.openxmlformats.org/drawingml/2006/main" noGrp="1"/>
          </p:cNvSpPr>
          <p:nvPr/>
        </p:nvSpPr>
        <p:spPr>
          <a:xfrm xmlns:a="http://schemas.openxmlformats.org/drawingml/2006/main">
            <a:off x="6124575"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63" name="">
            <a:extLst xmlns:a="http://schemas.openxmlformats.org/drawingml/2006/main">
              <a:ext uri="{FF2B5EF4-FFF2-40B4-BE49-F238E27FC236}">
                <a16:creationId xmlns:a16="http://schemas.microsoft.com/office/drawing/2014/main" id="{3A4DC99F-064D-43D0-ACD8-1F3600C2F942}"/>
              </a:ext>
            </a:extLst>
          </p:cNvPr>
          <p:cNvSpPr>
            <a:spLocks xmlns:a="http://schemas.openxmlformats.org/drawingml/2006/main" noGrp="1"/>
          </p:cNvSpPr>
          <p:nvPr/>
        </p:nvSpPr>
        <p:spPr>
          <a:xfrm xmlns:a="http://schemas.openxmlformats.org/drawingml/2006/main">
            <a:off x="6438900"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4" name="">
            <a:extLst xmlns:a="http://schemas.openxmlformats.org/drawingml/2006/main">
              <a:ext uri="{FF2B5EF4-FFF2-40B4-BE49-F238E27FC236}">
                <a16:creationId xmlns:a16="http://schemas.microsoft.com/office/drawing/2014/main" id="{C5F111E0-4D8D-4AB2-8B0D-DD924993D4A9}"/>
              </a:ext>
            </a:extLst>
          </p:cNvPr>
          <p:cNvSpPr>
            <a:spLocks xmlns:a="http://schemas.openxmlformats.org/drawingml/2006/main" noGrp="1"/>
          </p:cNvSpPr>
          <p:nvPr/>
        </p:nvSpPr>
        <p:spPr>
          <a:xfrm xmlns:a="http://schemas.openxmlformats.org/drawingml/2006/main">
            <a:off x="6124575"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65" name="">
            <a:extLst xmlns:a="http://schemas.openxmlformats.org/drawingml/2006/main">
              <a:ext uri="{FF2B5EF4-FFF2-40B4-BE49-F238E27FC236}">
                <a16:creationId xmlns:a16="http://schemas.microsoft.com/office/drawing/2014/main" id="{A0D06E29-6797-4998-9872-4BC18B11AF45}"/>
              </a:ext>
            </a:extLst>
          </p:cNvPr>
          <p:cNvSpPr>
            <a:spLocks xmlns:a="http://schemas.openxmlformats.org/drawingml/2006/main" noGrp="1"/>
          </p:cNvSpPr>
          <p:nvPr/>
        </p:nvSpPr>
        <p:spPr>
          <a:xfrm xmlns:a="http://schemas.openxmlformats.org/drawingml/2006/main">
            <a:off x="6438900"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6" name="">
            <a:extLst xmlns:a="http://schemas.openxmlformats.org/drawingml/2006/main">
              <a:ext uri="{FF2B5EF4-FFF2-40B4-BE49-F238E27FC236}">
                <a16:creationId xmlns:a16="http://schemas.microsoft.com/office/drawing/2014/main" id="{BE438597-9DD8-41A1-9CD4-CFC6AA12748C}"/>
              </a:ext>
            </a:extLst>
          </p:cNvPr>
          <p:cNvSpPr>
            <a:spLocks xmlns:a="http://schemas.openxmlformats.org/drawingml/2006/main" noGrp="1"/>
          </p:cNvSpPr>
          <p:nvPr/>
        </p:nvSpPr>
        <p:spPr>
          <a:xfrm xmlns:a="http://schemas.openxmlformats.org/drawingml/2006/main">
            <a:off x="6124575"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67" name="">
            <a:extLst xmlns:a="http://schemas.openxmlformats.org/drawingml/2006/main">
              <a:ext uri="{FF2B5EF4-FFF2-40B4-BE49-F238E27FC236}">
                <a16:creationId xmlns:a16="http://schemas.microsoft.com/office/drawing/2014/main" id="{552C1727-0361-4FC8-ADF7-ACD68AF73966}"/>
              </a:ext>
            </a:extLst>
          </p:cNvPr>
          <p:cNvSpPr>
            <a:spLocks xmlns:a="http://schemas.openxmlformats.org/drawingml/2006/main" noGrp="1"/>
          </p:cNvSpPr>
          <p:nvPr/>
        </p:nvSpPr>
        <p:spPr>
          <a:xfrm xmlns:a="http://schemas.openxmlformats.org/drawingml/2006/main">
            <a:off x="6438900"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8" name="">
            <a:extLst xmlns:a="http://schemas.openxmlformats.org/drawingml/2006/main">
              <a:ext uri="{FF2B5EF4-FFF2-40B4-BE49-F238E27FC236}">
                <a16:creationId xmlns:a16="http://schemas.microsoft.com/office/drawing/2014/main" id="{A0CD671F-9ADF-405D-B9AA-0E8FE93B0A49}"/>
              </a:ext>
            </a:extLst>
          </p:cNvPr>
          <p:cNvSpPr>
            <a:spLocks xmlns:a="http://schemas.openxmlformats.org/drawingml/2006/main" noGrp="1"/>
          </p:cNvSpPr>
          <p:nvPr/>
        </p:nvSpPr>
        <p:spPr>
          <a:xfrm xmlns:a="http://schemas.openxmlformats.org/drawingml/2006/main">
            <a:off x="6124575"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69" name="">
            <a:extLst xmlns:a="http://schemas.openxmlformats.org/drawingml/2006/main">
              <a:ext uri="{FF2B5EF4-FFF2-40B4-BE49-F238E27FC236}">
                <a16:creationId xmlns:a16="http://schemas.microsoft.com/office/drawing/2014/main" id="{1D52BE30-1925-40EF-873B-C1C9D32E3181}"/>
              </a:ext>
            </a:extLst>
          </p:cNvPr>
          <p:cNvSpPr>
            <a:spLocks xmlns:a="http://schemas.openxmlformats.org/drawingml/2006/main" noGrp="1"/>
          </p:cNvSpPr>
          <p:nvPr/>
        </p:nvSpPr>
        <p:spPr>
          <a:xfrm xmlns:a="http://schemas.openxmlformats.org/drawingml/2006/main">
            <a:off x="7362825"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70" name="">
            <a:extLst xmlns:a="http://schemas.openxmlformats.org/drawingml/2006/main">
              <a:ext uri="{FF2B5EF4-FFF2-40B4-BE49-F238E27FC236}">
                <a16:creationId xmlns:a16="http://schemas.microsoft.com/office/drawing/2014/main" id="{662E4621-AAF2-46D6-A1FC-3661D858B61D}"/>
              </a:ext>
            </a:extLst>
          </p:cNvPr>
          <p:cNvSpPr>
            <a:spLocks xmlns:a="http://schemas.openxmlformats.org/drawingml/2006/main" noGrp="1"/>
          </p:cNvSpPr>
          <p:nvPr/>
        </p:nvSpPr>
        <p:spPr>
          <a:xfrm xmlns:a="http://schemas.openxmlformats.org/drawingml/2006/main">
            <a:off x="9258300"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propagator P1</a:t>
            </a:r>
          </a:p>
        </p:txBody>
      </p:sp>
      <p:sp>
        <p:nvSpPr>
          <p:cNvPr id="71" name="">
            <a:extLst xmlns:a="http://schemas.openxmlformats.org/drawingml/2006/main">
              <a:ext uri="{FF2B5EF4-FFF2-40B4-BE49-F238E27FC236}">
                <a16:creationId xmlns:a16="http://schemas.microsoft.com/office/drawing/2014/main" id="{D1CE423F-2992-479B-92EA-A81AC0857661}"/>
              </a:ext>
            </a:extLst>
          </p:cNvPr>
          <p:cNvSpPr>
            <a:spLocks xmlns:a="http://schemas.openxmlformats.org/drawingml/2006/main" noGrp="1"/>
          </p:cNvSpPr>
          <p:nvPr/>
        </p:nvSpPr>
        <p:spPr>
          <a:xfrm xmlns:a="http://schemas.openxmlformats.org/drawingml/2006/main">
            <a:off x="9448800"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48" name=""/>
          <p:cNvPicPr>
            <a:picLocks xmlns:a="http://schemas.openxmlformats.org/drawingml/2006/main" noChangeAspect="1"/>
          </p:cNvPicPr>
          <p:nvPr/>
        </p:nvPicPr>
        <p:blipFill>
          <a:blip xmlns:r="http://schemas.openxmlformats.org/officeDocument/2006/relationships" xmlns:a="http://schemas.openxmlformats.org/drawingml/2006/main" r:embed="Rc81acdc3d0ce4e83"/>
          <a:stretch xmlns:a="http://schemas.openxmlformats.org/drawingml/2006/main"/>
        </p:blipFill>
        <p:spPr>
          <a:xfrm xmlns:a="http://schemas.openxmlformats.org/drawingml/2006/main">
            <a:off x="9448800" y="1571625"/>
            <a:ext cx="2419350" cy="1814513"/>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0AD1D355-CE60-46EE-94AF-E99BFEFDFBBD}"/>
              </a:ext>
            </a:extLst>
          </p:cNvPr>
          <p:cNvSpPr>
            <a:spLocks xmlns:a="http://schemas.openxmlformats.org/drawingml/2006/main" noGrp="1"/>
          </p:cNvSpPr>
          <p:nvPr/>
        </p:nvSpPr>
        <p:spPr>
          <a:xfrm xmlns:a="http://schemas.openxmlformats.org/drawingml/2006/main">
            <a:off x="944880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4" name="">
            <a:extLst xmlns:a="http://schemas.openxmlformats.org/drawingml/2006/main">
              <a:ext uri="{FF2B5EF4-FFF2-40B4-BE49-F238E27FC236}">
                <a16:creationId xmlns:a16="http://schemas.microsoft.com/office/drawing/2014/main" id="{255C44EB-C32A-468E-AD65-56D62B2F5F4D}"/>
              </a:ext>
            </a:extLst>
          </p:cNvPr>
          <p:cNvSpPr>
            <a:spLocks xmlns:a="http://schemas.openxmlformats.org/drawingml/2006/main" noGrp="1"/>
          </p:cNvSpPr>
          <p:nvPr/>
        </p:nvSpPr>
        <p:spPr>
          <a:xfrm xmlns:a="http://schemas.openxmlformats.org/drawingml/2006/main">
            <a:off x="932497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75" name="">
            <a:extLst xmlns:a="http://schemas.openxmlformats.org/drawingml/2006/main">
              <a:ext uri="{FF2B5EF4-FFF2-40B4-BE49-F238E27FC236}">
                <a16:creationId xmlns:a16="http://schemas.microsoft.com/office/drawing/2014/main" id="{78B91EF1-B8E3-46E1-B549-CE5164CA5A09}"/>
              </a:ext>
            </a:extLst>
          </p:cNvPr>
          <p:cNvSpPr>
            <a:spLocks xmlns:a="http://schemas.openxmlformats.org/drawingml/2006/main" noGrp="1"/>
          </p:cNvSpPr>
          <p:nvPr/>
        </p:nvSpPr>
        <p:spPr>
          <a:xfrm xmlns:a="http://schemas.openxmlformats.org/drawingml/2006/main">
            <a:off x="10312854"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6" name="">
            <a:extLst xmlns:a="http://schemas.openxmlformats.org/drawingml/2006/main">
              <a:ext uri="{FF2B5EF4-FFF2-40B4-BE49-F238E27FC236}">
                <a16:creationId xmlns:a16="http://schemas.microsoft.com/office/drawing/2014/main" id="{7F877632-2ED3-4882-86A9-C9727F3E7A1D}"/>
              </a:ext>
            </a:extLst>
          </p:cNvPr>
          <p:cNvSpPr>
            <a:spLocks xmlns:a="http://schemas.openxmlformats.org/drawingml/2006/main" noGrp="1"/>
          </p:cNvSpPr>
          <p:nvPr/>
        </p:nvSpPr>
        <p:spPr>
          <a:xfrm xmlns:a="http://schemas.openxmlformats.org/drawingml/2006/main">
            <a:off x="10189029"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77" name="">
            <a:extLst xmlns:a="http://schemas.openxmlformats.org/drawingml/2006/main">
              <a:ext uri="{FF2B5EF4-FFF2-40B4-BE49-F238E27FC236}">
                <a16:creationId xmlns:a16="http://schemas.microsoft.com/office/drawing/2014/main" id="{EB6FDBA5-CBFA-4F75-B8F4-6467451ED8EB}"/>
              </a:ext>
            </a:extLst>
          </p:cNvPr>
          <p:cNvSpPr>
            <a:spLocks xmlns:a="http://schemas.openxmlformats.org/drawingml/2006/main" noGrp="1"/>
          </p:cNvSpPr>
          <p:nvPr/>
        </p:nvSpPr>
        <p:spPr>
          <a:xfrm xmlns:a="http://schemas.openxmlformats.org/drawingml/2006/main">
            <a:off x="11176907"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8" name="">
            <a:extLst xmlns:a="http://schemas.openxmlformats.org/drawingml/2006/main">
              <a:ext uri="{FF2B5EF4-FFF2-40B4-BE49-F238E27FC236}">
                <a16:creationId xmlns:a16="http://schemas.microsoft.com/office/drawing/2014/main" id="{C1FF9B24-86DA-4C98-B141-8F09BE0E70C5}"/>
              </a:ext>
            </a:extLst>
          </p:cNvPr>
          <p:cNvSpPr>
            <a:spLocks xmlns:a="http://schemas.openxmlformats.org/drawingml/2006/main" noGrp="1"/>
          </p:cNvSpPr>
          <p:nvPr/>
        </p:nvSpPr>
        <p:spPr>
          <a:xfrm xmlns:a="http://schemas.openxmlformats.org/drawingml/2006/main">
            <a:off x="11053082"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79" name="">
            <a:extLst xmlns:a="http://schemas.openxmlformats.org/drawingml/2006/main">
              <a:ext uri="{FF2B5EF4-FFF2-40B4-BE49-F238E27FC236}">
                <a16:creationId xmlns:a16="http://schemas.microsoft.com/office/drawing/2014/main" id="{82F57B04-6CC5-4693-BF32-831841CFA94C}"/>
              </a:ext>
            </a:extLst>
          </p:cNvPr>
          <p:cNvSpPr>
            <a:spLocks xmlns:a="http://schemas.openxmlformats.org/drawingml/2006/main" noGrp="1"/>
          </p:cNvSpPr>
          <p:nvPr/>
        </p:nvSpPr>
        <p:spPr>
          <a:xfrm xmlns:a="http://schemas.openxmlformats.org/drawingml/2006/main">
            <a:off x="1186815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0" name="">
            <a:extLst xmlns:a="http://schemas.openxmlformats.org/drawingml/2006/main">
              <a:ext uri="{FF2B5EF4-FFF2-40B4-BE49-F238E27FC236}">
                <a16:creationId xmlns:a16="http://schemas.microsoft.com/office/drawing/2014/main" id="{6DF53C97-14A2-43A3-A6C0-9DBEEE5E6D70}"/>
              </a:ext>
            </a:extLst>
          </p:cNvPr>
          <p:cNvSpPr>
            <a:spLocks xmlns:a="http://schemas.openxmlformats.org/drawingml/2006/main" noGrp="1"/>
          </p:cNvSpPr>
          <p:nvPr/>
        </p:nvSpPr>
        <p:spPr>
          <a:xfrm xmlns:a="http://schemas.openxmlformats.org/drawingml/2006/main">
            <a:off x="1174432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81" name="">
            <a:extLst xmlns:a="http://schemas.openxmlformats.org/drawingml/2006/main">
              <a:ext uri="{FF2B5EF4-FFF2-40B4-BE49-F238E27FC236}">
                <a16:creationId xmlns:a16="http://schemas.microsoft.com/office/drawing/2014/main" id="{459A7BF1-B418-491A-B4DD-A4E41FA8EFA1}"/>
              </a:ext>
            </a:extLst>
          </p:cNvPr>
          <p:cNvSpPr>
            <a:spLocks xmlns:a="http://schemas.openxmlformats.org/drawingml/2006/main" noGrp="1"/>
          </p:cNvSpPr>
          <p:nvPr/>
        </p:nvSpPr>
        <p:spPr>
          <a:xfrm xmlns:a="http://schemas.openxmlformats.org/drawingml/2006/main">
            <a:off x="9401175"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2" name="">
            <a:extLst xmlns:a="http://schemas.openxmlformats.org/drawingml/2006/main">
              <a:ext uri="{FF2B5EF4-FFF2-40B4-BE49-F238E27FC236}">
                <a16:creationId xmlns:a16="http://schemas.microsoft.com/office/drawing/2014/main" id="{EFA18C20-6186-478D-A752-A0445B27BF2B}"/>
              </a:ext>
            </a:extLst>
          </p:cNvPr>
          <p:cNvSpPr>
            <a:spLocks xmlns:a="http://schemas.openxmlformats.org/drawingml/2006/main" noGrp="1"/>
          </p:cNvSpPr>
          <p:nvPr/>
        </p:nvSpPr>
        <p:spPr>
          <a:xfrm xmlns:a="http://schemas.openxmlformats.org/drawingml/2006/main">
            <a:off x="9086850"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83" name="">
            <a:extLst xmlns:a="http://schemas.openxmlformats.org/drawingml/2006/main">
              <a:ext uri="{FF2B5EF4-FFF2-40B4-BE49-F238E27FC236}">
                <a16:creationId xmlns:a16="http://schemas.microsoft.com/office/drawing/2014/main" id="{FEFC6F1C-C172-4EC3-BB08-6B2A7214F337}"/>
              </a:ext>
            </a:extLst>
          </p:cNvPr>
          <p:cNvSpPr>
            <a:spLocks xmlns:a="http://schemas.openxmlformats.org/drawingml/2006/main" noGrp="1"/>
          </p:cNvSpPr>
          <p:nvPr/>
        </p:nvSpPr>
        <p:spPr>
          <a:xfrm xmlns:a="http://schemas.openxmlformats.org/drawingml/2006/main">
            <a:off x="9401175"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4" name="">
            <a:extLst xmlns:a="http://schemas.openxmlformats.org/drawingml/2006/main">
              <a:ext uri="{FF2B5EF4-FFF2-40B4-BE49-F238E27FC236}">
                <a16:creationId xmlns:a16="http://schemas.microsoft.com/office/drawing/2014/main" id="{F16B4245-53B4-4CFC-AA21-8C66E397CD42}"/>
              </a:ext>
            </a:extLst>
          </p:cNvPr>
          <p:cNvSpPr>
            <a:spLocks xmlns:a="http://schemas.openxmlformats.org/drawingml/2006/main" noGrp="1"/>
          </p:cNvSpPr>
          <p:nvPr/>
        </p:nvSpPr>
        <p:spPr>
          <a:xfrm xmlns:a="http://schemas.openxmlformats.org/drawingml/2006/main">
            <a:off x="9086850"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85" name="">
            <a:extLst xmlns:a="http://schemas.openxmlformats.org/drawingml/2006/main">
              <a:ext uri="{FF2B5EF4-FFF2-40B4-BE49-F238E27FC236}">
                <a16:creationId xmlns:a16="http://schemas.microsoft.com/office/drawing/2014/main" id="{B1407BBC-EDD6-4140-9DAE-4A7221BB4551}"/>
              </a:ext>
            </a:extLst>
          </p:cNvPr>
          <p:cNvSpPr>
            <a:spLocks xmlns:a="http://schemas.openxmlformats.org/drawingml/2006/main" noGrp="1"/>
          </p:cNvSpPr>
          <p:nvPr/>
        </p:nvSpPr>
        <p:spPr>
          <a:xfrm xmlns:a="http://schemas.openxmlformats.org/drawingml/2006/main">
            <a:off x="9401175"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6" name="">
            <a:extLst xmlns:a="http://schemas.openxmlformats.org/drawingml/2006/main">
              <a:ext uri="{FF2B5EF4-FFF2-40B4-BE49-F238E27FC236}">
                <a16:creationId xmlns:a16="http://schemas.microsoft.com/office/drawing/2014/main" id="{9E4B875F-4517-47E6-92F6-3FAEEF6B0A3C}"/>
              </a:ext>
            </a:extLst>
          </p:cNvPr>
          <p:cNvSpPr>
            <a:spLocks xmlns:a="http://schemas.openxmlformats.org/drawingml/2006/main" noGrp="1"/>
          </p:cNvSpPr>
          <p:nvPr/>
        </p:nvSpPr>
        <p:spPr>
          <a:xfrm xmlns:a="http://schemas.openxmlformats.org/drawingml/2006/main">
            <a:off x="9086850"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87" name="">
            <a:extLst xmlns:a="http://schemas.openxmlformats.org/drawingml/2006/main">
              <a:ext uri="{FF2B5EF4-FFF2-40B4-BE49-F238E27FC236}">
                <a16:creationId xmlns:a16="http://schemas.microsoft.com/office/drawing/2014/main" id="{0A40CDE8-5F2D-4B3F-B17E-B583112E3A2B}"/>
              </a:ext>
            </a:extLst>
          </p:cNvPr>
          <p:cNvSpPr>
            <a:spLocks xmlns:a="http://schemas.openxmlformats.org/drawingml/2006/main" noGrp="1"/>
          </p:cNvSpPr>
          <p:nvPr/>
        </p:nvSpPr>
        <p:spPr>
          <a:xfrm xmlns:a="http://schemas.openxmlformats.org/drawingml/2006/main">
            <a:off x="9401175"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8" name="">
            <a:extLst xmlns:a="http://schemas.openxmlformats.org/drawingml/2006/main">
              <a:ext uri="{FF2B5EF4-FFF2-40B4-BE49-F238E27FC236}">
                <a16:creationId xmlns:a16="http://schemas.microsoft.com/office/drawing/2014/main" id="{4692DE0E-4693-462C-B9C7-DF89D893EF0A}"/>
              </a:ext>
            </a:extLst>
          </p:cNvPr>
          <p:cNvSpPr>
            <a:spLocks xmlns:a="http://schemas.openxmlformats.org/drawingml/2006/main" noGrp="1"/>
          </p:cNvSpPr>
          <p:nvPr/>
        </p:nvSpPr>
        <p:spPr>
          <a:xfrm xmlns:a="http://schemas.openxmlformats.org/drawingml/2006/main">
            <a:off x="9086850"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89" name="">
            <a:extLst xmlns:a="http://schemas.openxmlformats.org/drawingml/2006/main">
              <a:ext uri="{FF2B5EF4-FFF2-40B4-BE49-F238E27FC236}">
                <a16:creationId xmlns:a16="http://schemas.microsoft.com/office/drawing/2014/main" id="{50F69D88-0602-4DEC-BE86-D777721BD076}"/>
              </a:ext>
            </a:extLst>
          </p:cNvPr>
          <p:cNvSpPr>
            <a:spLocks xmlns:a="http://schemas.openxmlformats.org/drawingml/2006/main" noGrp="1"/>
          </p:cNvSpPr>
          <p:nvPr/>
        </p:nvSpPr>
        <p:spPr>
          <a:xfrm xmlns:a="http://schemas.openxmlformats.org/drawingml/2006/main">
            <a:off x="10325100"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90" name="">
            <a:extLst xmlns:a="http://schemas.openxmlformats.org/drawingml/2006/main">
              <a:ext uri="{FF2B5EF4-FFF2-40B4-BE49-F238E27FC236}">
                <a16:creationId xmlns:a16="http://schemas.microsoft.com/office/drawing/2014/main" id="{3B03F74F-DDEC-4259-AC80-4F715A41844F}"/>
              </a:ext>
            </a:extLst>
          </p:cNvPr>
          <p:cNvSpPr>
            <a:spLocks xmlns:a="http://schemas.openxmlformats.org/drawingml/2006/main" noGrp="1"/>
          </p:cNvSpPr>
          <p:nvPr/>
        </p:nvSpPr>
        <p:spPr>
          <a:xfrm xmlns:a="http://schemas.openxmlformats.org/drawingml/2006/main">
            <a:off x="4000500" y="4229100"/>
            <a:ext cx="69294" cy="123825"/>
          </a:xfrm>
          <a:prstGeom xmlns:a="http://schemas.openxmlformats.org/drawingml/2006/main" prst="rect">
            <a:avLst/>
          </a:prstGeom>
          <a:solidFill xmlns:a="http://schemas.openxmlformats.org/drawingml/2006/main">
            <a:srgbClr val="440457"/>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886D68BF-E4FF-4EF7-8F7C-21908FB7A22D}"/>
              </a:ext>
            </a:extLst>
          </p:cNvPr>
          <p:cNvSpPr>
            <a:spLocks xmlns:a="http://schemas.openxmlformats.org/drawingml/2006/main" noGrp="1"/>
          </p:cNvSpPr>
          <p:nvPr/>
        </p:nvSpPr>
        <p:spPr>
          <a:xfrm xmlns:a="http://schemas.openxmlformats.org/drawingml/2006/main">
            <a:off x="4065984" y="4229100"/>
            <a:ext cx="69294" cy="123825"/>
          </a:xfrm>
          <a:prstGeom xmlns:a="http://schemas.openxmlformats.org/drawingml/2006/main" prst="rect">
            <a:avLst/>
          </a:prstGeom>
          <a:solidFill xmlns:a="http://schemas.openxmlformats.org/drawingml/2006/main">
            <a:srgbClr val="45095C"/>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EA513B9A-8D60-41D4-A280-2A7507D4BC37}"/>
              </a:ext>
            </a:extLst>
          </p:cNvPr>
          <p:cNvSpPr>
            <a:spLocks xmlns:a="http://schemas.openxmlformats.org/drawingml/2006/main" noGrp="1"/>
          </p:cNvSpPr>
          <p:nvPr/>
        </p:nvSpPr>
        <p:spPr>
          <a:xfrm xmlns:a="http://schemas.openxmlformats.org/drawingml/2006/main">
            <a:off x="4131469" y="4229100"/>
            <a:ext cx="69294" cy="123825"/>
          </a:xfrm>
          <a:prstGeom xmlns:a="http://schemas.openxmlformats.org/drawingml/2006/main" prst="rect">
            <a:avLst/>
          </a:prstGeom>
          <a:solidFill xmlns:a="http://schemas.openxmlformats.org/drawingml/2006/main">
            <a:srgbClr val="450F61"/>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EFA6C6A4-4D93-4640-ADD8-4DA8830B946C}"/>
              </a:ext>
            </a:extLst>
          </p:cNvPr>
          <p:cNvSpPr>
            <a:spLocks xmlns:a="http://schemas.openxmlformats.org/drawingml/2006/main" noGrp="1"/>
          </p:cNvSpPr>
          <p:nvPr/>
        </p:nvSpPr>
        <p:spPr>
          <a:xfrm xmlns:a="http://schemas.openxmlformats.org/drawingml/2006/main">
            <a:off x="4196953" y="4229100"/>
            <a:ext cx="69294" cy="123825"/>
          </a:xfrm>
          <a:prstGeom xmlns:a="http://schemas.openxmlformats.org/drawingml/2006/main" prst="rect">
            <a:avLst/>
          </a:prstGeom>
          <a:solidFill xmlns:a="http://schemas.openxmlformats.org/drawingml/2006/main">
            <a:srgbClr val="461466"/>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FAE2049C-E346-4F35-84ED-91BA1D13A2D6}"/>
              </a:ext>
            </a:extLst>
          </p:cNvPr>
          <p:cNvSpPr>
            <a:spLocks xmlns:a="http://schemas.openxmlformats.org/drawingml/2006/main" noGrp="1"/>
          </p:cNvSpPr>
          <p:nvPr/>
        </p:nvSpPr>
        <p:spPr>
          <a:xfrm xmlns:a="http://schemas.openxmlformats.org/drawingml/2006/main">
            <a:off x="4262438" y="4229100"/>
            <a:ext cx="69294" cy="123825"/>
          </a:xfrm>
          <a:prstGeom xmlns:a="http://schemas.openxmlformats.org/drawingml/2006/main" prst="rect">
            <a:avLst/>
          </a:prstGeom>
          <a:solidFill xmlns:a="http://schemas.openxmlformats.org/drawingml/2006/main">
            <a:srgbClr val="471A6B"/>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386FECDC-A9CD-4134-A778-24632F40951B}"/>
              </a:ext>
            </a:extLst>
          </p:cNvPr>
          <p:cNvSpPr>
            <a:spLocks xmlns:a="http://schemas.openxmlformats.org/drawingml/2006/main" noGrp="1"/>
          </p:cNvSpPr>
          <p:nvPr/>
        </p:nvSpPr>
        <p:spPr>
          <a:xfrm xmlns:a="http://schemas.openxmlformats.org/drawingml/2006/main">
            <a:off x="4327922" y="4229100"/>
            <a:ext cx="69294" cy="123825"/>
          </a:xfrm>
          <a:prstGeom xmlns:a="http://schemas.openxmlformats.org/drawingml/2006/main" prst="rect">
            <a:avLst/>
          </a:prstGeom>
          <a:solidFill xmlns:a="http://schemas.openxmlformats.org/drawingml/2006/main">
            <a:srgbClr val="471F70"/>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71D4DA65-4B94-4BE8-BAA5-4B6259287A3C}"/>
              </a:ext>
            </a:extLst>
          </p:cNvPr>
          <p:cNvSpPr>
            <a:spLocks xmlns:a="http://schemas.openxmlformats.org/drawingml/2006/main" noGrp="1"/>
          </p:cNvSpPr>
          <p:nvPr/>
        </p:nvSpPr>
        <p:spPr>
          <a:xfrm xmlns:a="http://schemas.openxmlformats.org/drawingml/2006/main">
            <a:off x="4393406" y="4229100"/>
            <a:ext cx="69294" cy="123825"/>
          </a:xfrm>
          <a:prstGeom xmlns:a="http://schemas.openxmlformats.org/drawingml/2006/main" prst="rect">
            <a:avLst/>
          </a:prstGeom>
          <a:solidFill xmlns:a="http://schemas.openxmlformats.org/drawingml/2006/main">
            <a:srgbClr val="482575"/>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BC132C41-57AE-48D1-998C-32727DB1A69E}"/>
              </a:ext>
            </a:extLst>
          </p:cNvPr>
          <p:cNvSpPr>
            <a:spLocks xmlns:a="http://schemas.openxmlformats.org/drawingml/2006/main" noGrp="1"/>
          </p:cNvSpPr>
          <p:nvPr/>
        </p:nvSpPr>
        <p:spPr>
          <a:xfrm xmlns:a="http://schemas.openxmlformats.org/drawingml/2006/main">
            <a:off x="4458891" y="4229100"/>
            <a:ext cx="69294" cy="123825"/>
          </a:xfrm>
          <a:prstGeom xmlns:a="http://schemas.openxmlformats.org/drawingml/2006/main" prst="rect">
            <a:avLst/>
          </a:prstGeom>
          <a:solidFill xmlns:a="http://schemas.openxmlformats.org/drawingml/2006/main">
            <a:srgbClr val="472A79"/>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39686881-EA5C-4F30-B5EB-B7D30DB8EB30}"/>
              </a:ext>
            </a:extLst>
          </p:cNvPr>
          <p:cNvSpPr>
            <a:spLocks xmlns:a="http://schemas.openxmlformats.org/drawingml/2006/main" noGrp="1"/>
          </p:cNvSpPr>
          <p:nvPr/>
        </p:nvSpPr>
        <p:spPr>
          <a:xfrm xmlns:a="http://schemas.openxmlformats.org/drawingml/2006/main">
            <a:off x="4524375" y="4229100"/>
            <a:ext cx="69294" cy="123825"/>
          </a:xfrm>
          <a:prstGeom xmlns:a="http://schemas.openxmlformats.org/drawingml/2006/main" prst="rect">
            <a:avLst/>
          </a:prstGeom>
          <a:solidFill xmlns:a="http://schemas.openxmlformats.org/drawingml/2006/main">
            <a:srgbClr val="462E7B"/>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A52FC0AA-38F6-444F-9541-4ECC4F6C68B1}"/>
              </a:ext>
            </a:extLst>
          </p:cNvPr>
          <p:cNvSpPr>
            <a:spLocks xmlns:a="http://schemas.openxmlformats.org/drawingml/2006/main" noGrp="1"/>
          </p:cNvSpPr>
          <p:nvPr/>
        </p:nvSpPr>
        <p:spPr>
          <a:xfrm xmlns:a="http://schemas.openxmlformats.org/drawingml/2006/main">
            <a:off x="4589859" y="4229100"/>
            <a:ext cx="69294" cy="123825"/>
          </a:xfrm>
          <a:prstGeom xmlns:a="http://schemas.openxmlformats.org/drawingml/2006/main" prst="rect">
            <a:avLst/>
          </a:prstGeom>
          <a:solidFill xmlns:a="http://schemas.openxmlformats.org/drawingml/2006/main">
            <a:srgbClr val="45337E"/>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6A8CCD00-0594-4D4F-BD3F-80549C1F2831}"/>
              </a:ext>
            </a:extLst>
          </p:cNvPr>
          <p:cNvSpPr>
            <a:spLocks xmlns:a="http://schemas.openxmlformats.org/drawingml/2006/main" noGrp="1"/>
          </p:cNvSpPr>
          <p:nvPr/>
        </p:nvSpPr>
        <p:spPr>
          <a:xfrm xmlns:a="http://schemas.openxmlformats.org/drawingml/2006/main">
            <a:off x="4655344" y="4229100"/>
            <a:ext cx="69294" cy="123825"/>
          </a:xfrm>
          <a:prstGeom xmlns:a="http://schemas.openxmlformats.org/drawingml/2006/main" prst="rect">
            <a:avLst/>
          </a:prstGeom>
          <a:solidFill xmlns:a="http://schemas.openxmlformats.org/drawingml/2006/main">
            <a:srgbClr val="433880"/>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7E3F7C66-3BA0-4D08-BC4F-B7675A9A7D8C}"/>
              </a:ext>
            </a:extLst>
          </p:cNvPr>
          <p:cNvSpPr>
            <a:spLocks xmlns:a="http://schemas.openxmlformats.org/drawingml/2006/main" noGrp="1"/>
          </p:cNvSpPr>
          <p:nvPr/>
        </p:nvSpPr>
        <p:spPr>
          <a:xfrm xmlns:a="http://schemas.openxmlformats.org/drawingml/2006/main">
            <a:off x="4720828" y="4229100"/>
            <a:ext cx="69294" cy="123825"/>
          </a:xfrm>
          <a:prstGeom xmlns:a="http://schemas.openxmlformats.org/drawingml/2006/main" prst="rect">
            <a:avLst/>
          </a:prstGeom>
          <a:solidFill xmlns:a="http://schemas.openxmlformats.org/drawingml/2006/main">
            <a:srgbClr val="423C82"/>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2BC6F3BA-93B8-4DE5-8867-53685B2E0F3E}"/>
              </a:ext>
            </a:extLst>
          </p:cNvPr>
          <p:cNvSpPr>
            <a:spLocks xmlns:a="http://schemas.openxmlformats.org/drawingml/2006/main" noGrp="1"/>
          </p:cNvSpPr>
          <p:nvPr/>
        </p:nvSpPr>
        <p:spPr>
          <a:xfrm xmlns:a="http://schemas.openxmlformats.org/drawingml/2006/main">
            <a:off x="4786313" y="4229100"/>
            <a:ext cx="69294" cy="123825"/>
          </a:xfrm>
          <a:prstGeom xmlns:a="http://schemas.openxmlformats.org/drawingml/2006/main" prst="rect">
            <a:avLst/>
          </a:prstGeom>
          <a:solidFill xmlns:a="http://schemas.openxmlformats.org/drawingml/2006/main">
            <a:srgbClr val="404185"/>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0C8D0978-AA43-4ADC-92B0-75540212A841}"/>
              </a:ext>
            </a:extLst>
          </p:cNvPr>
          <p:cNvSpPr>
            <a:spLocks xmlns:a="http://schemas.openxmlformats.org/drawingml/2006/main" noGrp="1"/>
          </p:cNvSpPr>
          <p:nvPr/>
        </p:nvSpPr>
        <p:spPr>
          <a:xfrm xmlns:a="http://schemas.openxmlformats.org/drawingml/2006/main">
            <a:off x="4851797" y="4229100"/>
            <a:ext cx="69294" cy="123825"/>
          </a:xfrm>
          <a:prstGeom xmlns:a="http://schemas.openxmlformats.org/drawingml/2006/main" prst="rect">
            <a:avLst/>
          </a:prstGeom>
          <a:solidFill xmlns:a="http://schemas.openxmlformats.org/drawingml/2006/main">
            <a:srgbClr val="3F4687"/>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E1940089-9CE8-4678-A967-7383D80E2D1A}"/>
              </a:ext>
            </a:extLst>
          </p:cNvPr>
          <p:cNvSpPr>
            <a:spLocks xmlns:a="http://schemas.openxmlformats.org/drawingml/2006/main" noGrp="1"/>
          </p:cNvSpPr>
          <p:nvPr/>
        </p:nvSpPr>
        <p:spPr>
          <a:xfrm xmlns:a="http://schemas.openxmlformats.org/drawingml/2006/main">
            <a:off x="4917281" y="4229100"/>
            <a:ext cx="69294" cy="123825"/>
          </a:xfrm>
          <a:prstGeom xmlns:a="http://schemas.openxmlformats.org/drawingml/2006/main" prst="rect">
            <a:avLst/>
          </a:prstGeom>
          <a:solidFill xmlns:a="http://schemas.openxmlformats.org/drawingml/2006/main">
            <a:srgbClr val="3D4A89"/>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97CA307B-34E2-42BD-8F53-F6F881B1A308}"/>
              </a:ext>
            </a:extLst>
          </p:cNvPr>
          <p:cNvSpPr>
            <a:spLocks xmlns:a="http://schemas.openxmlformats.org/drawingml/2006/main" noGrp="1"/>
          </p:cNvSpPr>
          <p:nvPr/>
        </p:nvSpPr>
        <p:spPr>
          <a:xfrm xmlns:a="http://schemas.openxmlformats.org/drawingml/2006/main">
            <a:off x="4982766" y="4229100"/>
            <a:ext cx="69294" cy="123825"/>
          </a:xfrm>
          <a:prstGeom xmlns:a="http://schemas.openxmlformats.org/drawingml/2006/main" prst="rect">
            <a:avLst/>
          </a:prstGeom>
          <a:solidFill xmlns:a="http://schemas.openxmlformats.org/drawingml/2006/main">
            <a:srgbClr val="3C4F8A"/>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F979D9D7-AF70-4995-9397-92BC198AFB17}"/>
              </a:ext>
            </a:extLst>
          </p:cNvPr>
          <p:cNvSpPr>
            <a:spLocks xmlns:a="http://schemas.openxmlformats.org/drawingml/2006/main" noGrp="1"/>
          </p:cNvSpPr>
          <p:nvPr/>
        </p:nvSpPr>
        <p:spPr>
          <a:xfrm xmlns:a="http://schemas.openxmlformats.org/drawingml/2006/main">
            <a:off x="5048250" y="4229100"/>
            <a:ext cx="69294" cy="123825"/>
          </a:xfrm>
          <a:prstGeom xmlns:a="http://schemas.openxmlformats.org/drawingml/2006/main" prst="rect">
            <a:avLst/>
          </a:prstGeom>
          <a:solidFill xmlns:a="http://schemas.openxmlformats.org/drawingml/2006/main">
            <a:srgbClr val="3A538B"/>
          </a:solidFill>
          <a:ln xmlns:a="http://schemas.openxmlformats.org/drawingml/2006/main" w="0">
            <a:noFill/>
            <a:prstDash val="solid"/>
          </a:ln>
        </p:spPr>
      </p:sp>
      <p:sp>
        <p:nvSpPr>
          <p:cNvPr id="107" name="">
            <a:extLst xmlns:a="http://schemas.openxmlformats.org/drawingml/2006/main">
              <a:ext uri="{FF2B5EF4-FFF2-40B4-BE49-F238E27FC236}">
                <a16:creationId xmlns:a16="http://schemas.microsoft.com/office/drawing/2014/main" id="{CA4630C5-4A0E-4210-B8CC-60D399C7CC90}"/>
              </a:ext>
            </a:extLst>
          </p:cNvPr>
          <p:cNvSpPr>
            <a:spLocks xmlns:a="http://schemas.openxmlformats.org/drawingml/2006/main" noGrp="1"/>
          </p:cNvSpPr>
          <p:nvPr/>
        </p:nvSpPr>
        <p:spPr>
          <a:xfrm xmlns:a="http://schemas.openxmlformats.org/drawingml/2006/main">
            <a:off x="5113734" y="4229100"/>
            <a:ext cx="69294" cy="123825"/>
          </a:xfrm>
          <a:prstGeom xmlns:a="http://schemas.openxmlformats.org/drawingml/2006/main" prst="rect">
            <a:avLst/>
          </a:prstGeom>
          <a:solidFill xmlns:a="http://schemas.openxmlformats.org/drawingml/2006/main">
            <a:srgbClr val="38578B"/>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A5C7F332-4186-4C2C-9A7F-3F67C411102A}"/>
              </a:ext>
            </a:extLst>
          </p:cNvPr>
          <p:cNvSpPr>
            <a:spLocks xmlns:a="http://schemas.openxmlformats.org/drawingml/2006/main" noGrp="1"/>
          </p:cNvSpPr>
          <p:nvPr/>
        </p:nvSpPr>
        <p:spPr>
          <a:xfrm xmlns:a="http://schemas.openxmlformats.org/drawingml/2006/main">
            <a:off x="5179219" y="4229100"/>
            <a:ext cx="69294" cy="123825"/>
          </a:xfrm>
          <a:prstGeom xmlns:a="http://schemas.openxmlformats.org/drawingml/2006/main" prst="rect">
            <a:avLst/>
          </a:prstGeom>
          <a:solidFill xmlns:a="http://schemas.openxmlformats.org/drawingml/2006/main">
            <a:srgbClr val="365C8C"/>
          </a:solidFill>
          <a:ln xmlns:a="http://schemas.openxmlformats.org/drawingml/2006/main" w="0">
            <a:noFill/>
            <a:prstDash val="solid"/>
          </a:ln>
        </p:spPr>
      </p:sp>
      <p:sp>
        <p:nvSpPr>
          <p:cNvPr id="109" name="">
            <a:extLst xmlns:a="http://schemas.openxmlformats.org/drawingml/2006/main">
              <a:ext uri="{FF2B5EF4-FFF2-40B4-BE49-F238E27FC236}">
                <a16:creationId xmlns:a16="http://schemas.microsoft.com/office/drawing/2014/main" id="{F290D442-CC0F-4345-8CF9-0FEBA20BD4D0}"/>
              </a:ext>
            </a:extLst>
          </p:cNvPr>
          <p:cNvSpPr>
            <a:spLocks xmlns:a="http://schemas.openxmlformats.org/drawingml/2006/main" noGrp="1"/>
          </p:cNvSpPr>
          <p:nvPr/>
        </p:nvSpPr>
        <p:spPr>
          <a:xfrm xmlns:a="http://schemas.openxmlformats.org/drawingml/2006/main">
            <a:off x="5244703" y="4229100"/>
            <a:ext cx="69294" cy="123825"/>
          </a:xfrm>
          <a:prstGeom xmlns:a="http://schemas.openxmlformats.org/drawingml/2006/main" prst="rect">
            <a:avLst/>
          </a:prstGeom>
          <a:solidFill xmlns:a="http://schemas.openxmlformats.org/drawingml/2006/main">
            <a:srgbClr val="34608D"/>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7BC978B0-F484-4A7A-BE0F-1940ACF2C60E}"/>
              </a:ext>
            </a:extLst>
          </p:cNvPr>
          <p:cNvSpPr>
            <a:spLocks xmlns:a="http://schemas.openxmlformats.org/drawingml/2006/main" noGrp="1"/>
          </p:cNvSpPr>
          <p:nvPr/>
        </p:nvSpPr>
        <p:spPr>
          <a:xfrm xmlns:a="http://schemas.openxmlformats.org/drawingml/2006/main">
            <a:off x="5310188" y="4229100"/>
            <a:ext cx="69294" cy="123825"/>
          </a:xfrm>
          <a:prstGeom xmlns:a="http://schemas.openxmlformats.org/drawingml/2006/main" prst="rect">
            <a:avLst/>
          </a:prstGeom>
          <a:solidFill xmlns:a="http://schemas.openxmlformats.org/drawingml/2006/main">
            <a:srgbClr val="33648D"/>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CF9C3750-E81D-4DDA-A6B3-A83F7E6C8BD8}"/>
              </a:ext>
            </a:extLst>
          </p:cNvPr>
          <p:cNvSpPr>
            <a:spLocks xmlns:a="http://schemas.openxmlformats.org/drawingml/2006/main" noGrp="1"/>
          </p:cNvSpPr>
          <p:nvPr/>
        </p:nvSpPr>
        <p:spPr>
          <a:xfrm xmlns:a="http://schemas.openxmlformats.org/drawingml/2006/main">
            <a:off x="5375672" y="4229100"/>
            <a:ext cx="69294" cy="123825"/>
          </a:xfrm>
          <a:prstGeom xmlns:a="http://schemas.openxmlformats.org/drawingml/2006/main" prst="rect">
            <a:avLst/>
          </a:prstGeom>
          <a:solidFill xmlns:a="http://schemas.openxmlformats.org/drawingml/2006/main">
            <a:srgbClr val="31698E"/>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E160B935-B230-4DAD-8ADC-5FB65B112D9C}"/>
              </a:ext>
            </a:extLst>
          </p:cNvPr>
          <p:cNvSpPr>
            <a:spLocks xmlns:a="http://schemas.openxmlformats.org/drawingml/2006/main" noGrp="1"/>
          </p:cNvSpPr>
          <p:nvPr/>
        </p:nvSpPr>
        <p:spPr>
          <a:xfrm xmlns:a="http://schemas.openxmlformats.org/drawingml/2006/main">
            <a:off x="5441156" y="4229100"/>
            <a:ext cx="69294" cy="123825"/>
          </a:xfrm>
          <a:prstGeom xmlns:a="http://schemas.openxmlformats.org/drawingml/2006/main" prst="rect">
            <a:avLst/>
          </a:prstGeom>
          <a:solidFill xmlns:a="http://schemas.openxmlformats.org/drawingml/2006/main">
            <a:srgbClr val="2F6C8E"/>
          </a:solidFill>
          <a:ln xmlns:a="http://schemas.openxmlformats.org/drawingml/2006/main" w="0">
            <a:noFill/>
            <a:prstDash val="solid"/>
          </a:ln>
        </p:spPr>
      </p:sp>
      <p:sp>
        <p:nvSpPr>
          <p:cNvPr id="113" name="">
            <a:extLst xmlns:a="http://schemas.openxmlformats.org/drawingml/2006/main">
              <a:ext uri="{FF2B5EF4-FFF2-40B4-BE49-F238E27FC236}">
                <a16:creationId xmlns:a16="http://schemas.microsoft.com/office/drawing/2014/main" id="{4ABE3075-5A68-47CF-B8DC-CF8B391B9314}"/>
              </a:ext>
            </a:extLst>
          </p:cNvPr>
          <p:cNvSpPr>
            <a:spLocks xmlns:a="http://schemas.openxmlformats.org/drawingml/2006/main" noGrp="1"/>
          </p:cNvSpPr>
          <p:nvPr/>
        </p:nvSpPr>
        <p:spPr>
          <a:xfrm xmlns:a="http://schemas.openxmlformats.org/drawingml/2006/main">
            <a:off x="5506641" y="4229100"/>
            <a:ext cx="69294" cy="123825"/>
          </a:xfrm>
          <a:prstGeom xmlns:a="http://schemas.openxmlformats.org/drawingml/2006/main" prst="rect">
            <a:avLst/>
          </a:prstGeom>
          <a:solidFill xmlns:a="http://schemas.openxmlformats.org/drawingml/2006/main">
            <a:srgbClr val="2E708E"/>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5608C815-99FC-4D03-91AC-FEB26998E54D}"/>
              </a:ext>
            </a:extLst>
          </p:cNvPr>
          <p:cNvSpPr>
            <a:spLocks xmlns:a="http://schemas.openxmlformats.org/drawingml/2006/main" noGrp="1"/>
          </p:cNvSpPr>
          <p:nvPr/>
        </p:nvSpPr>
        <p:spPr>
          <a:xfrm xmlns:a="http://schemas.openxmlformats.org/drawingml/2006/main">
            <a:off x="5572125" y="4229100"/>
            <a:ext cx="69294" cy="123825"/>
          </a:xfrm>
          <a:prstGeom xmlns:a="http://schemas.openxmlformats.org/drawingml/2006/main" prst="rect">
            <a:avLst/>
          </a:prstGeom>
          <a:solidFill xmlns:a="http://schemas.openxmlformats.org/drawingml/2006/main">
            <a:srgbClr val="2C748E"/>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11030E7F-D006-41EC-ACCF-6A211A6550DC}"/>
              </a:ext>
            </a:extLst>
          </p:cNvPr>
          <p:cNvSpPr>
            <a:spLocks xmlns:a="http://schemas.openxmlformats.org/drawingml/2006/main" noGrp="1"/>
          </p:cNvSpPr>
          <p:nvPr/>
        </p:nvSpPr>
        <p:spPr>
          <a:xfrm xmlns:a="http://schemas.openxmlformats.org/drawingml/2006/main">
            <a:off x="5637609" y="4229100"/>
            <a:ext cx="69294" cy="123825"/>
          </a:xfrm>
          <a:prstGeom xmlns:a="http://schemas.openxmlformats.org/drawingml/2006/main" prst="rect">
            <a:avLst/>
          </a:prstGeom>
          <a:solidFill xmlns:a="http://schemas.openxmlformats.org/drawingml/2006/main">
            <a:srgbClr val="2B778E"/>
          </a:solidFill>
          <a:ln xmlns:a="http://schemas.openxmlformats.org/drawingml/2006/main" w="0">
            <a:noFill/>
            <a:prstDash val="solid"/>
          </a:ln>
        </p:spPr>
      </p:sp>
      <p:sp>
        <p:nvSpPr>
          <p:cNvPr id="116" name="">
            <a:extLst xmlns:a="http://schemas.openxmlformats.org/drawingml/2006/main">
              <a:ext uri="{FF2B5EF4-FFF2-40B4-BE49-F238E27FC236}">
                <a16:creationId xmlns:a16="http://schemas.microsoft.com/office/drawing/2014/main" id="{BBB68973-B171-4247-B334-DC2E65039D0F}"/>
              </a:ext>
            </a:extLst>
          </p:cNvPr>
          <p:cNvSpPr>
            <a:spLocks xmlns:a="http://schemas.openxmlformats.org/drawingml/2006/main" noGrp="1"/>
          </p:cNvSpPr>
          <p:nvPr/>
        </p:nvSpPr>
        <p:spPr>
          <a:xfrm xmlns:a="http://schemas.openxmlformats.org/drawingml/2006/main">
            <a:off x="5703094" y="4229100"/>
            <a:ext cx="69294" cy="123825"/>
          </a:xfrm>
          <a:prstGeom xmlns:a="http://schemas.openxmlformats.org/drawingml/2006/main" prst="rect">
            <a:avLst/>
          </a:prstGeom>
          <a:solidFill xmlns:a="http://schemas.openxmlformats.org/drawingml/2006/main">
            <a:srgbClr val="297B8E"/>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B444BFE5-AC2E-4F0E-A64F-91D786E49062}"/>
              </a:ext>
            </a:extLst>
          </p:cNvPr>
          <p:cNvSpPr>
            <a:spLocks xmlns:a="http://schemas.openxmlformats.org/drawingml/2006/main" noGrp="1"/>
          </p:cNvSpPr>
          <p:nvPr/>
        </p:nvSpPr>
        <p:spPr>
          <a:xfrm xmlns:a="http://schemas.openxmlformats.org/drawingml/2006/main">
            <a:off x="5768578" y="4229100"/>
            <a:ext cx="69294" cy="123825"/>
          </a:xfrm>
          <a:prstGeom xmlns:a="http://schemas.openxmlformats.org/drawingml/2006/main" prst="rect">
            <a:avLst/>
          </a:prstGeom>
          <a:solidFill xmlns:a="http://schemas.openxmlformats.org/drawingml/2006/main">
            <a:srgbClr val="277F8E"/>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FFE20B55-C904-4B5D-9BC2-C6C5FD4023D3}"/>
              </a:ext>
            </a:extLst>
          </p:cNvPr>
          <p:cNvSpPr>
            <a:spLocks xmlns:a="http://schemas.openxmlformats.org/drawingml/2006/main" noGrp="1"/>
          </p:cNvSpPr>
          <p:nvPr/>
        </p:nvSpPr>
        <p:spPr>
          <a:xfrm xmlns:a="http://schemas.openxmlformats.org/drawingml/2006/main">
            <a:off x="5834063" y="4229100"/>
            <a:ext cx="69294" cy="123825"/>
          </a:xfrm>
          <a:prstGeom xmlns:a="http://schemas.openxmlformats.org/drawingml/2006/main" prst="rect">
            <a:avLst/>
          </a:prstGeom>
          <a:solidFill xmlns:a="http://schemas.openxmlformats.org/drawingml/2006/main">
            <a:srgbClr val="26828E"/>
          </a:solidFill>
          <a:ln xmlns:a="http://schemas.openxmlformats.org/drawingml/2006/main" w="0">
            <a:noFill/>
            <a:prstDash val="solid"/>
          </a:ln>
        </p:spPr>
      </p:sp>
      <p:sp>
        <p:nvSpPr>
          <p:cNvPr id="119" name="">
            <a:extLst xmlns:a="http://schemas.openxmlformats.org/drawingml/2006/main">
              <a:ext uri="{FF2B5EF4-FFF2-40B4-BE49-F238E27FC236}">
                <a16:creationId xmlns:a16="http://schemas.microsoft.com/office/drawing/2014/main" id="{3EEB192A-1287-40DA-AF05-0FBDE8A1BFD7}"/>
              </a:ext>
            </a:extLst>
          </p:cNvPr>
          <p:cNvSpPr>
            <a:spLocks xmlns:a="http://schemas.openxmlformats.org/drawingml/2006/main" noGrp="1"/>
          </p:cNvSpPr>
          <p:nvPr/>
        </p:nvSpPr>
        <p:spPr>
          <a:xfrm xmlns:a="http://schemas.openxmlformats.org/drawingml/2006/main">
            <a:off x="5899547" y="4229100"/>
            <a:ext cx="69294" cy="123825"/>
          </a:xfrm>
          <a:prstGeom xmlns:a="http://schemas.openxmlformats.org/drawingml/2006/main" prst="rect">
            <a:avLst/>
          </a:prstGeom>
          <a:solidFill xmlns:a="http://schemas.openxmlformats.org/drawingml/2006/main">
            <a:srgbClr val="25868D"/>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224ECD41-06FA-4A74-B373-96A6FADA766E}"/>
              </a:ext>
            </a:extLst>
          </p:cNvPr>
          <p:cNvSpPr>
            <a:spLocks xmlns:a="http://schemas.openxmlformats.org/drawingml/2006/main" noGrp="1"/>
          </p:cNvSpPr>
          <p:nvPr/>
        </p:nvSpPr>
        <p:spPr>
          <a:xfrm xmlns:a="http://schemas.openxmlformats.org/drawingml/2006/main">
            <a:off x="5965031" y="4229100"/>
            <a:ext cx="69294" cy="123825"/>
          </a:xfrm>
          <a:prstGeom xmlns:a="http://schemas.openxmlformats.org/drawingml/2006/main" prst="rect">
            <a:avLst/>
          </a:prstGeom>
          <a:solidFill xmlns:a="http://schemas.openxmlformats.org/drawingml/2006/main">
            <a:srgbClr val="248A8D"/>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1ACB020A-491B-4C91-A388-DE2F05A2DA61}"/>
              </a:ext>
            </a:extLst>
          </p:cNvPr>
          <p:cNvSpPr>
            <a:spLocks xmlns:a="http://schemas.openxmlformats.org/drawingml/2006/main" noGrp="1"/>
          </p:cNvSpPr>
          <p:nvPr/>
        </p:nvSpPr>
        <p:spPr>
          <a:xfrm xmlns:a="http://schemas.openxmlformats.org/drawingml/2006/main">
            <a:off x="6030516" y="4229100"/>
            <a:ext cx="69294" cy="123825"/>
          </a:xfrm>
          <a:prstGeom xmlns:a="http://schemas.openxmlformats.org/drawingml/2006/main" prst="rect">
            <a:avLst/>
          </a:prstGeom>
          <a:solidFill xmlns:a="http://schemas.openxmlformats.org/drawingml/2006/main">
            <a:srgbClr val="238E8C"/>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7534E542-DBA0-477B-94F2-8F913E64F846}"/>
              </a:ext>
            </a:extLst>
          </p:cNvPr>
          <p:cNvSpPr>
            <a:spLocks xmlns:a="http://schemas.openxmlformats.org/drawingml/2006/main" noGrp="1"/>
          </p:cNvSpPr>
          <p:nvPr/>
        </p:nvSpPr>
        <p:spPr>
          <a:xfrm xmlns:a="http://schemas.openxmlformats.org/drawingml/2006/main">
            <a:off x="6096000" y="4229100"/>
            <a:ext cx="69294" cy="123825"/>
          </a:xfrm>
          <a:prstGeom xmlns:a="http://schemas.openxmlformats.org/drawingml/2006/main" prst="rect">
            <a:avLst/>
          </a:prstGeom>
          <a:solidFill xmlns:a="http://schemas.openxmlformats.org/drawingml/2006/main">
            <a:srgbClr val="22928B"/>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D90251F3-9EE6-4982-A46A-4238148A05D9}"/>
              </a:ext>
            </a:extLst>
          </p:cNvPr>
          <p:cNvSpPr>
            <a:spLocks xmlns:a="http://schemas.openxmlformats.org/drawingml/2006/main" noGrp="1"/>
          </p:cNvSpPr>
          <p:nvPr/>
        </p:nvSpPr>
        <p:spPr>
          <a:xfrm xmlns:a="http://schemas.openxmlformats.org/drawingml/2006/main">
            <a:off x="6161484" y="4229100"/>
            <a:ext cx="69294" cy="123825"/>
          </a:xfrm>
          <a:prstGeom xmlns:a="http://schemas.openxmlformats.org/drawingml/2006/main" prst="rect">
            <a:avLst/>
          </a:prstGeom>
          <a:solidFill xmlns:a="http://schemas.openxmlformats.org/drawingml/2006/main">
            <a:srgbClr val="21968A"/>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CCA89E68-1617-4D5B-91E5-887C1149A5A7}"/>
              </a:ext>
            </a:extLst>
          </p:cNvPr>
          <p:cNvSpPr>
            <a:spLocks xmlns:a="http://schemas.openxmlformats.org/drawingml/2006/main" noGrp="1"/>
          </p:cNvSpPr>
          <p:nvPr/>
        </p:nvSpPr>
        <p:spPr>
          <a:xfrm xmlns:a="http://schemas.openxmlformats.org/drawingml/2006/main">
            <a:off x="6226969" y="4229100"/>
            <a:ext cx="69294" cy="123825"/>
          </a:xfrm>
          <a:prstGeom xmlns:a="http://schemas.openxmlformats.org/drawingml/2006/main" prst="rect">
            <a:avLst/>
          </a:prstGeom>
          <a:solidFill xmlns:a="http://schemas.openxmlformats.org/drawingml/2006/main">
            <a:srgbClr val="209A8A"/>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A2A7402B-143D-432C-B24F-C06631D56FD8}"/>
              </a:ext>
            </a:extLst>
          </p:cNvPr>
          <p:cNvSpPr>
            <a:spLocks xmlns:a="http://schemas.openxmlformats.org/drawingml/2006/main" noGrp="1"/>
          </p:cNvSpPr>
          <p:nvPr/>
        </p:nvSpPr>
        <p:spPr>
          <a:xfrm xmlns:a="http://schemas.openxmlformats.org/drawingml/2006/main">
            <a:off x="6292453" y="4229100"/>
            <a:ext cx="69294" cy="123825"/>
          </a:xfrm>
          <a:prstGeom xmlns:a="http://schemas.openxmlformats.org/drawingml/2006/main" prst="rect">
            <a:avLst/>
          </a:prstGeom>
          <a:solidFill xmlns:a="http://schemas.openxmlformats.org/drawingml/2006/main">
            <a:srgbClr val="1F9E89"/>
          </a:solidFill>
          <a:ln xmlns:a="http://schemas.openxmlformats.org/drawingml/2006/main" w="0">
            <a:noFill/>
            <a:prstDash val="solid"/>
          </a:ln>
        </p:spPr>
      </p:sp>
      <p:sp>
        <p:nvSpPr>
          <p:cNvPr id="126" name="">
            <a:extLst xmlns:a="http://schemas.openxmlformats.org/drawingml/2006/main">
              <a:ext uri="{FF2B5EF4-FFF2-40B4-BE49-F238E27FC236}">
                <a16:creationId xmlns:a16="http://schemas.microsoft.com/office/drawing/2014/main" id="{0FDAC52A-7A29-4051-91D0-45614F25A488}"/>
              </a:ext>
            </a:extLst>
          </p:cNvPr>
          <p:cNvSpPr>
            <a:spLocks xmlns:a="http://schemas.openxmlformats.org/drawingml/2006/main" noGrp="1"/>
          </p:cNvSpPr>
          <p:nvPr/>
        </p:nvSpPr>
        <p:spPr>
          <a:xfrm xmlns:a="http://schemas.openxmlformats.org/drawingml/2006/main">
            <a:off x="6357938" y="4229100"/>
            <a:ext cx="69294" cy="123825"/>
          </a:xfrm>
          <a:prstGeom xmlns:a="http://schemas.openxmlformats.org/drawingml/2006/main" prst="rect">
            <a:avLst/>
          </a:prstGeom>
          <a:solidFill xmlns:a="http://schemas.openxmlformats.org/drawingml/2006/main">
            <a:srgbClr val="22A187"/>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55785DE2-6E1B-4496-AA83-92DE46ABAE76}"/>
              </a:ext>
            </a:extLst>
          </p:cNvPr>
          <p:cNvSpPr>
            <a:spLocks xmlns:a="http://schemas.openxmlformats.org/drawingml/2006/main" noGrp="1"/>
          </p:cNvSpPr>
          <p:nvPr/>
        </p:nvSpPr>
        <p:spPr>
          <a:xfrm xmlns:a="http://schemas.openxmlformats.org/drawingml/2006/main">
            <a:off x="6423422" y="4229100"/>
            <a:ext cx="69294" cy="123825"/>
          </a:xfrm>
          <a:prstGeom xmlns:a="http://schemas.openxmlformats.org/drawingml/2006/main" prst="rect">
            <a:avLst/>
          </a:prstGeom>
          <a:solidFill xmlns:a="http://schemas.openxmlformats.org/drawingml/2006/main">
            <a:srgbClr val="25A585"/>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938772F8-DBBD-4E42-9B94-80FC54FCA8B1}"/>
              </a:ext>
            </a:extLst>
          </p:cNvPr>
          <p:cNvSpPr>
            <a:spLocks xmlns:a="http://schemas.openxmlformats.org/drawingml/2006/main" noGrp="1"/>
          </p:cNvSpPr>
          <p:nvPr/>
        </p:nvSpPr>
        <p:spPr>
          <a:xfrm xmlns:a="http://schemas.openxmlformats.org/drawingml/2006/main">
            <a:off x="6488906" y="4229100"/>
            <a:ext cx="69294" cy="123825"/>
          </a:xfrm>
          <a:prstGeom xmlns:a="http://schemas.openxmlformats.org/drawingml/2006/main" prst="rect">
            <a:avLst/>
          </a:prstGeom>
          <a:solidFill xmlns:a="http://schemas.openxmlformats.org/drawingml/2006/main">
            <a:srgbClr val="28A882"/>
          </a:solidFill>
          <a:ln xmlns:a="http://schemas.openxmlformats.org/drawingml/2006/main" w="0">
            <a:noFill/>
            <a:prstDash val="solid"/>
          </a:ln>
        </p:spPr>
      </p:sp>
      <p:sp>
        <p:nvSpPr>
          <p:cNvPr id="129" name="">
            <a:extLst xmlns:a="http://schemas.openxmlformats.org/drawingml/2006/main">
              <a:ext uri="{FF2B5EF4-FFF2-40B4-BE49-F238E27FC236}">
                <a16:creationId xmlns:a16="http://schemas.microsoft.com/office/drawing/2014/main" id="{40B17C1E-61AE-4765-8811-0BA61F44ED96}"/>
              </a:ext>
            </a:extLst>
          </p:cNvPr>
          <p:cNvSpPr>
            <a:spLocks xmlns:a="http://schemas.openxmlformats.org/drawingml/2006/main" noGrp="1"/>
          </p:cNvSpPr>
          <p:nvPr/>
        </p:nvSpPr>
        <p:spPr>
          <a:xfrm xmlns:a="http://schemas.openxmlformats.org/drawingml/2006/main">
            <a:off x="6554391" y="4229100"/>
            <a:ext cx="69294" cy="123825"/>
          </a:xfrm>
          <a:prstGeom xmlns:a="http://schemas.openxmlformats.org/drawingml/2006/main" prst="rect">
            <a:avLst/>
          </a:prstGeom>
          <a:solidFill xmlns:a="http://schemas.openxmlformats.org/drawingml/2006/main">
            <a:srgbClr val="2BAC80"/>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8CB45F6F-404E-4D25-9D75-F76E37585537}"/>
              </a:ext>
            </a:extLst>
          </p:cNvPr>
          <p:cNvSpPr>
            <a:spLocks xmlns:a="http://schemas.openxmlformats.org/drawingml/2006/main" noGrp="1"/>
          </p:cNvSpPr>
          <p:nvPr/>
        </p:nvSpPr>
        <p:spPr>
          <a:xfrm xmlns:a="http://schemas.openxmlformats.org/drawingml/2006/main">
            <a:off x="6619875" y="4229100"/>
            <a:ext cx="69294" cy="123825"/>
          </a:xfrm>
          <a:prstGeom xmlns:a="http://schemas.openxmlformats.org/drawingml/2006/main" prst="rect">
            <a:avLst/>
          </a:prstGeom>
          <a:solidFill xmlns:a="http://schemas.openxmlformats.org/drawingml/2006/main">
            <a:srgbClr val="2EAF7E"/>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C5854445-94AA-4E68-B969-17B2222B5745}"/>
              </a:ext>
            </a:extLst>
          </p:cNvPr>
          <p:cNvSpPr>
            <a:spLocks xmlns:a="http://schemas.openxmlformats.org/drawingml/2006/main" noGrp="1"/>
          </p:cNvSpPr>
          <p:nvPr/>
        </p:nvSpPr>
        <p:spPr>
          <a:xfrm xmlns:a="http://schemas.openxmlformats.org/drawingml/2006/main">
            <a:off x="6685359" y="4229100"/>
            <a:ext cx="69294" cy="123825"/>
          </a:xfrm>
          <a:prstGeom xmlns:a="http://schemas.openxmlformats.org/drawingml/2006/main" prst="rect">
            <a:avLst/>
          </a:prstGeom>
          <a:solidFill xmlns:a="http://schemas.openxmlformats.org/drawingml/2006/main">
            <a:srgbClr val="31B37C"/>
          </a:solidFill>
          <a:ln xmlns:a="http://schemas.openxmlformats.org/drawingml/2006/main" w="0">
            <a:noFill/>
            <a:prstDash val="solid"/>
          </a:ln>
        </p:spPr>
      </p:sp>
      <p:sp>
        <p:nvSpPr>
          <p:cNvPr id="132" name="">
            <a:extLst xmlns:a="http://schemas.openxmlformats.org/drawingml/2006/main">
              <a:ext uri="{FF2B5EF4-FFF2-40B4-BE49-F238E27FC236}">
                <a16:creationId xmlns:a16="http://schemas.microsoft.com/office/drawing/2014/main" id="{815BED99-7F60-43C0-BB8B-4D853A14240A}"/>
              </a:ext>
            </a:extLst>
          </p:cNvPr>
          <p:cNvSpPr>
            <a:spLocks xmlns:a="http://schemas.openxmlformats.org/drawingml/2006/main" noGrp="1"/>
          </p:cNvSpPr>
          <p:nvPr/>
        </p:nvSpPr>
        <p:spPr>
          <a:xfrm xmlns:a="http://schemas.openxmlformats.org/drawingml/2006/main">
            <a:off x="6750844" y="4229100"/>
            <a:ext cx="69294" cy="123825"/>
          </a:xfrm>
          <a:prstGeom xmlns:a="http://schemas.openxmlformats.org/drawingml/2006/main" prst="rect">
            <a:avLst/>
          </a:prstGeom>
          <a:solidFill xmlns:a="http://schemas.openxmlformats.org/drawingml/2006/main">
            <a:srgbClr val="34B679"/>
          </a:solidFill>
          <a:ln xmlns:a="http://schemas.openxmlformats.org/drawingml/2006/main" w="0">
            <a:noFill/>
            <a:prstDash val="solid"/>
          </a:ln>
        </p:spPr>
      </p:sp>
      <p:sp>
        <p:nvSpPr>
          <p:cNvPr id="133" name="">
            <a:extLst xmlns:a="http://schemas.openxmlformats.org/drawingml/2006/main">
              <a:ext uri="{FF2B5EF4-FFF2-40B4-BE49-F238E27FC236}">
                <a16:creationId xmlns:a16="http://schemas.microsoft.com/office/drawing/2014/main" id="{37B42BB7-E876-45F3-A743-4C23D194C768}"/>
              </a:ext>
            </a:extLst>
          </p:cNvPr>
          <p:cNvSpPr>
            <a:spLocks xmlns:a="http://schemas.openxmlformats.org/drawingml/2006/main" noGrp="1"/>
          </p:cNvSpPr>
          <p:nvPr/>
        </p:nvSpPr>
        <p:spPr>
          <a:xfrm xmlns:a="http://schemas.openxmlformats.org/drawingml/2006/main">
            <a:off x="6816328" y="4229100"/>
            <a:ext cx="69294" cy="123825"/>
          </a:xfrm>
          <a:prstGeom xmlns:a="http://schemas.openxmlformats.org/drawingml/2006/main" prst="rect">
            <a:avLst/>
          </a:prstGeom>
          <a:solidFill xmlns:a="http://schemas.openxmlformats.org/drawingml/2006/main">
            <a:srgbClr val="3CBA75"/>
          </a:solidFill>
          <a:ln xmlns:a="http://schemas.openxmlformats.org/drawingml/2006/main" w="0">
            <a:noFill/>
            <a:prstDash val="solid"/>
          </a:ln>
        </p:spPr>
      </p:sp>
      <p:sp>
        <p:nvSpPr>
          <p:cNvPr id="134" name="">
            <a:extLst xmlns:a="http://schemas.openxmlformats.org/drawingml/2006/main">
              <a:ext uri="{FF2B5EF4-FFF2-40B4-BE49-F238E27FC236}">
                <a16:creationId xmlns:a16="http://schemas.microsoft.com/office/drawing/2014/main" id="{8B60863E-A6F9-46FD-A241-FAAC49C0A0CF}"/>
              </a:ext>
            </a:extLst>
          </p:cNvPr>
          <p:cNvSpPr>
            <a:spLocks xmlns:a="http://schemas.openxmlformats.org/drawingml/2006/main" noGrp="1"/>
          </p:cNvSpPr>
          <p:nvPr/>
        </p:nvSpPr>
        <p:spPr>
          <a:xfrm xmlns:a="http://schemas.openxmlformats.org/drawingml/2006/main">
            <a:off x="6881813" y="4229100"/>
            <a:ext cx="69294" cy="123825"/>
          </a:xfrm>
          <a:prstGeom xmlns:a="http://schemas.openxmlformats.org/drawingml/2006/main" prst="rect">
            <a:avLst/>
          </a:prstGeom>
          <a:solidFill xmlns:a="http://schemas.openxmlformats.org/drawingml/2006/main">
            <a:srgbClr val="43BD71"/>
          </a:solidFill>
          <a:ln xmlns:a="http://schemas.openxmlformats.org/drawingml/2006/main" w="0">
            <a:noFill/>
            <a:prstDash val="solid"/>
          </a:ln>
        </p:spPr>
      </p:sp>
      <p:sp>
        <p:nvSpPr>
          <p:cNvPr id="135" name="">
            <a:extLst xmlns:a="http://schemas.openxmlformats.org/drawingml/2006/main">
              <a:ext uri="{FF2B5EF4-FFF2-40B4-BE49-F238E27FC236}">
                <a16:creationId xmlns:a16="http://schemas.microsoft.com/office/drawing/2014/main" id="{929FF490-CCD6-47AA-9B13-97215A9F7222}"/>
              </a:ext>
            </a:extLst>
          </p:cNvPr>
          <p:cNvSpPr>
            <a:spLocks xmlns:a="http://schemas.openxmlformats.org/drawingml/2006/main" noGrp="1"/>
          </p:cNvSpPr>
          <p:nvPr/>
        </p:nvSpPr>
        <p:spPr>
          <a:xfrm xmlns:a="http://schemas.openxmlformats.org/drawingml/2006/main">
            <a:off x="6947297" y="4229100"/>
            <a:ext cx="69294" cy="123825"/>
          </a:xfrm>
          <a:prstGeom xmlns:a="http://schemas.openxmlformats.org/drawingml/2006/main" prst="rect">
            <a:avLst/>
          </a:prstGeom>
          <a:solidFill xmlns:a="http://schemas.openxmlformats.org/drawingml/2006/main">
            <a:srgbClr val="4BC06C"/>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4F7584E7-3B99-4085-BF1A-B92329E6A394}"/>
              </a:ext>
            </a:extLst>
          </p:cNvPr>
          <p:cNvSpPr>
            <a:spLocks xmlns:a="http://schemas.openxmlformats.org/drawingml/2006/main" noGrp="1"/>
          </p:cNvSpPr>
          <p:nvPr/>
        </p:nvSpPr>
        <p:spPr>
          <a:xfrm xmlns:a="http://schemas.openxmlformats.org/drawingml/2006/main">
            <a:off x="7012781" y="4229100"/>
            <a:ext cx="69294" cy="123825"/>
          </a:xfrm>
          <a:prstGeom xmlns:a="http://schemas.openxmlformats.org/drawingml/2006/main" prst="rect">
            <a:avLst/>
          </a:prstGeom>
          <a:solidFill xmlns:a="http://schemas.openxmlformats.org/drawingml/2006/main">
            <a:srgbClr val="53C368"/>
          </a:solidFill>
          <a:ln xmlns:a="http://schemas.openxmlformats.org/drawingml/2006/main" w="0">
            <a:noFill/>
            <a:prstDash val="solid"/>
          </a:ln>
        </p:spPr>
      </p:sp>
      <p:sp>
        <p:nvSpPr>
          <p:cNvPr id="137" name="">
            <a:extLst xmlns:a="http://schemas.openxmlformats.org/drawingml/2006/main">
              <a:ext uri="{FF2B5EF4-FFF2-40B4-BE49-F238E27FC236}">
                <a16:creationId xmlns:a16="http://schemas.microsoft.com/office/drawing/2014/main" id="{21AB1933-86F3-40DF-AC95-6DFFCD162799}"/>
              </a:ext>
            </a:extLst>
          </p:cNvPr>
          <p:cNvSpPr>
            <a:spLocks xmlns:a="http://schemas.openxmlformats.org/drawingml/2006/main" noGrp="1"/>
          </p:cNvSpPr>
          <p:nvPr/>
        </p:nvSpPr>
        <p:spPr>
          <a:xfrm xmlns:a="http://schemas.openxmlformats.org/drawingml/2006/main">
            <a:off x="7078266" y="4229100"/>
            <a:ext cx="69294" cy="123825"/>
          </a:xfrm>
          <a:prstGeom xmlns:a="http://schemas.openxmlformats.org/drawingml/2006/main" prst="rect">
            <a:avLst/>
          </a:prstGeom>
          <a:solidFill xmlns:a="http://schemas.openxmlformats.org/drawingml/2006/main">
            <a:srgbClr val="5BC663"/>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A58FDF0B-DC79-479A-B7E2-592F3083E009}"/>
              </a:ext>
            </a:extLst>
          </p:cNvPr>
          <p:cNvSpPr>
            <a:spLocks xmlns:a="http://schemas.openxmlformats.org/drawingml/2006/main" noGrp="1"/>
          </p:cNvSpPr>
          <p:nvPr/>
        </p:nvSpPr>
        <p:spPr>
          <a:xfrm xmlns:a="http://schemas.openxmlformats.org/drawingml/2006/main">
            <a:off x="7143750" y="4229100"/>
            <a:ext cx="69294" cy="123825"/>
          </a:xfrm>
          <a:prstGeom xmlns:a="http://schemas.openxmlformats.org/drawingml/2006/main" prst="rect">
            <a:avLst/>
          </a:prstGeom>
          <a:solidFill xmlns:a="http://schemas.openxmlformats.org/drawingml/2006/main">
            <a:srgbClr val="63C95F"/>
          </a:solidFill>
          <a:ln xmlns:a="http://schemas.openxmlformats.org/drawingml/2006/main" w="0">
            <a:noFill/>
            <a:prstDash val="solid"/>
          </a:ln>
        </p:spPr>
      </p:sp>
      <p:sp>
        <p:nvSpPr>
          <p:cNvPr id="139" name="">
            <a:extLst xmlns:a="http://schemas.openxmlformats.org/drawingml/2006/main">
              <a:ext uri="{FF2B5EF4-FFF2-40B4-BE49-F238E27FC236}">
                <a16:creationId xmlns:a16="http://schemas.microsoft.com/office/drawing/2014/main" id="{C456DAB8-EC40-4723-B3ED-95D13E71CA48}"/>
              </a:ext>
            </a:extLst>
          </p:cNvPr>
          <p:cNvSpPr>
            <a:spLocks xmlns:a="http://schemas.openxmlformats.org/drawingml/2006/main" noGrp="1"/>
          </p:cNvSpPr>
          <p:nvPr/>
        </p:nvSpPr>
        <p:spPr>
          <a:xfrm xmlns:a="http://schemas.openxmlformats.org/drawingml/2006/main">
            <a:off x="7209234" y="4229100"/>
            <a:ext cx="69294" cy="123825"/>
          </a:xfrm>
          <a:prstGeom xmlns:a="http://schemas.openxmlformats.org/drawingml/2006/main" prst="rect">
            <a:avLst/>
          </a:prstGeom>
          <a:solidFill xmlns:a="http://schemas.openxmlformats.org/drawingml/2006/main">
            <a:srgbClr val="6BCC5A"/>
          </a:solidFill>
          <a:ln xmlns:a="http://schemas.openxmlformats.org/drawingml/2006/main" w="0">
            <a:noFill/>
            <a:prstDash val="solid"/>
          </a:ln>
        </p:spPr>
      </p:sp>
      <p:sp>
        <p:nvSpPr>
          <p:cNvPr id="140" name="">
            <a:extLst xmlns:a="http://schemas.openxmlformats.org/drawingml/2006/main">
              <a:ext uri="{FF2B5EF4-FFF2-40B4-BE49-F238E27FC236}">
                <a16:creationId xmlns:a16="http://schemas.microsoft.com/office/drawing/2014/main" id="{325B3BF4-DEF8-43F4-84A5-D97F7E11B39C}"/>
              </a:ext>
            </a:extLst>
          </p:cNvPr>
          <p:cNvSpPr>
            <a:spLocks xmlns:a="http://schemas.openxmlformats.org/drawingml/2006/main" noGrp="1"/>
          </p:cNvSpPr>
          <p:nvPr/>
        </p:nvSpPr>
        <p:spPr>
          <a:xfrm xmlns:a="http://schemas.openxmlformats.org/drawingml/2006/main">
            <a:off x="7274719" y="4229100"/>
            <a:ext cx="69294" cy="123825"/>
          </a:xfrm>
          <a:prstGeom xmlns:a="http://schemas.openxmlformats.org/drawingml/2006/main" prst="rect">
            <a:avLst/>
          </a:prstGeom>
          <a:solidFill xmlns:a="http://schemas.openxmlformats.org/drawingml/2006/main">
            <a:srgbClr val="74CF54"/>
          </a:solidFill>
          <a:ln xmlns:a="http://schemas.openxmlformats.org/drawingml/2006/main" w="0">
            <a:noFill/>
            <a:prstDash val="solid"/>
          </a:ln>
        </p:spPr>
      </p:sp>
      <p:sp>
        <p:nvSpPr>
          <p:cNvPr id="141" name="">
            <a:extLst xmlns:a="http://schemas.openxmlformats.org/drawingml/2006/main">
              <a:ext uri="{FF2B5EF4-FFF2-40B4-BE49-F238E27FC236}">
                <a16:creationId xmlns:a16="http://schemas.microsoft.com/office/drawing/2014/main" id="{69001043-B080-42C2-9016-6596E3B6D863}"/>
              </a:ext>
            </a:extLst>
          </p:cNvPr>
          <p:cNvSpPr>
            <a:spLocks xmlns:a="http://schemas.openxmlformats.org/drawingml/2006/main" noGrp="1"/>
          </p:cNvSpPr>
          <p:nvPr/>
        </p:nvSpPr>
        <p:spPr>
          <a:xfrm xmlns:a="http://schemas.openxmlformats.org/drawingml/2006/main">
            <a:off x="7340203" y="4229100"/>
            <a:ext cx="69294" cy="123825"/>
          </a:xfrm>
          <a:prstGeom xmlns:a="http://schemas.openxmlformats.org/drawingml/2006/main" prst="rect">
            <a:avLst/>
          </a:prstGeom>
          <a:solidFill xmlns:a="http://schemas.openxmlformats.org/drawingml/2006/main">
            <a:srgbClr val="7ED14E"/>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11C3409C-454E-4662-8119-D857ACF715A9}"/>
              </a:ext>
            </a:extLst>
          </p:cNvPr>
          <p:cNvSpPr>
            <a:spLocks xmlns:a="http://schemas.openxmlformats.org/drawingml/2006/main" noGrp="1"/>
          </p:cNvSpPr>
          <p:nvPr/>
        </p:nvSpPr>
        <p:spPr>
          <a:xfrm xmlns:a="http://schemas.openxmlformats.org/drawingml/2006/main">
            <a:off x="7405688" y="4229100"/>
            <a:ext cx="69294" cy="123825"/>
          </a:xfrm>
          <a:prstGeom xmlns:a="http://schemas.openxmlformats.org/drawingml/2006/main" prst="rect">
            <a:avLst/>
          </a:prstGeom>
          <a:solidFill xmlns:a="http://schemas.openxmlformats.org/drawingml/2006/main">
            <a:srgbClr val="88D448"/>
          </a:solidFill>
          <a:ln xmlns:a="http://schemas.openxmlformats.org/drawingml/2006/main" w="0">
            <a:noFill/>
            <a:prstDash val="solid"/>
          </a:ln>
        </p:spPr>
      </p:sp>
      <p:sp>
        <p:nvSpPr>
          <p:cNvPr id="143" name="">
            <a:extLst xmlns:a="http://schemas.openxmlformats.org/drawingml/2006/main">
              <a:ext uri="{FF2B5EF4-FFF2-40B4-BE49-F238E27FC236}">
                <a16:creationId xmlns:a16="http://schemas.microsoft.com/office/drawing/2014/main" id="{74CC2B91-F62A-4FB8-980E-69AB681FFAAC}"/>
              </a:ext>
            </a:extLst>
          </p:cNvPr>
          <p:cNvSpPr>
            <a:spLocks xmlns:a="http://schemas.openxmlformats.org/drawingml/2006/main" noGrp="1"/>
          </p:cNvSpPr>
          <p:nvPr/>
        </p:nvSpPr>
        <p:spPr>
          <a:xfrm xmlns:a="http://schemas.openxmlformats.org/drawingml/2006/main">
            <a:off x="7471172" y="4229100"/>
            <a:ext cx="69294" cy="123825"/>
          </a:xfrm>
          <a:prstGeom xmlns:a="http://schemas.openxmlformats.org/drawingml/2006/main" prst="rect">
            <a:avLst/>
          </a:prstGeom>
          <a:solidFill xmlns:a="http://schemas.openxmlformats.org/drawingml/2006/main">
            <a:srgbClr val="92D641"/>
          </a:solidFill>
          <a:ln xmlns:a="http://schemas.openxmlformats.org/drawingml/2006/main" w="0">
            <a:noFill/>
            <a:prstDash val="solid"/>
          </a:ln>
        </p:spPr>
      </p:sp>
      <p:sp>
        <p:nvSpPr>
          <p:cNvPr id="144" name="">
            <a:extLst xmlns:a="http://schemas.openxmlformats.org/drawingml/2006/main">
              <a:ext uri="{FF2B5EF4-FFF2-40B4-BE49-F238E27FC236}">
                <a16:creationId xmlns:a16="http://schemas.microsoft.com/office/drawing/2014/main" id="{125A1B48-3ABD-4D6A-B061-E2BE36D9BA4E}"/>
              </a:ext>
            </a:extLst>
          </p:cNvPr>
          <p:cNvSpPr>
            <a:spLocks xmlns:a="http://schemas.openxmlformats.org/drawingml/2006/main" noGrp="1"/>
          </p:cNvSpPr>
          <p:nvPr/>
        </p:nvSpPr>
        <p:spPr>
          <a:xfrm xmlns:a="http://schemas.openxmlformats.org/drawingml/2006/main">
            <a:off x="7536656" y="4229100"/>
            <a:ext cx="69294" cy="123825"/>
          </a:xfrm>
          <a:prstGeom xmlns:a="http://schemas.openxmlformats.org/drawingml/2006/main" prst="rect">
            <a:avLst/>
          </a:prstGeom>
          <a:solidFill xmlns:a="http://schemas.openxmlformats.org/drawingml/2006/main">
            <a:srgbClr val="9CD83B"/>
          </a:solidFill>
          <a:ln xmlns:a="http://schemas.openxmlformats.org/drawingml/2006/main" w="0">
            <a:noFill/>
            <a:prstDash val="solid"/>
          </a:ln>
        </p:spPr>
      </p:sp>
      <p:sp>
        <p:nvSpPr>
          <p:cNvPr id="145" name="">
            <a:extLst xmlns:a="http://schemas.openxmlformats.org/drawingml/2006/main">
              <a:ext uri="{FF2B5EF4-FFF2-40B4-BE49-F238E27FC236}">
                <a16:creationId xmlns:a16="http://schemas.microsoft.com/office/drawing/2014/main" id="{E5CF7DD7-8262-4959-9B63-20F22D5616F3}"/>
              </a:ext>
            </a:extLst>
          </p:cNvPr>
          <p:cNvSpPr>
            <a:spLocks xmlns:a="http://schemas.openxmlformats.org/drawingml/2006/main" noGrp="1"/>
          </p:cNvSpPr>
          <p:nvPr/>
        </p:nvSpPr>
        <p:spPr>
          <a:xfrm xmlns:a="http://schemas.openxmlformats.org/drawingml/2006/main">
            <a:off x="7602141" y="4229100"/>
            <a:ext cx="69294" cy="123825"/>
          </a:xfrm>
          <a:prstGeom xmlns:a="http://schemas.openxmlformats.org/drawingml/2006/main" prst="rect">
            <a:avLst/>
          </a:prstGeom>
          <a:solidFill xmlns:a="http://schemas.openxmlformats.org/drawingml/2006/main">
            <a:srgbClr val="A6DB35"/>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DB378D40-195B-4085-AB41-A699CD619DB6}"/>
              </a:ext>
            </a:extLst>
          </p:cNvPr>
          <p:cNvSpPr>
            <a:spLocks xmlns:a="http://schemas.openxmlformats.org/drawingml/2006/main" noGrp="1"/>
          </p:cNvSpPr>
          <p:nvPr/>
        </p:nvSpPr>
        <p:spPr>
          <a:xfrm xmlns:a="http://schemas.openxmlformats.org/drawingml/2006/main">
            <a:off x="7667625" y="4229100"/>
            <a:ext cx="69294" cy="123825"/>
          </a:xfrm>
          <a:prstGeom xmlns:a="http://schemas.openxmlformats.org/drawingml/2006/main" prst="rect">
            <a:avLst/>
          </a:prstGeom>
          <a:solidFill xmlns:a="http://schemas.openxmlformats.org/drawingml/2006/main">
            <a:srgbClr val="B0DD2E"/>
          </a:solidFill>
          <a:ln xmlns:a="http://schemas.openxmlformats.org/drawingml/2006/main" w="0">
            <a:noFill/>
            <a:prstDash val="solid"/>
          </a:ln>
        </p:spPr>
      </p:sp>
      <p:sp>
        <p:nvSpPr>
          <p:cNvPr id="147" name="">
            <a:extLst xmlns:a="http://schemas.openxmlformats.org/drawingml/2006/main">
              <a:ext uri="{FF2B5EF4-FFF2-40B4-BE49-F238E27FC236}">
                <a16:creationId xmlns:a16="http://schemas.microsoft.com/office/drawing/2014/main" id="{F7FF90D0-AAAE-41D9-857B-5572CC047065}"/>
              </a:ext>
            </a:extLst>
          </p:cNvPr>
          <p:cNvSpPr>
            <a:spLocks xmlns:a="http://schemas.openxmlformats.org/drawingml/2006/main" noGrp="1"/>
          </p:cNvSpPr>
          <p:nvPr/>
        </p:nvSpPr>
        <p:spPr>
          <a:xfrm xmlns:a="http://schemas.openxmlformats.org/drawingml/2006/main">
            <a:off x="7733109" y="4229100"/>
            <a:ext cx="69294" cy="123825"/>
          </a:xfrm>
          <a:prstGeom xmlns:a="http://schemas.openxmlformats.org/drawingml/2006/main" prst="rect">
            <a:avLst/>
          </a:prstGeom>
          <a:solidFill xmlns:a="http://schemas.openxmlformats.org/drawingml/2006/main">
            <a:srgbClr val="BADF2B"/>
          </a:solidFill>
          <a:ln xmlns:a="http://schemas.openxmlformats.org/drawingml/2006/main" w="0">
            <a:noFill/>
            <a:prstDash val="solid"/>
          </a:ln>
        </p:spPr>
      </p:sp>
      <p:sp>
        <p:nvSpPr>
          <p:cNvPr id="148" name="">
            <a:extLst xmlns:a="http://schemas.openxmlformats.org/drawingml/2006/main">
              <a:ext uri="{FF2B5EF4-FFF2-40B4-BE49-F238E27FC236}">
                <a16:creationId xmlns:a16="http://schemas.microsoft.com/office/drawing/2014/main" id="{CAD8801C-C168-4F7F-BC8C-143CAD27618D}"/>
              </a:ext>
            </a:extLst>
          </p:cNvPr>
          <p:cNvSpPr>
            <a:spLocks xmlns:a="http://schemas.openxmlformats.org/drawingml/2006/main" noGrp="1"/>
          </p:cNvSpPr>
          <p:nvPr/>
        </p:nvSpPr>
        <p:spPr>
          <a:xfrm xmlns:a="http://schemas.openxmlformats.org/drawingml/2006/main">
            <a:off x="7798594" y="4229100"/>
            <a:ext cx="69294" cy="123825"/>
          </a:xfrm>
          <a:prstGeom xmlns:a="http://schemas.openxmlformats.org/drawingml/2006/main" prst="rect">
            <a:avLst/>
          </a:prstGeom>
          <a:solidFill xmlns:a="http://schemas.openxmlformats.org/drawingml/2006/main">
            <a:srgbClr val="C5E02A"/>
          </a:solidFill>
          <a:ln xmlns:a="http://schemas.openxmlformats.org/drawingml/2006/main" w="0">
            <a:noFill/>
            <a:prstDash val="solid"/>
          </a:ln>
        </p:spPr>
      </p:sp>
      <p:sp>
        <p:nvSpPr>
          <p:cNvPr id="149" name="">
            <a:extLst xmlns:a="http://schemas.openxmlformats.org/drawingml/2006/main">
              <a:ext uri="{FF2B5EF4-FFF2-40B4-BE49-F238E27FC236}">
                <a16:creationId xmlns:a16="http://schemas.microsoft.com/office/drawing/2014/main" id="{FCDD5984-5340-4C19-BFC1-079823DD607A}"/>
              </a:ext>
            </a:extLst>
          </p:cNvPr>
          <p:cNvSpPr>
            <a:spLocks xmlns:a="http://schemas.openxmlformats.org/drawingml/2006/main" noGrp="1"/>
          </p:cNvSpPr>
          <p:nvPr/>
        </p:nvSpPr>
        <p:spPr>
          <a:xfrm xmlns:a="http://schemas.openxmlformats.org/drawingml/2006/main">
            <a:off x="7864078" y="4229100"/>
            <a:ext cx="69294" cy="123825"/>
          </a:xfrm>
          <a:prstGeom xmlns:a="http://schemas.openxmlformats.org/drawingml/2006/main" prst="rect">
            <a:avLst/>
          </a:prstGeom>
          <a:solidFill xmlns:a="http://schemas.openxmlformats.org/drawingml/2006/main">
            <a:srgbClr val="CFE129"/>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5450C650-E38C-4D8E-9C4A-EB61B798B3FD}"/>
              </a:ext>
            </a:extLst>
          </p:cNvPr>
          <p:cNvSpPr>
            <a:spLocks xmlns:a="http://schemas.openxmlformats.org/drawingml/2006/main" noGrp="1"/>
          </p:cNvSpPr>
          <p:nvPr/>
        </p:nvSpPr>
        <p:spPr>
          <a:xfrm xmlns:a="http://schemas.openxmlformats.org/drawingml/2006/main">
            <a:off x="7929563" y="4229100"/>
            <a:ext cx="69294" cy="123825"/>
          </a:xfrm>
          <a:prstGeom xmlns:a="http://schemas.openxmlformats.org/drawingml/2006/main" prst="rect">
            <a:avLst/>
          </a:prstGeom>
          <a:solidFill xmlns:a="http://schemas.openxmlformats.org/drawingml/2006/main">
            <a:srgbClr val="D9E328"/>
          </a:solidFill>
          <a:ln xmlns:a="http://schemas.openxmlformats.org/drawingml/2006/main" w="0">
            <a:noFill/>
            <a:prstDash val="solid"/>
          </a:ln>
        </p:spPr>
      </p:sp>
      <p:sp>
        <p:nvSpPr>
          <p:cNvPr id="151" name="">
            <a:extLst xmlns:a="http://schemas.openxmlformats.org/drawingml/2006/main">
              <a:ext uri="{FF2B5EF4-FFF2-40B4-BE49-F238E27FC236}">
                <a16:creationId xmlns:a16="http://schemas.microsoft.com/office/drawing/2014/main" id="{95323BB1-BA60-49AA-9AAD-32E9B275560A}"/>
              </a:ext>
            </a:extLst>
          </p:cNvPr>
          <p:cNvSpPr>
            <a:spLocks xmlns:a="http://schemas.openxmlformats.org/drawingml/2006/main" noGrp="1"/>
          </p:cNvSpPr>
          <p:nvPr/>
        </p:nvSpPr>
        <p:spPr>
          <a:xfrm xmlns:a="http://schemas.openxmlformats.org/drawingml/2006/main">
            <a:off x="7995047" y="4229100"/>
            <a:ext cx="69294" cy="123825"/>
          </a:xfrm>
          <a:prstGeom xmlns:a="http://schemas.openxmlformats.org/drawingml/2006/main" prst="rect">
            <a:avLst/>
          </a:prstGeom>
          <a:solidFill xmlns:a="http://schemas.openxmlformats.org/drawingml/2006/main">
            <a:srgbClr val="E3E427"/>
          </a:solidFill>
          <a:ln xmlns:a="http://schemas.openxmlformats.org/drawingml/2006/main" w="0">
            <a:noFill/>
            <a:prstDash val="solid"/>
          </a:ln>
        </p:spPr>
      </p:sp>
      <p:sp>
        <p:nvSpPr>
          <p:cNvPr id="152" name="">
            <a:extLst xmlns:a="http://schemas.openxmlformats.org/drawingml/2006/main">
              <a:ext uri="{FF2B5EF4-FFF2-40B4-BE49-F238E27FC236}">
                <a16:creationId xmlns:a16="http://schemas.microsoft.com/office/drawing/2014/main" id="{CDB98EB6-088B-44E2-B2C5-A969B0F0B036}"/>
              </a:ext>
            </a:extLst>
          </p:cNvPr>
          <p:cNvSpPr>
            <a:spLocks xmlns:a="http://schemas.openxmlformats.org/drawingml/2006/main" noGrp="1"/>
          </p:cNvSpPr>
          <p:nvPr/>
        </p:nvSpPr>
        <p:spPr>
          <a:xfrm xmlns:a="http://schemas.openxmlformats.org/drawingml/2006/main">
            <a:off x="8060531" y="4229100"/>
            <a:ext cx="69294" cy="123825"/>
          </a:xfrm>
          <a:prstGeom xmlns:a="http://schemas.openxmlformats.org/drawingml/2006/main" prst="rect">
            <a:avLst/>
          </a:prstGeom>
          <a:solidFill xmlns:a="http://schemas.openxmlformats.org/drawingml/2006/main">
            <a:srgbClr val="EEE526"/>
          </a:solidFill>
          <a:ln xmlns:a="http://schemas.openxmlformats.org/drawingml/2006/main" w="0">
            <a:noFill/>
            <a:prstDash val="solid"/>
          </a:ln>
        </p:spPr>
      </p:sp>
      <p:sp>
        <p:nvSpPr>
          <p:cNvPr id="153" name="">
            <a:extLst xmlns:a="http://schemas.openxmlformats.org/drawingml/2006/main">
              <a:ext uri="{FF2B5EF4-FFF2-40B4-BE49-F238E27FC236}">
                <a16:creationId xmlns:a16="http://schemas.microsoft.com/office/drawing/2014/main" id="{8C673A85-1DFF-49D8-A661-86AF7339F6BB}"/>
              </a:ext>
            </a:extLst>
          </p:cNvPr>
          <p:cNvSpPr>
            <a:spLocks xmlns:a="http://schemas.openxmlformats.org/drawingml/2006/main" noGrp="1"/>
          </p:cNvSpPr>
          <p:nvPr/>
        </p:nvSpPr>
        <p:spPr>
          <a:xfrm xmlns:a="http://schemas.openxmlformats.org/drawingml/2006/main">
            <a:off x="8126016" y="4229100"/>
            <a:ext cx="69294" cy="123825"/>
          </a:xfrm>
          <a:prstGeom xmlns:a="http://schemas.openxmlformats.org/drawingml/2006/main" prst="rect">
            <a:avLst/>
          </a:prstGeom>
          <a:solidFill xmlns:a="http://schemas.openxmlformats.org/drawingml/2006/main">
            <a:srgbClr val="F8E625"/>
          </a:solidFill>
          <a:ln xmlns:a="http://schemas.openxmlformats.org/drawingml/2006/main" w="0">
            <a:noFill/>
            <a:prstDash val="solid"/>
          </a:ln>
        </p:spPr>
      </p:sp>
      <p:sp>
        <p:nvSpPr>
          <p:cNvPr id="154" name="">
            <a:extLst xmlns:a="http://schemas.openxmlformats.org/drawingml/2006/main">
              <a:ext uri="{FF2B5EF4-FFF2-40B4-BE49-F238E27FC236}">
                <a16:creationId xmlns:a16="http://schemas.microsoft.com/office/drawing/2014/main" id="{5BB76B9B-AB93-4D7E-A301-F7B4DCCDAB9C}"/>
              </a:ext>
            </a:extLst>
          </p:cNvPr>
          <p:cNvSpPr>
            <a:spLocks xmlns:a="http://schemas.openxmlformats.org/drawingml/2006/main" noGrp="1"/>
          </p:cNvSpPr>
          <p:nvPr/>
        </p:nvSpPr>
        <p:spPr>
          <a:xfrm xmlns:a="http://schemas.openxmlformats.org/drawingml/2006/main">
            <a:off x="4000500" y="4229100"/>
            <a:ext cx="41910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55" name="">
            <a:extLst xmlns:a="http://schemas.openxmlformats.org/drawingml/2006/main">
              <a:ext uri="{FF2B5EF4-FFF2-40B4-BE49-F238E27FC236}">
                <a16:creationId xmlns:a16="http://schemas.microsoft.com/office/drawing/2014/main" id="{D909F631-10AC-4349-BFDE-604A0038CA6F}"/>
              </a:ext>
            </a:extLst>
          </p:cNvPr>
          <p:cNvSpPr>
            <a:spLocks xmlns:a="http://schemas.openxmlformats.org/drawingml/2006/main" noGrp="1"/>
          </p:cNvSpPr>
          <p:nvPr/>
        </p:nvSpPr>
        <p:spPr>
          <a:xfrm xmlns:a="http://schemas.openxmlformats.org/drawingml/2006/main">
            <a:off x="4000500"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6" name="">
            <a:extLst xmlns:a="http://schemas.openxmlformats.org/drawingml/2006/main">
              <a:ext uri="{FF2B5EF4-FFF2-40B4-BE49-F238E27FC236}">
                <a16:creationId xmlns:a16="http://schemas.microsoft.com/office/drawing/2014/main" id="{4614E8C5-E305-4EF2-A61B-F1439037967B}"/>
              </a:ext>
            </a:extLst>
          </p:cNvPr>
          <p:cNvSpPr>
            <a:spLocks xmlns:a="http://schemas.openxmlformats.org/drawingml/2006/main" noGrp="1"/>
          </p:cNvSpPr>
          <p:nvPr/>
        </p:nvSpPr>
        <p:spPr>
          <a:xfrm xmlns:a="http://schemas.openxmlformats.org/drawingml/2006/main">
            <a:off x="3657600"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10¹⁴</a:t>
            </a:r>
          </a:p>
        </p:txBody>
      </p:sp>
      <p:sp>
        <p:nvSpPr>
          <p:cNvPr id="157" name="">
            <a:extLst xmlns:a="http://schemas.openxmlformats.org/drawingml/2006/main">
              <a:ext uri="{FF2B5EF4-FFF2-40B4-BE49-F238E27FC236}">
                <a16:creationId xmlns:a16="http://schemas.microsoft.com/office/drawing/2014/main" id="{D1E16193-C644-4199-AEC7-1DAD8A090055}"/>
              </a:ext>
            </a:extLst>
          </p:cNvPr>
          <p:cNvSpPr>
            <a:spLocks xmlns:a="http://schemas.openxmlformats.org/drawingml/2006/main" noGrp="1"/>
          </p:cNvSpPr>
          <p:nvPr/>
        </p:nvSpPr>
        <p:spPr>
          <a:xfrm xmlns:a="http://schemas.openxmlformats.org/drawingml/2006/main">
            <a:off x="4998357"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8" name="">
            <a:extLst xmlns:a="http://schemas.openxmlformats.org/drawingml/2006/main">
              <a:ext uri="{FF2B5EF4-FFF2-40B4-BE49-F238E27FC236}">
                <a16:creationId xmlns:a16="http://schemas.microsoft.com/office/drawing/2014/main" id="{6F1CBD03-2739-449B-BEF1-82257018323E}"/>
              </a:ext>
            </a:extLst>
          </p:cNvPr>
          <p:cNvSpPr>
            <a:spLocks xmlns:a="http://schemas.openxmlformats.org/drawingml/2006/main" noGrp="1"/>
          </p:cNvSpPr>
          <p:nvPr/>
        </p:nvSpPr>
        <p:spPr>
          <a:xfrm xmlns:a="http://schemas.openxmlformats.org/drawingml/2006/main">
            <a:off x="4655457"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10¹⁵</a:t>
            </a:r>
          </a:p>
        </p:txBody>
      </p:sp>
      <p:sp>
        <p:nvSpPr>
          <p:cNvPr id="159" name="">
            <a:extLst xmlns:a="http://schemas.openxmlformats.org/drawingml/2006/main">
              <a:ext uri="{FF2B5EF4-FFF2-40B4-BE49-F238E27FC236}">
                <a16:creationId xmlns:a16="http://schemas.microsoft.com/office/drawing/2014/main" id="{D95FB5BA-842D-494B-8BA3-0C1756D86E54}"/>
              </a:ext>
            </a:extLst>
          </p:cNvPr>
          <p:cNvSpPr>
            <a:spLocks xmlns:a="http://schemas.openxmlformats.org/drawingml/2006/main" noGrp="1"/>
          </p:cNvSpPr>
          <p:nvPr/>
        </p:nvSpPr>
        <p:spPr>
          <a:xfrm xmlns:a="http://schemas.openxmlformats.org/drawingml/2006/main">
            <a:off x="5996214"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0" name="">
            <a:extLst xmlns:a="http://schemas.openxmlformats.org/drawingml/2006/main">
              <a:ext uri="{FF2B5EF4-FFF2-40B4-BE49-F238E27FC236}">
                <a16:creationId xmlns:a16="http://schemas.microsoft.com/office/drawing/2014/main" id="{2F6F9A2C-3A89-47F6-AA68-3026364537E6}"/>
              </a:ext>
            </a:extLst>
          </p:cNvPr>
          <p:cNvSpPr>
            <a:spLocks xmlns:a="http://schemas.openxmlformats.org/drawingml/2006/main" noGrp="1"/>
          </p:cNvSpPr>
          <p:nvPr/>
        </p:nvSpPr>
        <p:spPr>
          <a:xfrm xmlns:a="http://schemas.openxmlformats.org/drawingml/2006/main">
            <a:off x="5653314"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10¹⁶</a:t>
            </a:r>
          </a:p>
        </p:txBody>
      </p:sp>
      <p:sp>
        <p:nvSpPr>
          <p:cNvPr id="161" name="">
            <a:extLst xmlns:a="http://schemas.openxmlformats.org/drawingml/2006/main">
              <a:ext uri="{FF2B5EF4-FFF2-40B4-BE49-F238E27FC236}">
                <a16:creationId xmlns:a16="http://schemas.microsoft.com/office/drawing/2014/main" id="{8522E3A8-9D83-443A-B6B9-5E5F23105D35}"/>
              </a:ext>
            </a:extLst>
          </p:cNvPr>
          <p:cNvSpPr>
            <a:spLocks xmlns:a="http://schemas.openxmlformats.org/drawingml/2006/main" noGrp="1"/>
          </p:cNvSpPr>
          <p:nvPr/>
        </p:nvSpPr>
        <p:spPr>
          <a:xfrm xmlns:a="http://schemas.openxmlformats.org/drawingml/2006/main">
            <a:off x="6994071"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2" name="">
            <a:extLst xmlns:a="http://schemas.openxmlformats.org/drawingml/2006/main">
              <a:ext uri="{FF2B5EF4-FFF2-40B4-BE49-F238E27FC236}">
                <a16:creationId xmlns:a16="http://schemas.microsoft.com/office/drawing/2014/main" id="{4DEC1FA5-4C2E-4736-B320-219F5A90C4CD}"/>
              </a:ext>
            </a:extLst>
          </p:cNvPr>
          <p:cNvSpPr>
            <a:spLocks xmlns:a="http://schemas.openxmlformats.org/drawingml/2006/main" noGrp="1"/>
          </p:cNvSpPr>
          <p:nvPr/>
        </p:nvSpPr>
        <p:spPr>
          <a:xfrm xmlns:a="http://schemas.openxmlformats.org/drawingml/2006/main">
            <a:off x="6651171"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10¹⁷</a:t>
            </a:r>
          </a:p>
        </p:txBody>
      </p:sp>
      <p:sp>
        <p:nvSpPr>
          <p:cNvPr id="163" name="">
            <a:extLst xmlns:a="http://schemas.openxmlformats.org/drawingml/2006/main">
              <a:ext uri="{FF2B5EF4-FFF2-40B4-BE49-F238E27FC236}">
                <a16:creationId xmlns:a16="http://schemas.microsoft.com/office/drawing/2014/main" id="{D4DEDFF4-E492-4FD6-96BA-8203170B4500}"/>
              </a:ext>
            </a:extLst>
          </p:cNvPr>
          <p:cNvSpPr>
            <a:spLocks xmlns:a="http://schemas.openxmlformats.org/drawingml/2006/main" noGrp="1"/>
          </p:cNvSpPr>
          <p:nvPr/>
        </p:nvSpPr>
        <p:spPr>
          <a:xfrm xmlns:a="http://schemas.openxmlformats.org/drawingml/2006/main">
            <a:off x="7991929"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4" name="">
            <a:extLst xmlns:a="http://schemas.openxmlformats.org/drawingml/2006/main">
              <a:ext uri="{FF2B5EF4-FFF2-40B4-BE49-F238E27FC236}">
                <a16:creationId xmlns:a16="http://schemas.microsoft.com/office/drawing/2014/main" id="{AFEFA94E-DFCF-4C37-A3E2-3940280ECDC3}"/>
              </a:ext>
            </a:extLst>
          </p:cNvPr>
          <p:cNvSpPr>
            <a:spLocks xmlns:a="http://schemas.openxmlformats.org/drawingml/2006/main" noGrp="1"/>
          </p:cNvSpPr>
          <p:nvPr/>
        </p:nvSpPr>
        <p:spPr>
          <a:xfrm xmlns:a="http://schemas.openxmlformats.org/drawingml/2006/main">
            <a:off x="7649029"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10¹⁸</a:t>
            </a:r>
          </a:p>
        </p:txBody>
      </p:sp>
      <p:sp>
        <p:nvSpPr>
          <p:cNvPr id="165" name="">
            <a:extLst xmlns:a="http://schemas.openxmlformats.org/drawingml/2006/main">
              <a:ext uri="{FF2B5EF4-FFF2-40B4-BE49-F238E27FC236}">
                <a16:creationId xmlns:a16="http://schemas.microsoft.com/office/drawing/2014/main" id="{911F21F4-5A69-4F3E-8715-485B92FE95AB}"/>
              </a:ext>
            </a:extLst>
          </p:cNvPr>
          <p:cNvSpPr>
            <a:spLocks xmlns:a="http://schemas.openxmlformats.org/drawingml/2006/main" noGrp="1"/>
          </p:cNvSpPr>
          <p:nvPr/>
        </p:nvSpPr>
        <p:spPr>
          <a:xfrm xmlns:a="http://schemas.openxmlformats.org/drawingml/2006/main">
            <a:off x="4000500" y="4019550"/>
            <a:ext cx="419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log₁₀(nₑ / m⁻³)</a:t>
            </a:r>
          </a:p>
        </p:txBody>
      </p:sp>
      <p:sp>
        <p:nvSpPr>
          <p:cNvPr id="167" name="">
            <a:extLst xmlns:a="http://schemas.openxmlformats.org/drawingml/2006/main">
              <a:ext uri="{FF2B5EF4-FFF2-40B4-BE49-F238E27FC236}">
                <a16:creationId xmlns:a16="http://schemas.microsoft.com/office/drawing/2014/main" id="{80F2C51F-FC89-4219-AA14-6C32F3F4F891}"/>
              </a:ext>
            </a:extLst>
          </p:cNvPr>
          <p:cNvSpPr>
            <a:spLocks xmlns:a="http://schemas.openxmlformats.org/drawingml/2006/main" noGrp="1"/>
          </p:cNvSpPr>
          <p:nvPr/>
        </p:nvSpPr>
        <p:spPr>
          <a:xfrm xmlns:a="http://schemas.openxmlformats.org/drawingml/2006/main">
            <a:off x="666750" y="4791075"/>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∂nₑ/∂t + ∇·Γₑ = Sion − Sloss</a:t>
            </a:r>
          </a:p>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Γₑ = −μₑ nₑ E − Dₑ∇nₑ</a:t>
            </a:r>
          </a:p>
        </p:txBody>
      </p:sp>
      <p:sp>
        <p:nvSpPr>
          <p:cNvPr id="169" name="">
            <a:extLst xmlns:a="http://schemas.openxmlformats.org/drawingml/2006/main">
              <a:ext uri="{FF2B5EF4-FFF2-40B4-BE49-F238E27FC236}">
                <a16:creationId xmlns:a16="http://schemas.microsoft.com/office/drawing/2014/main" id="{659A388E-7E5A-4265-B58B-A41A317C80FC}"/>
              </a:ext>
            </a:extLst>
          </p:cNvPr>
          <p:cNvSpPr>
            <a:spLocks xmlns:a="http://schemas.openxmlformats.org/drawingml/2006/main" noGrp="1"/>
          </p:cNvSpPr>
          <p:nvPr/>
        </p:nvSpPr>
        <p:spPr>
          <a:xfrm xmlns:a="http://schemas.openxmlformats.org/drawingml/2006/main">
            <a:off x="6172200" y="4791075"/>
            <a:ext cx="519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035" b="0" i="0">
                <a:solidFill>
                  <a:srgbClr val="2F2F2F"/>
                </a:solidFill>
                <a:latin typeface="Noto Sans JP"/>
                <a:ea typeface="Noto Sans JP"/>
                <a:cs typeface="Noto Sans JP"/>
              </a:defRPr>
            </a:pPr>
            <a:r>
              <a:rPr sz="1035" b="0" i="0">
                <a:solidFill>
                  <a:srgbClr val="2F2F2F"/>
                </a:solidFill>
                <a:latin typeface="Noto Sans JP"/>
                <a:ea typeface="Noto Sans JP"/>
                <a:cs typeface="Noto Sans JP"/>
              </a:rPr>
              <a:t>最大値：標準COMSOL</a:t>
            </a:r>
            <a:r>
              <a:rPr sz="1035" b="0" i="0">
                <a:solidFill>
                  <a:srgbClr val="2F2F2F"/>
                </a:solidFill>
                <a:latin typeface="Noto Sans JP"/>
                <a:ea typeface="Noto Sans JP"/>
                <a:cs typeface="Noto Sans JP"/>
              </a:rPr>
              <a:t> 1.47e+18、</a:t>
            </a:r>
            <a:r>
              <a:rPr sz="1035" b="0" i="0">
                <a:solidFill>
                  <a:srgbClr val="2F2F2F"/>
                </a:solidFill>
                <a:latin typeface="Noto Sans JP"/>
                <a:ea typeface="Noto Sans JP"/>
                <a:cs typeface="Noto Sans JP"/>
              </a:rPr>
              <a:t>two-term</a:t>
            </a:r>
            <a:r>
              <a:rPr sz="1035" b="0" i="0">
                <a:solidFill>
                  <a:srgbClr val="2F2F2F"/>
                </a:solidFill>
                <a:latin typeface="Noto Sans JP"/>
                <a:ea typeface="Noto Sans JP"/>
                <a:cs typeface="Noto Sans JP"/>
              </a:rPr>
              <a:t> 1.01e+18 m⁻³。極大は局所生成だけでなく拡散・壁損失を含む</a:t>
            </a:r>
            <a:r>
              <a:rPr sz="1035" b="0" i="0">
                <a:solidFill>
                  <a:srgbClr val="2F2F2F"/>
                </a:solidFill>
                <a:latin typeface="Noto Sans JP"/>
                <a:ea typeface="Noto Sans JP"/>
                <a:cs typeface="Noto Sans JP"/>
              </a:rPr>
              <a:t>収支</a:t>
            </a:r>
            <a:r>
              <a:rPr sz="1035" b="0" i="0">
                <a:solidFill>
                  <a:srgbClr val="2F2F2F"/>
                </a:solidFill>
                <a:latin typeface="Noto Sans JP"/>
                <a:ea typeface="Noto Sans JP"/>
                <a:cs typeface="Noto Sans JP"/>
              </a:rPr>
              <a:t>。</a:t>
            </a:r>
          </a:p>
        </p:txBody>
      </p:sp>
      <p:sp>
        <p:nvSpPr>
          <p:cNvPr id="172" name="">
            <a:extLst xmlns:a="http://schemas.openxmlformats.org/drawingml/2006/main">
              <a:ext uri="{FF2B5EF4-FFF2-40B4-BE49-F238E27FC236}">
                <a16:creationId xmlns:a16="http://schemas.microsoft.com/office/drawing/2014/main" id="{AC363DD2-13E5-42E0-9109-E283418C51DA}"/>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体積積分電子数の標準COMSOL比（2T / MC / P1）= -35.4% / -35.0% / -34.8%。Swarm 3手法内ばらつきは0.91%。</a:t>
            </a:r>
          </a:p>
        </p:txBody>
      </p:sp>
      <p:sp>
        <p:nvSpPr>
          <p:cNvPr id="173" name="">
            <a:extLst xmlns:a="http://schemas.openxmlformats.org/drawingml/2006/main">
              <a:ext uri="{FF2B5EF4-FFF2-40B4-BE49-F238E27FC236}">
                <a16:creationId xmlns:a16="http://schemas.microsoft.com/office/drawing/2014/main" id="{5E089D51-03CC-45D3-A8DF-516A05D3E727}"/>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outputs/argon_gec_icp/comparison_exports/{original,two_term,monte_carlo,propagator}/fields_common_time.csv</a:t>
            </a:r>
          </a:p>
        </p:txBody>
      </p:sp>
      <p:sp>
        <p:nvSpPr>
          <p:cNvPr id="179" name="title">
            <a:extLst xmlns:a="http://schemas.openxmlformats.org/drawingml/2006/main">
              <a:ext uri="{FF2B5EF4-FFF2-40B4-BE49-F238E27FC236}">
                <a16:creationId xmlns:a16="http://schemas.microsoft.com/office/drawing/2014/main" id="{D9560C8E-E29C-4D3F-A007-50DDABE669E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電子密度 nₑ：標準COMSOLと3つのSwarm入力を比較</a:t>
            </a:r>
          </a:p>
        </p:txBody>
      </p:sp>
      <p:sp>
        <p:nvSpPr>
          <p:cNvPr id="180" name="">
            <a:extLst xmlns:a="http://schemas.openxmlformats.org/drawingml/2006/main">
              <a:ext uri="{FF2B5EF4-FFF2-40B4-BE49-F238E27FC236}">
                <a16:creationId xmlns:a16="http://schemas.microsoft.com/office/drawing/2014/main" id="{8A560DE0-C5BD-4629-9E17-F5A119F2C3A6}"/>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81" name="section">
            <a:extLst xmlns:a="http://schemas.openxmlformats.org/drawingml/2006/main">
              <a:ext uri="{FF2B5EF4-FFF2-40B4-BE49-F238E27FC236}">
                <a16:creationId xmlns:a16="http://schemas.microsoft.com/office/drawing/2014/main" id="{77C4D71D-623C-4E3F-A00A-ABEFBDEBE1E0}"/>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156168115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6705AD3-5750-4BC8-AB15-D197FB965164}"/>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標準COMSOL / two-term / Monte Carlo / propagatorを共通カラースケール</a:t>
            </a:r>
            <a:r>
              <a:rPr sz="1275" b="0" i="0">
                <a:solidFill>
                  <a:srgbClr val="008DB6"/>
                </a:solidFill>
                <a:latin typeface="Noto Sans JP"/>
                <a:ea typeface="Noto Sans JP"/>
                <a:cs typeface="Noto Sans JP"/>
              </a:rPr>
              <a:t>・t = 1 ms・4545共通節点で比較</a:t>
            </a:r>
          </a:p>
        </p:txBody>
      </p:sp>
      <p:sp>
        <p:nvSpPr>
          <p:cNvPr id="7" name="">
            <a:extLst xmlns:a="http://schemas.openxmlformats.org/drawingml/2006/main">
              <a:ext uri="{FF2B5EF4-FFF2-40B4-BE49-F238E27FC236}">
                <a16:creationId xmlns:a16="http://schemas.microsoft.com/office/drawing/2014/main" id="{F85A788E-8712-4BFB-AB17-ECF8446E2C3E}"/>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F83939CD-82DE-4E1A-9566-0D7FDA3511BA}"/>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50</a:t>
            </a:r>
          </a:p>
        </p:txBody>
      </p:sp>
      <p:sp>
        <p:nvSpPr>
          <p:cNvPr id="9" name="">
            <a:extLst xmlns:a="http://schemas.openxmlformats.org/drawingml/2006/main">
              <a:ext uri="{FF2B5EF4-FFF2-40B4-BE49-F238E27FC236}">
                <a16:creationId xmlns:a16="http://schemas.microsoft.com/office/drawing/2014/main" id="{CA4BF434-5F0A-4711-92F3-201296462188}"/>
              </a:ext>
            </a:extLst>
          </p:cNvPr>
          <p:cNvSpPr>
            <a:spLocks xmlns:a="http://schemas.openxmlformats.org/drawingml/2006/main" noGrp="1"/>
          </p:cNvSpPr>
          <p:nvPr/>
        </p:nvSpPr>
        <p:spPr>
          <a:xfrm xmlns:a="http://schemas.openxmlformats.org/drawingml/2006/main">
            <a:off x="371475"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標準COMSOL</a:t>
            </a:r>
          </a:p>
        </p:txBody>
      </p:sp>
      <p:sp>
        <p:nvSpPr>
          <p:cNvPr id="10" name="">
            <a:extLst xmlns:a="http://schemas.openxmlformats.org/drawingml/2006/main">
              <a:ext uri="{FF2B5EF4-FFF2-40B4-BE49-F238E27FC236}">
                <a16:creationId xmlns:a16="http://schemas.microsoft.com/office/drawing/2014/main" id="{38C1DF95-6359-4643-8439-56DE4D368C4C}"/>
              </a:ext>
            </a:extLst>
          </p:cNvPr>
          <p:cNvSpPr>
            <a:spLocks xmlns:a="http://schemas.openxmlformats.org/drawingml/2006/main" noGrp="1"/>
          </p:cNvSpPr>
          <p:nvPr/>
        </p:nvSpPr>
        <p:spPr>
          <a:xfrm xmlns:a="http://schemas.openxmlformats.org/drawingml/2006/main">
            <a:off x="561975"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187" name=""/>
          <p:cNvPicPr>
            <a:picLocks xmlns:a="http://schemas.openxmlformats.org/drawingml/2006/main" noChangeAspect="1"/>
          </p:cNvPicPr>
          <p:nvPr/>
        </p:nvPicPr>
        <p:blipFill>
          <a:blip xmlns:r="http://schemas.openxmlformats.org/officeDocument/2006/relationships" xmlns:a="http://schemas.openxmlformats.org/drawingml/2006/main" r:embed="Re7f82f151c254d66"/>
          <a:stretch xmlns:a="http://schemas.openxmlformats.org/drawingml/2006/main"/>
        </p:blipFill>
        <p:spPr>
          <a:xfrm xmlns:a="http://schemas.openxmlformats.org/drawingml/2006/main">
            <a:off x="561975" y="1571625"/>
            <a:ext cx="2419350" cy="181451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6EEB659-FF1C-4744-B87D-ABF7AF3DCE70}"/>
              </a:ext>
            </a:extLst>
          </p:cNvPr>
          <p:cNvSpPr>
            <a:spLocks xmlns:a="http://schemas.openxmlformats.org/drawingml/2006/main" noGrp="1"/>
          </p:cNvSpPr>
          <p:nvPr/>
        </p:nvSpPr>
        <p:spPr>
          <a:xfrm xmlns:a="http://schemas.openxmlformats.org/drawingml/2006/main">
            <a:off x="56197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3" name="">
            <a:extLst xmlns:a="http://schemas.openxmlformats.org/drawingml/2006/main">
              <a:ext uri="{FF2B5EF4-FFF2-40B4-BE49-F238E27FC236}">
                <a16:creationId xmlns:a16="http://schemas.microsoft.com/office/drawing/2014/main" id="{0103C289-14C9-4209-9A31-EE220F5F1B5D}"/>
              </a:ext>
            </a:extLst>
          </p:cNvPr>
          <p:cNvSpPr>
            <a:spLocks xmlns:a="http://schemas.openxmlformats.org/drawingml/2006/main" noGrp="1"/>
          </p:cNvSpPr>
          <p:nvPr/>
        </p:nvSpPr>
        <p:spPr>
          <a:xfrm xmlns:a="http://schemas.openxmlformats.org/drawingml/2006/main">
            <a:off x="43815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E6FC9234-5B70-4A76-BD6D-063290594D94}"/>
              </a:ext>
            </a:extLst>
          </p:cNvPr>
          <p:cNvSpPr>
            <a:spLocks xmlns:a="http://schemas.openxmlformats.org/drawingml/2006/main" noGrp="1"/>
          </p:cNvSpPr>
          <p:nvPr/>
        </p:nvSpPr>
        <p:spPr>
          <a:xfrm xmlns:a="http://schemas.openxmlformats.org/drawingml/2006/main">
            <a:off x="1426029"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5" name="">
            <a:extLst xmlns:a="http://schemas.openxmlformats.org/drawingml/2006/main">
              <a:ext uri="{FF2B5EF4-FFF2-40B4-BE49-F238E27FC236}">
                <a16:creationId xmlns:a16="http://schemas.microsoft.com/office/drawing/2014/main" id="{A08884A7-A536-45A5-8DD2-C2A27EBCA751}"/>
              </a:ext>
            </a:extLst>
          </p:cNvPr>
          <p:cNvSpPr>
            <a:spLocks xmlns:a="http://schemas.openxmlformats.org/drawingml/2006/main" noGrp="1"/>
          </p:cNvSpPr>
          <p:nvPr/>
        </p:nvSpPr>
        <p:spPr>
          <a:xfrm xmlns:a="http://schemas.openxmlformats.org/drawingml/2006/main">
            <a:off x="1302204"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16" name="">
            <a:extLst xmlns:a="http://schemas.openxmlformats.org/drawingml/2006/main">
              <a:ext uri="{FF2B5EF4-FFF2-40B4-BE49-F238E27FC236}">
                <a16:creationId xmlns:a16="http://schemas.microsoft.com/office/drawing/2014/main" id="{0E79CBF1-68CC-4B2C-93D1-E092E585801A}"/>
              </a:ext>
            </a:extLst>
          </p:cNvPr>
          <p:cNvSpPr>
            <a:spLocks xmlns:a="http://schemas.openxmlformats.org/drawingml/2006/main" noGrp="1"/>
          </p:cNvSpPr>
          <p:nvPr/>
        </p:nvSpPr>
        <p:spPr>
          <a:xfrm xmlns:a="http://schemas.openxmlformats.org/drawingml/2006/main">
            <a:off x="2290082"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7" name="">
            <a:extLst xmlns:a="http://schemas.openxmlformats.org/drawingml/2006/main">
              <a:ext uri="{FF2B5EF4-FFF2-40B4-BE49-F238E27FC236}">
                <a16:creationId xmlns:a16="http://schemas.microsoft.com/office/drawing/2014/main" id="{3EA90379-C23D-4909-B36C-3871217EA89C}"/>
              </a:ext>
            </a:extLst>
          </p:cNvPr>
          <p:cNvSpPr>
            <a:spLocks xmlns:a="http://schemas.openxmlformats.org/drawingml/2006/main" noGrp="1"/>
          </p:cNvSpPr>
          <p:nvPr/>
        </p:nvSpPr>
        <p:spPr>
          <a:xfrm xmlns:a="http://schemas.openxmlformats.org/drawingml/2006/main">
            <a:off x="2166257"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18" name="">
            <a:extLst xmlns:a="http://schemas.openxmlformats.org/drawingml/2006/main">
              <a:ext uri="{FF2B5EF4-FFF2-40B4-BE49-F238E27FC236}">
                <a16:creationId xmlns:a16="http://schemas.microsoft.com/office/drawing/2014/main" id="{589E94D6-5C50-4E35-A58D-A5B0AD5C846B}"/>
              </a:ext>
            </a:extLst>
          </p:cNvPr>
          <p:cNvSpPr>
            <a:spLocks xmlns:a="http://schemas.openxmlformats.org/drawingml/2006/main" noGrp="1"/>
          </p:cNvSpPr>
          <p:nvPr/>
        </p:nvSpPr>
        <p:spPr>
          <a:xfrm xmlns:a="http://schemas.openxmlformats.org/drawingml/2006/main">
            <a:off x="298132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9" name="">
            <a:extLst xmlns:a="http://schemas.openxmlformats.org/drawingml/2006/main">
              <a:ext uri="{FF2B5EF4-FFF2-40B4-BE49-F238E27FC236}">
                <a16:creationId xmlns:a16="http://schemas.microsoft.com/office/drawing/2014/main" id="{30A87AF1-9DB9-496A-BA9C-B4146BD6FE28}"/>
              </a:ext>
            </a:extLst>
          </p:cNvPr>
          <p:cNvSpPr>
            <a:spLocks xmlns:a="http://schemas.openxmlformats.org/drawingml/2006/main" noGrp="1"/>
          </p:cNvSpPr>
          <p:nvPr/>
        </p:nvSpPr>
        <p:spPr>
          <a:xfrm xmlns:a="http://schemas.openxmlformats.org/drawingml/2006/main">
            <a:off x="285750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20" name="">
            <a:extLst xmlns:a="http://schemas.openxmlformats.org/drawingml/2006/main">
              <a:ext uri="{FF2B5EF4-FFF2-40B4-BE49-F238E27FC236}">
                <a16:creationId xmlns:a16="http://schemas.microsoft.com/office/drawing/2014/main" id="{D5829F8F-CA65-4C3B-99E2-1214C9776A83}"/>
              </a:ext>
            </a:extLst>
          </p:cNvPr>
          <p:cNvSpPr>
            <a:spLocks xmlns:a="http://schemas.openxmlformats.org/drawingml/2006/main" noGrp="1"/>
          </p:cNvSpPr>
          <p:nvPr/>
        </p:nvSpPr>
        <p:spPr>
          <a:xfrm xmlns:a="http://schemas.openxmlformats.org/drawingml/2006/main">
            <a:off x="514350"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1" name="">
            <a:extLst xmlns:a="http://schemas.openxmlformats.org/drawingml/2006/main">
              <a:ext uri="{FF2B5EF4-FFF2-40B4-BE49-F238E27FC236}">
                <a16:creationId xmlns:a16="http://schemas.microsoft.com/office/drawing/2014/main" id="{1F3BAAE3-CE10-465B-B8B0-5546365A346B}"/>
              </a:ext>
            </a:extLst>
          </p:cNvPr>
          <p:cNvSpPr>
            <a:spLocks xmlns:a="http://schemas.openxmlformats.org/drawingml/2006/main" noGrp="1"/>
          </p:cNvSpPr>
          <p:nvPr/>
        </p:nvSpPr>
        <p:spPr>
          <a:xfrm xmlns:a="http://schemas.openxmlformats.org/drawingml/2006/main">
            <a:off x="200025"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22" name="">
            <a:extLst xmlns:a="http://schemas.openxmlformats.org/drawingml/2006/main">
              <a:ext uri="{FF2B5EF4-FFF2-40B4-BE49-F238E27FC236}">
                <a16:creationId xmlns:a16="http://schemas.microsoft.com/office/drawing/2014/main" id="{57D961FD-DCB2-4089-BF77-0909F962AC3A}"/>
              </a:ext>
            </a:extLst>
          </p:cNvPr>
          <p:cNvSpPr>
            <a:spLocks xmlns:a="http://schemas.openxmlformats.org/drawingml/2006/main" noGrp="1"/>
          </p:cNvSpPr>
          <p:nvPr/>
        </p:nvSpPr>
        <p:spPr>
          <a:xfrm xmlns:a="http://schemas.openxmlformats.org/drawingml/2006/main">
            <a:off x="514350"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3" name="">
            <a:extLst xmlns:a="http://schemas.openxmlformats.org/drawingml/2006/main">
              <a:ext uri="{FF2B5EF4-FFF2-40B4-BE49-F238E27FC236}">
                <a16:creationId xmlns:a16="http://schemas.microsoft.com/office/drawing/2014/main" id="{C5DCBEF4-BDF8-431C-8B9B-D8534A6BC2AB}"/>
              </a:ext>
            </a:extLst>
          </p:cNvPr>
          <p:cNvSpPr>
            <a:spLocks xmlns:a="http://schemas.openxmlformats.org/drawingml/2006/main" noGrp="1"/>
          </p:cNvSpPr>
          <p:nvPr/>
        </p:nvSpPr>
        <p:spPr>
          <a:xfrm xmlns:a="http://schemas.openxmlformats.org/drawingml/2006/main">
            <a:off x="200025"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24" name="">
            <a:extLst xmlns:a="http://schemas.openxmlformats.org/drawingml/2006/main">
              <a:ext uri="{FF2B5EF4-FFF2-40B4-BE49-F238E27FC236}">
                <a16:creationId xmlns:a16="http://schemas.microsoft.com/office/drawing/2014/main" id="{C52D5981-4DD1-416F-AE60-3CC53945F5C6}"/>
              </a:ext>
            </a:extLst>
          </p:cNvPr>
          <p:cNvSpPr>
            <a:spLocks xmlns:a="http://schemas.openxmlformats.org/drawingml/2006/main" noGrp="1"/>
          </p:cNvSpPr>
          <p:nvPr/>
        </p:nvSpPr>
        <p:spPr>
          <a:xfrm xmlns:a="http://schemas.openxmlformats.org/drawingml/2006/main">
            <a:off x="514350"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5" name="">
            <a:extLst xmlns:a="http://schemas.openxmlformats.org/drawingml/2006/main">
              <a:ext uri="{FF2B5EF4-FFF2-40B4-BE49-F238E27FC236}">
                <a16:creationId xmlns:a16="http://schemas.microsoft.com/office/drawing/2014/main" id="{ED6A56C8-C11F-40D9-B091-CFE984747D85}"/>
              </a:ext>
            </a:extLst>
          </p:cNvPr>
          <p:cNvSpPr>
            <a:spLocks xmlns:a="http://schemas.openxmlformats.org/drawingml/2006/main" noGrp="1"/>
          </p:cNvSpPr>
          <p:nvPr/>
        </p:nvSpPr>
        <p:spPr>
          <a:xfrm xmlns:a="http://schemas.openxmlformats.org/drawingml/2006/main">
            <a:off x="200025"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26" name="">
            <a:extLst xmlns:a="http://schemas.openxmlformats.org/drawingml/2006/main">
              <a:ext uri="{FF2B5EF4-FFF2-40B4-BE49-F238E27FC236}">
                <a16:creationId xmlns:a16="http://schemas.microsoft.com/office/drawing/2014/main" id="{4FD6F4B9-A53D-4C95-874A-98BFB80CCB84}"/>
              </a:ext>
            </a:extLst>
          </p:cNvPr>
          <p:cNvSpPr>
            <a:spLocks xmlns:a="http://schemas.openxmlformats.org/drawingml/2006/main" noGrp="1"/>
          </p:cNvSpPr>
          <p:nvPr/>
        </p:nvSpPr>
        <p:spPr>
          <a:xfrm xmlns:a="http://schemas.openxmlformats.org/drawingml/2006/main">
            <a:off x="514350"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7" name="">
            <a:extLst xmlns:a="http://schemas.openxmlformats.org/drawingml/2006/main">
              <a:ext uri="{FF2B5EF4-FFF2-40B4-BE49-F238E27FC236}">
                <a16:creationId xmlns:a16="http://schemas.microsoft.com/office/drawing/2014/main" id="{627C225D-E124-453B-9168-745366308A63}"/>
              </a:ext>
            </a:extLst>
          </p:cNvPr>
          <p:cNvSpPr>
            <a:spLocks xmlns:a="http://schemas.openxmlformats.org/drawingml/2006/main" noGrp="1"/>
          </p:cNvSpPr>
          <p:nvPr/>
        </p:nvSpPr>
        <p:spPr>
          <a:xfrm xmlns:a="http://schemas.openxmlformats.org/drawingml/2006/main">
            <a:off x="200025"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28" name="">
            <a:extLst xmlns:a="http://schemas.openxmlformats.org/drawingml/2006/main">
              <a:ext uri="{FF2B5EF4-FFF2-40B4-BE49-F238E27FC236}">
                <a16:creationId xmlns:a16="http://schemas.microsoft.com/office/drawing/2014/main" id="{FBDB0267-F180-4CAD-AF66-3289BB74A4DC}"/>
              </a:ext>
            </a:extLst>
          </p:cNvPr>
          <p:cNvSpPr>
            <a:spLocks xmlns:a="http://schemas.openxmlformats.org/drawingml/2006/main" noGrp="1"/>
          </p:cNvSpPr>
          <p:nvPr/>
        </p:nvSpPr>
        <p:spPr>
          <a:xfrm xmlns:a="http://schemas.openxmlformats.org/drawingml/2006/main">
            <a:off x="1438275"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29" name="">
            <a:extLst xmlns:a="http://schemas.openxmlformats.org/drawingml/2006/main">
              <a:ext uri="{FF2B5EF4-FFF2-40B4-BE49-F238E27FC236}">
                <a16:creationId xmlns:a16="http://schemas.microsoft.com/office/drawing/2014/main" id="{22404D49-965A-447A-94EA-8CE7A7647410}"/>
              </a:ext>
            </a:extLst>
          </p:cNvPr>
          <p:cNvSpPr>
            <a:spLocks xmlns:a="http://schemas.openxmlformats.org/drawingml/2006/main" noGrp="1"/>
          </p:cNvSpPr>
          <p:nvPr/>
        </p:nvSpPr>
        <p:spPr>
          <a:xfrm xmlns:a="http://schemas.openxmlformats.org/drawingml/2006/main">
            <a:off x="142875" y="2393156"/>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z [cm]</a:t>
            </a:r>
          </a:p>
        </p:txBody>
      </p:sp>
      <p:sp>
        <p:nvSpPr>
          <p:cNvPr id="30" name="">
            <a:extLst xmlns:a="http://schemas.openxmlformats.org/drawingml/2006/main">
              <a:ext uri="{FF2B5EF4-FFF2-40B4-BE49-F238E27FC236}">
                <a16:creationId xmlns:a16="http://schemas.microsoft.com/office/drawing/2014/main" id="{5BDA8546-B4E1-4B6D-A1FB-704ABFADD3CC}"/>
              </a:ext>
            </a:extLst>
          </p:cNvPr>
          <p:cNvSpPr>
            <a:spLocks xmlns:a="http://schemas.openxmlformats.org/drawingml/2006/main" noGrp="1"/>
          </p:cNvSpPr>
          <p:nvPr/>
        </p:nvSpPr>
        <p:spPr>
          <a:xfrm xmlns:a="http://schemas.openxmlformats.org/drawingml/2006/main">
            <a:off x="3333750"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two-term</a:t>
            </a:r>
          </a:p>
        </p:txBody>
      </p:sp>
      <p:sp>
        <p:nvSpPr>
          <p:cNvPr id="31" name="">
            <a:extLst xmlns:a="http://schemas.openxmlformats.org/drawingml/2006/main">
              <a:ext uri="{FF2B5EF4-FFF2-40B4-BE49-F238E27FC236}">
                <a16:creationId xmlns:a16="http://schemas.microsoft.com/office/drawing/2014/main" id="{3127ECED-8195-4C06-A40B-1983B0B406E0}"/>
              </a:ext>
            </a:extLst>
          </p:cNvPr>
          <p:cNvSpPr>
            <a:spLocks xmlns:a="http://schemas.openxmlformats.org/drawingml/2006/main" noGrp="1"/>
          </p:cNvSpPr>
          <p:nvPr/>
        </p:nvSpPr>
        <p:spPr>
          <a:xfrm xmlns:a="http://schemas.openxmlformats.org/drawingml/2006/main">
            <a:off x="3524250"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08" name=""/>
          <p:cNvPicPr>
            <a:picLocks xmlns:a="http://schemas.openxmlformats.org/drawingml/2006/main" noChangeAspect="1"/>
          </p:cNvPicPr>
          <p:nvPr/>
        </p:nvPicPr>
        <p:blipFill>
          <a:blip xmlns:r="http://schemas.openxmlformats.org/officeDocument/2006/relationships" xmlns:a="http://schemas.openxmlformats.org/drawingml/2006/main" r:embed="Rec3d6698cdda4262"/>
          <a:stretch xmlns:a="http://schemas.openxmlformats.org/drawingml/2006/main"/>
        </p:blipFill>
        <p:spPr>
          <a:xfrm xmlns:a="http://schemas.openxmlformats.org/drawingml/2006/main">
            <a:off x="3524250" y="1571625"/>
            <a:ext cx="2419350" cy="1814513"/>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6530F186-B31C-4343-A0A9-BB53D7988320}"/>
              </a:ext>
            </a:extLst>
          </p:cNvPr>
          <p:cNvSpPr>
            <a:spLocks xmlns:a="http://schemas.openxmlformats.org/drawingml/2006/main" noGrp="1"/>
          </p:cNvSpPr>
          <p:nvPr/>
        </p:nvSpPr>
        <p:spPr>
          <a:xfrm xmlns:a="http://schemas.openxmlformats.org/drawingml/2006/main">
            <a:off x="352425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4" name="">
            <a:extLst xmlns:a="http://schemas.openxmlformats.org/drawingml/2006/main">
              <a:ext uri="{FF2B5EF4-FFF2-40B4-BE49-F238E27FC236}">
                <a16:creationId xmlns:a16="http://schemas.microsoft.com/office/drawing/2014/main" id="{377B9CC7-8976-4412-89BD-6DB4213E6BAE}"/>
              </a:ext>
            </a:extLst>
          </p:cNvPr>
          <p:cNvSpPr>
            <a:spLocks xmlns:a="http://schemas.openxmlformats.org/drawingml/2006/main" noGrp="1"/>
          </p:cNvSpPr>
          <p:nvPr/>
        </p:nvSpPr>
        <p:spPr>
          <a:xfrm xmlns:a="http://schemas.openxmlformats.org/drawingml/2006/main">
            <a:off x="340042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35" name="">
            <a:extLst xmlns:a="http://schemas.openxmlformats.org/drawingml/2006/main">
              <a:ext uri="{FF2B5EF4-FFF2-40B4-BE49-F238E27FC236}">
                <a16:creationId xmlns:a16="http://schemas.microsoft.com/office/drawing/2014/main" id="{2793C53D-B124-4887-BCA0-54C3FFF863C6}"/>
              </a:ext>
            </a:extLst>
          </p:cNvPr>
          <p:cNvSpPr>
            <a:spLocks xmlns:a="http://schemas.openxmlformats.org/drawingml/2006/main" noGrp="1"/>
          </p:cNvSpPr>
          <p:nvPr/>
        </p:nvSpPr>
        <p:spPr>
          <a:xfrm xmlns:a="http://schemas.openxmlformats.org/drawingml/2006/main">
            <a:off x="4388304"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6" name="">
            <a:extLst xmlns:a="http://schemas.openxmlformats.org/drawingml/2006/main">
              <a:ext uri="{FF2B5EF4-FFF2-40B4-BE49-F238E27FC236}">
                <a16:creationId xmlns:a16="http://schemas.microsoft.com/office/drawing/2014/main" id="{CCD93AB6-2EBF-478B-918F-7EBAE8A37314}"/>
              </a:ext>
            </a:extLst>
          </p:cNvPr>
          <p:cNvSpPr>
            <a:spLocks xmlns:a="http://schemas.openxmlformats.org/drawingml/2006/main" noGrp="1"/>
          </p:cNvSpPr>
          <p:nvPr/>
        </p:nvSpPr>
        <p:spPr>
          <a:xfrm xmlns:a="http://schemas.openxmlformats.org/drawingml/2006/main">
            <a:off x="4264479"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37" name="">
            <a:extLst xmlns:a="http://schemas.openxmlformats.org/drawingml/2006/main">
              <a:ext uri="{FF2B5EF4-FFF2-40B4-BE49-F238E27FC236}">
                <a16:creationId xmlns:a16="http://schemas.microsoft.com/office/drawing/2014/main" id="{B90429D7-0B3F-47D9-835A-65DEEDDD0E8F}"/>
              </a:ext>
            </a:extLst>
          </p:cNvPr>
          <p:cNvSpPr>
            <a:spLocks xmlns:a="http://schemas.openxmlformats.org/drawingml/2006/main" noGrp="1"/>
          </p:cNvSpPr>
          <p:nvPr/>
        </p:nvSpPr>
        <p:spPr>
          <a:xfrm xmlns:a="http://schemas.openxmlformats.org/drawingml/2006/main">
            <a:off x="5252357"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8" name="">
            <a:extLst xmlns:a="http://schemas.openxmlformats.org/drawingml/2006/main">
              <a:ext uri="{FF2B5EF4-FFF2-40B4-BE49-F238E27FC236}">
                <a16:creationId xmlns:a16="http://schemas.microsoft.com/office/drawing/2014/main" id="{CCF1E105-3A28-4A36-9481-6A294873C308}"/>
              </a:ext>
            </a:extLst>
          </p:cNvPr>
          <p:cNvSpPr>
            <a:spLocks xmlns:a="http://schemas.openxmlformats.org/drawingml/2006/main" noGrp="1"/>
          </p:cNvSpPr>
          <p:nvPr/>
        </p:nvSpPr>
        <p:spPr>
          <a:xfrm xmlns:a="http://schemas.openxmlformats.org/drawingml/2006/main">
            <a:off x="5128532"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39" name="">
            <a:extLst xmlns:a="http://schemas.openxmlformats.org/drawingml/2006/main">
              <a:ext uri="{FF2B5EF4-FFF2-40B4-BE49-F238E27FC236}">
                <a16:creationId xmlns:a16="http://schemas.microsoft.com/office/drawing/2014/main" id="{CA6701DF-326B-465F-98A7-4996BEA55E24}"/>
              </a:ext>
            </a:extLst>
          </p:cNvPr>
          <p:cNvSpPr>
            <a:spLocks xmlns:a="http://schemas.openxmlformats.org/drawingml/2006/main" noGrp="1"/>
          </p:cNvSpPr>
          <p:nvPr/>
        </p:nvSpPr>
        <p:spPr>
          <a:xfrm xmlns:a="http://schemas.openxmlformats.org/drawingml/2006/main">
            <a:off x="594360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0" name="">
            <a:extLst xmlns:a="http://schemas.openxmlformats.org/drawingml/2006/main">
              <a:ext uri="{FF2B5EF4-FFF2-40B4-BE49-F238E27FC236}">
                <a16:creationId xmlns:a16="http://schemas.microsoft.com/office/drawing/2014/main" id="{5E05BCF9-9CF4-4115-97B6-0AA7A96BD11B}"/>
              </a:ext>
            </a:extLst>
          </p:cNvPr>
          <p:cNvSpPr>
            <a:spLocks xmlns:a="http://schemas.openxmlformats.org/drawingml/2006/main" noGrp="1"/>
          </p:cNvSpPr>
          <p:nvPr/>
        </p:nvSpPr>
        <p:spPr>
          <a:xfrm xmlns:a="http://schemas.openxmlformats.org/drawingml/2006/main">
            <a:off x="581977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41" name="">
            <a:extLst xmlns:a="http://schemas.openxmlformats.org/drawingml/2006/main">
              <a:ext uri="{FF2B5EF4-FFF2-40B4-BE49-F238E27FC236}">
                <a16:creationId xmlns:a16="http://schemas.microsoft.com/office/drawing/2014/main" id="{E5316451-027C-46E3-A0FF-329EB65A6DE6}"/>
              </a:ext>
            </a:extLst>
          </p:cNvPr>
          <p:cNvSpPr>
            <a:spLocks xmlns:a="http://schemas.openxmlformats.org/drawingml/2006/main" noGrp="1"/>
          </p:cNvSpPr>
          <p:nvPr/>
        </p:nvSpPr>
        <p:spPr>
          <a:xfrm xmlns:a="http://schemas.openxmlformats.org/drawingml/2006/main">
            <a:off x="3476625"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2" name="">
            <a:extLst xmlns:a="http://schemas.openxmlformats.org/drawingml/2006/main">
              <a:ext uri="{FF2B5EF4-FFF2-40B4-BE49-F238E27FC236}">
                <a16:creationId xmlns:a16="http://schemas.microsoft.com/office/drawing/2014/main" id="{51C27046-2483-4239-83DE-4170E22576ED}"/>
              </a:ext>
            </a:extLst>
          </p:cNvPr>
          <p:cNvSpPr>
            <a:spLocks xmlns:a="http://schemas.openxmlformats.org/drawingml/2006/main" noGrp="1"/>
          </p:cNvSpPr>
          <p:nvPr/>
        </p:nvSpPr>
        <p:spPr>
          <a:xfrm xmlns:a="http://schemas.openxmlformats.org/drawingml/2006/main">
            <a:off x="3162300"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43" name="">
            <a:extLst xmlns:a="http://schemas.openxmlformats.org/drawingml/2006/main">
              <a:ext uri="{FF2B5EF4-FFF2-40B4-BE49-F238E27FC236}">
                <a16:creationId xmlns:a16="http://schemas.microsoft.com/office/drawing/2014/main" id="{E8F7D72C-4965-4FF4-90A3-A91E201C083E}"/>
              </a:ext>
            </a:extLst>
          </p:cNvPr>
          <p:cNvSpPr>
            <a:spLocks xmlns:a="http://schemas.openxmlformats.org/drawingml/2006/main" noGrp="1"/>
          </p:cNvSpPr>
          <p:nvPr/>
        </p:nvSpPr>
        <p:spPr>
          <a:xfrm xmlns:a="http://schemas.openxmlformats.org/drawingml/2006/main">
            <a:off x="3476625"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4" name="">
            <a:extLst xmlns:a="http://schemas.openxmlformats.org/drawingml/2006/main">
              <a:ext uri="{FF2B5EF4-FFF2-40B4-BE49-F238E27FC236}">
                <a16:creationId xmlns:a16="http://schemas.microsoft.com/office/drawing/2014/main" id="{6CA7E80F-4E7A-4FB3-AE04-DD74A67E3924}"/>
              </a:ext>
            </a:extLst>
          </p:cNvPr>
          <p:cNvSpPr>
            <a:spLocks xmlns:a="http://schemas.openxmlformats.org/drawingml/2006/main" noGrp="1"/>
          </p:cNvSpPr>
          <p:nvPr/>
        </p:nvSpPr>
        <p:spPr>
          <a:xfrm xmlns:a="http://schemas.openxmlformats.org/drawingml/2006/main">
            <a:off x="3162300"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45" name="">
            <a:extLst xmlns:a="http://schemas.openxmlformats.org/drawingml/2006/main">
              <a:ext uri="{FF2B5EF4-FFF2-40B4-BE49-F238E27FC236}">
                <a16:creationId xmlns:a16="http://schemas.microsoft.com/office/drawing/2014/main" id="{8BC1B4A8-5BFC-4096-9166-866F538645D4}"/>
              </a:ext>
            </a:extLst>
          </p:cNvPr>
          <p:cNvSpPr>
            <a:spLocks xmlns:a="http://schemas.openxmlformats.org/drawingml/2006/main" noGrp="1"/>
          </p:cNvSpPr>
          <p:nvPr/>
        </p:nvSpPr>
        <p:spPr>
          <a:xfrm xmlns:a="http://schemas.openxmlformats.org/drawingml/2006/main">
            <a:off x="3476625"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6" name="">
            <a:extLst xmlns:a="http://schemas.openxmlformats.org/drawingml/2006/main">
              <a:ext uri="{FF2B5EF4-FFF2-40B4-BE49-F238E27FC236}">
                <a16:creationId xmlns:a16="http://schemas.microsoft.com/office/drawing/2014/main" id="{549401D1-2F60-49B6-8A3B-D0FB2AB8C48D}"/>
              </a:ext>
            </a:extLst>
          </p:cNvPr>
          <p:cNvSpPr>
            <a:spLocks xmlns:a="http://schemas.openxmlformats.org/drawingml/2006/main" noGrp="1"/>
          </p:cNvSpPr>
          <p:nvPr/>
        </p:nvSpPr>
        <p:spPr>
          <a:xfrm xmlns:a="http://schemas.openxmlformats.org/drawingml/2006/main">
            <a:off x="3162300"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47" name="">
            <a:extLst xmlns:a="http://schemas.openxmlformats.org/drawingml/2006/main">
              <a:ext uri="{FF2B5EF4-FFF2-40B4-BE49-F238E27FC236}">
                <a16:creationId xmlns:a16="http://schemas.microsoft.com/office/drawing/2014/main" id="{96947DDE-125A-4488-A0AE-C5A6CF05DD95}"/>
              </a:ext>
            </a:extLst>
          </p:cNvPr>
          <p:cNvSpPr>
            <a:spLocks xmlns:a="http://schemas.openxmlformats.org/drawingml/2006/main" noGrp="1"/>
          </p:cNvSpPr>
          <p:nvPr/>
        </p:nvSpPr>
        <p:spPr>
          <a:xfrm xmlns:a="http://schemas.openxmlformats.org/drawingml/2006/main">
            <a:off x="3476625"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8" name="">
            <a:extLst xmlns:a="http://schemas.openxmlformats.org/drawingml/2006/main">
              <a:ext uri="{FF2B5EF4-FFF2-40B4-BE49-F238E27FC236}">
                <a16:creationId xmlns:a16="http://schemas.microsoft.com/office/drawing/2014/main" id="{5A7E62FA-F08B-4FCB-8AFD-A018E4CBA266}"/>
              </a:ext>
            </a:extLst>
          </p:cNvPr>
          <p:cNvSpPr>
            <a:spLocks xmlns:a="http://schemas.openxmlformats.org/drawingml/2006/main" noGrp="1"/>
          </p:cNvSpPr>
          <p:nvPr/>
        </p:nvSpPr>
        <p:spPr>
          <a:xfrm xmlns:a="http://schemas.openxmlformats.org/drawingml/2006/main">
            <a:off x="3162300"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49" name="">
            <a:extLst xmlns:a="http://schemas.openxmlformats.org/drawingml/2006/main">
              <a:ext uri="{FF2B5EF4-FFF2-40B4-BE49-F238E27FC236}">
                <a16:creationId xmlns:a16="http://schemas.microsoft.com/office/drawing/2014/main" id="{CD3F3346-13DE-4A57-B0A0-C4840E023874}"/>
              </a:ext>
            </a:extLst>
          </p:cNvPr>
          <p:cNvSpPr>
            <a:spLocks xmlns:a="http://schemas.openxmlformats.org/drawingml/2006/main" noGrp="1"/>
          </p:cNvSpPr>
          <p:nvPr/>
        </p:nvSpPr>
        <p:spPr>
          <a:xfrm xmlns:a="http://schemas.openxmlformats.org/drawingml/2006/main">
            <a:off x="4400550"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50" name="">
            <a:extLst xmlns:a="http://schemas.openxmlformats.org/drawingml/2006/main">
              <a:ext uri="{FF2B5EF4-FFF2-40B4-BE49-F238E27FC236}">
                <a16:creationId xmlns:a16="http://schemas.microsoft.com/office/drawing/2014/main" id="{A9E8C346-11D1-4B65-81B2-AFA7EE2755C0}"/>
              </a:ext>
            </a:extLst>
          </p:cNvPr>
          <p:cNvSpPr>
            <a:spLocks xmlns:a="http://schemas.openxmlformats.org/drawingml/2006/main" noGrp="1"/>
          </p:cNvSpPr>
          <p:nvPr/>
        </p:nvSpPr>
        <p:spPr>
          <a:xfrm xmlns:a="http://schemas.openxmlformats.org/drawingml/2006/main">
            <a:off x="6296025"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Monte Carlo</a:t>
            </a:r>
          </a:p>
        </p:txBody>
      </p:sp>
      <p:sp>
        <p:nvSpPr>
          <p:cNvPr id="51" name="">
            <a:extLst xmlns:a="http://schemas.openxmlformats.org/drawingml/2006/main">
              <a:ext uri="{FF2B5EF4-FFF2-40B4-BE49-F238E27FC236}">
                <a16:creationId xmlns:a16="http://schemas.microsoft.com/office/drawing/2014/main" id="{C1A91191-5556-4A83-9073-2D76AAB72AB8}"/>
              </a:ext>
            </a:extLst>
          </p:cNvPr>
          <p:cNvSpPr>
            <a:spLocks xmlns:a="http://schemas.openxmlformats.org/drawingml/2006/main" noGrp="1"/>
          </p:cNvSpPr>
          <p:nvPr/>
        </p:nvSpPr>
        <p:spPr>
          <a:xfrm xmlns:a="http://schemas.openxmlformats.org/drawingml/2006/main">
            <a:off x="6486525"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28" name=""/>
          <p:cNvPicPr>
            <a:picLocks xmlns:a="http://schemas.openxmlformats.org/drawingml/2006/main" noChangeAspect="1"/>
          </p:cNvPicPr>
          <p:nvPr/>
        </p:nvPicPr>
        <p:blipFill>
          <a:blip xmlns:r="http://schemas.openxmlformats.org/officeDocument/2006/relationships" xmlns:a="http://schemas.openxmlformats.org/drawingml/2006/main" r:embed="Rf4d6ea84e3154d81"/>
          <a:stretch xmlns:a="http://schemas.openxmlformats.org/drawingml/2006/main"/>
        </p:blipFill>
        <p:spPr>
          <a:xfrm xmlns:a="http://schemas.openxmlformats.org/drawingml/2006/main">
            <a:off x="6486525" y="1571625"/>
            <a:ext cx="2419350" cy="1814513"/>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F7F2B479-B764-4E16-905E-894E522596D4}"/>
              </a:ext>
            </a:extLst>
          </p:cNvPr>
          <p:cNvSpPr>
            <a:spLocks xmlns:a="http://schemas.openxmlformats.org/drawingml/2006/main" noGrp="1"/>
          </p:cNvSpPr>
          <p:nvPr/>
        </p:nvSpPr>
        <p:spPr>
          <a:xfrm xmlns:a="http://schemas.openxmlformats.org/drawingml/2006/main">
            <a:off x="648652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4" name="">
            <a:extLst xmlns:a="http://schemas.openxmlformats.org/drawingml/2006/main">
              <a:ext uri="{FF2B5EF4-FFF2-40B4-BE49-F238E27FC236}">
                <a16:creationId xmlns:a16="http://schemas.microsoft.com/office/drawing/2014/main" id="{8684722F-CFA2-4614-B6FA-6B64251FF09A}"/>
              </a:ext>
            </a:extLst>
          </p:cNvPr>
          <p:cNvSpPr>
            <a:spLocks xmlns:a="http://schemas.openxmlformats.org/drawingml/2006/main" noGrp="1"/>
          </p:cNvSpPr>
          <p:nvPr/>
        </p:nvSpPr>
        <p:spPr>
          <a:xfrm xmlns:a="http://schemas.openxmlformats.org/drawingml/2006/main">
            <a:off x="636270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55" name="">
            <a:extLst xmlns:a="http://schemas.openxmlformats.org/drawingml/2006/main">
              <a:ext uri="{FF2B5EF4-FFF2-40B4-BE49-F238E27FC236}">
                <a16:creationId xmlns:a16="http://schemas.microsoft.com/office/drawing/2014/main" id="{D64C0E75-372A-45CC-A512-D6F04947E137}"/>
              </a:ext>
            </a:extLst>
          </p:cNvPr>
          <p:cNvSpPr>
            <a:spLocks xmlns:a="http://schemas.openxmlformats.org/drawingml/2006/main" noGrp="1"/>
          </p:cNvSpPr>
          <p:nvPr/>
        </p:nvSpPr>
        <p:spPr>
          <a:xfrm xmlns:a="http://schemas.openxmlformats.org/drawingml/2006/main">
            <a:off x="7350579"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6" name="">
            <a:extLst xmlns:a="http://schemas.openxmlformats.org/drawingml/2006/main">
              <a:ext uri="{FF2B5EF4-FFF2-40B4-BE49-F238E27FC236}">
                <a16:creationId xmlns:a16="http://schemas.microsoft.com/office/drawing/2014/main" id="{3CF501A8-B077-4D32-80D3-8670C8B03633}"/>
              </a:ext>
            </a:extLst>
          </p:cNvPr>
          <p:cNvSpPr>
            <a:spLocks xmlns:a="http://schemas.openxmlformats.org/drawingml/2006/main" noGrp="1"/>
          </p:cNvSpPr>
          <p:nvPr/>
        </p:nvSpPr>
        <p:spPr>
          <a:xfrm xmlns:a="http://schemas.openxmlformats.org/drawingml/2006/main">
            <a:off x="7226754"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57" name="">
            <a:extLst xmlns:a="http://schemas.openxmlformats.org/drawingml/2006/main">
              <a:ext uri="{FF2B5EF4-FFF2-40B4-BE49-F238E27FC236}">
                <a16:creationId xmlns:a16="http://schemas.microsoft.com/office/drawing/2014/main" id="{2CA710B4-DB5C-4F77-987A-EF683009BB74}"/>
              </a:ext>
            </a:extLst>
          </p:cNvPr>
          <p:cNvSpPr>
            <a:spLocks xmlns:a="http://schemas.openxmlformats.org/drawingml/2006/main" noGrp="1"/>
          </p:cNvSpPr>
          <p:nvPr/>
        </p:nvSpPr>
        <p:spPr>
          <a:xfrm xmlns:a="http://schemas.openxmlformats.org/drawingml/2006/main">
            <a:off x="8214632"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8" name="">
            <a:extLst xmlns:a="http://schemas.openxmlformats.org/drawingml/2006/main">
              <a:ext uri="{FF2B5EF4-FFF2-40B4-BE49-F238E27FC236}">
                <a16:creationId xmlns:a16="http://schemas.microsoft.com/office/drawing/2014/main" id="{958287F1-199E-44D4-9E21-7B177BEE4B5B}"/>
              </a:ext>
            </a:extLst>
          </p:cNvPr>
          <p:cNvSpPr>
            <a:spLocks xmlns:a="http://schemas.openxmlformats.org/drawingml/2006/main" noGrp="1"/>
          </p:cNvSpPr>
          <p:nvPr/>
        </p:nvSpPr>
        <p:spPr>
          <a:xfrm xmlns:a="http://schemas.openxmlformats.org/drawingml/2006/main">
            <a:off x="8090807"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59" name="">
            <a:extLst xmlns:a="http://schemas.openxmlformats.org/drawingml/2006/main">
              <a:ext uri="{FF2B5EF4-FFF2-40B4-BE49-F238E27FC236}">
                <a16:creationId xmlns:a16="http://schemas.microsoft.com/office/drawing/2014/main" id="{91400595-DCBF-4F5B-9C70-6566B647E18A}"/>
              </a:ext>
            </a:extLst>
          </p:cNvPr>
          <p:cNvSpPr>
            <a:spLocks xmlns:a="http://schemas.openxmlformats.org/drawingml/2006/main" noGrp="1"/>
          </p:cNvSpPr>
          <p:nvPr/>
        </p:nvSpPr>
        <p:spPr>
          <a:xfrm xmlns:a="http://schemas.openxmlformats.org/drawingml/2006/main">
            <a:off x="890587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0" name="">
            <a:extLst xmlns:a="http://schemas.openxmlformats.org/drawingml/2006/main">
              <a:ext uri="{FF2B5EF4-FFF2-40B4-BE49-F238E27FC236}">
                <a16:creationId xmlns:a16="http://schemas.microsoft.com/office/drawing/2014/main" id="{382BC2EE-DF14-4E82-BB10-EE3428924580}"/>
              </a:ext>
            </a:extLst>
          </p:cNvPr>
          <p:cNvSpPr>
            <a:spLocks xmlns:a="http://schemas.openxmlformats.org/drawingml/2006/main" noGrp="1"/>
          </p:cNvSpPr>
          <p:nvPr/>
        </p:nvSpPr>
        <p:spPr>
          <a:xfrm xmlns:a="http://schemas.openxmlformats.org/drawingml/2006/main">
            <a:off x="878205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61" name="">
            <a:extLst xmlns:a="http://schemas.openxmlformats.org/drawingml/2006/main">
              <a:ext uri="{FF2B5EF4-FFF2-40B4-BE49-F238E27FC236}">
                <a16:creationId xmlns:a16="http://schemas.microsoft.com/office/drawing/2014/main" id="{CA102047-F4B5-4C62-A0D9-952839884868}"/>
              </a:ext>
            </a:extLst>
          </p:cNvPr>
          <p:cNvSpPr>
            <a:spLocks xmlns:a="http://schemas.openxmlformats.org/drawingml/2006/main" noGrp="1"/>
          </p:cNvSpPr>
          <p:nvPr/>
        </p:nvSpPr>
        <p:spPr>
          <a:xfrm xmlns:a="http://schemas.openxmlformats.org/drawingml/2006/main">
            <a:off x="6438900"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2" name="">
            <a:extLst xmlns:a="http://schemas.openxmlformats.org/drawingml/2006/main">
              <a:ext uri="{FF2B5EF4-FFF2-40B4-BE49-F238E27FC236}">
                <a16:creationId xmlns:a16="http://schemas.microsoft.com/office/drawing/2014/main" id="{2928904E-5C8E-4C07-9B78-C4660BBBAB70}"/>
              </a:ext>
            </a:extLst>
          </p:cNvPr>
          <p:cNvSpPr>
            <a:spLocks xmlns:a="http://schemas.openxmlformats.org/drawingml/2006/main" noGrp="1"/>
          </p:cNvSpPr>
          <p:nvPr/>
        </p:nvSpPr>
        <p:spPr>
          <a:xfrm xmlns:a="http://schemas.openxmlformats.org/drawingml/2006/main">
            <a:off x="6124575"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63" name="">
            <a:extLst xmlns:a="http://schemas.openxmlformats.org/drawingml/2006/main">
              <a:ext uri="{FF2B5EF4-FFF2-40B4-BE49-F238E27FC236}">
                <a16:creationId xmlns:a16="http://schemas.microsoft.com/office/drawing/2014/main" id="{6A140277-F584-414A-B4B9-709E3F0261D6}"/>
              </a:ext>
            </a:extLst>
          </p:cNvPr>
          <p:cNvSpPr>
            <a:spLocks xmlns:a="http://schemas.openxmlformats.org/drawingml/2006/main" noGrp="1"/>
          </p:cNvSpPr>
          <p:nvPr/>
        </p:nvSpPr>
        <p:spPr>
          <a:xfrm xmlns:a="http://schemas.openxmlformats.org/drawingml/2006/main">
            <a:off x="6438900"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4" name="">
            <a:extLst xmlns:a="http://schemas.openxmlformats.org/drawingml/2006/main">
              <a:ext uri="{FF2B5EF4-FFF2-40B4-BE49-F238E27FC236}">
                <a16:creationId xmlns:a16="http://schemas.microsoft.com/office/drawing/2014/main" id="{A4D77CE0-DA0F-44CE-8E7D-26732ABA8970}"/>
              </a:ext>
            </a:extLst>
          </p:cNvPr>
          <p:cNvSpPr>
            <a:spLocks xmlns:a="http://schemas.openxmlformats.org/drawingml/2006/main" noGrp="1"/>
          </p:cNvSpPr>
          <p:nvPr/>
        </p:nvSpPr>
        <p:spPr>
          <a:xfrm xmlns:a="http://schemas.openxmlformats.org/drawingml/2006/main">
            <a:off x="6124575"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65" name="">
            <a:extLst xmlns:a="http://schemas.openxmlformats.org/drawingml/2006/main">
              <a:ext uri="{FF2B5EF4-FFF2-40B4-BE49-F238E27FC236}">
                <a16:creationId xmlns:a16="http://schemas.microsoft.com/office/drawing/2014/main" id="{67B02687-67FD-4DA4-AE1D-96A70425EBB2}"/>
              </a:ext>
            </a:extLst>
          </p:cNvPr>
          <p:cNvSpPr>
            <a:spLocks xmlns:a="http://schemas.openxmlformats.org/drawingml/2006/main" noGrp="1"/>
          </p:cNvSpPr>
          <p:nvPr/>
        </p:nvSpPr>
        <p:spPr>
          <a:xfrm xmlns:a="http://schemas.openxmlformats.org/drawingml/2006/main">
            <a:off x="6438900"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6" name="">
            <a:extLst xmlns:a="http://schemas.openxmlformats.org/drawingml/2006/main">
              <a:ext uri="{FF2B5EF4-FFF2-40B4-BE49-F238E27FC236}">
                <a16:creationId xmlns:a16="http://schemas.microsoft.com/office/drawing/2014/main" id="{53784664-EDC3-467A-AE67-54E92C25ECB1}"/>
              </a:ext>
            </a:extLst>
          </p:cNvPr>
          <p:cNvSpPr>
            <a:spLocks xmlns:a="http://schemas.openxmlformats.org/drawingml/2006/main" noGrp="1"/>
          </p:cNvSpPr>
          <p:nvPr/>
        </p:nvSpPr>
        <p:spPr>
          <a:xfrm xmlns:a="http://schemas.openxmlformats.org/drawingml/2006/main">
            <a:off x="6124575"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67" name="">
            <a:extLst xmlns:a="http://schemas.openxmlformats.org/drawingml/2006/main">
              <a:ext uri="{FF2B5EF4-FFF2-40B4-BE49-F238E27FC236}">
                <a16:creationId xmlns:a16="http://schemas.microsoft.com/office/drawing/2014/main" id="{B8A464BD-9C1E-4879-830C-236AFB66CA91}"/>
              </a:ext>
            </a:extLst>
          </p:cNvPr>
          <p:cNvSpPr>
            <a:spLocks xmlns:a="http://schemas.openxmlformats.org/drawingml/2006/main" noGrp="1"/>
          </p:cNvSpPr>
          <p:nvPr/>
        </p:nvSpPr>
        <p:spPr>
          <a:xfrm xmlns:a="http://schemas.openxmlformats.org/drawingml/2006/main">
            <a:off x="6438900"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8" name="">
            <a:extLst xmlns:a="http://schemas.openxmlformats.org/drawingml/2006/main">
              <a:ext uri="{FF2B5EF4-FFF2-40B4-BE49-F238E27FC236}">
                <a16:creationId xmlns:a16="http://schemas.microsoft.com/office/drawing/2014/main" id="{9657AF74-461E-4D69-B04F-BFBF2390AAF0}"/>
              </a:ext>
            </a:extLst>
          </p:cNvPr>
          <p:cNvSpPr>
            <a:spLocks xmlns:a="http://schemas.openxmlformats.org/drawingml/2006/main" noGrp="1"/>
          </p:cNvSpPr>
          <p:nvPr/>
        </p:nvSpPr>
        <p:spPr>
          <a:xfrm xmlns:a="http://schemas.openxmlformats.org/drawingml/2006/main">
            <a:off x="6124575"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69" name="">
            <a:extLst xmlns:a="http://schemas.openxmlformats.org/drawingml/2006/main">
              <a:ext uri="{FF2B5EF4-FFF2-40B4-BE49-F238E27FC236}">
                <a16:creationId xmlns:a16="http://schemas.microsoft.com/office/drawing/2014/main" id="{FB985CFC-3FA0-4A3A-840A-F6DD3A58383E}"/>
              </a:ext>
            </a:extLst>
          </p:cNvPr>
          <p:cNvSpPr>
            <a:spLocks xmlns:a="http://schemas.openxmlformats.org/drawingml/2006/main" noGrp="1"/>
          </p:cNvSpPr>
          <p:nvPr/>
        </p:nvSpPr>
        <p:spPr>
          <a:xfrm xmlns:a="http://schemas.openxmlformats.org/drawingml/2006/main">
            <a:off x="7362825"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70" name="">
            <a:extLst xmlns:a="http://schemas.openxmlformats.org/drawingml/2006/main">
              <a:ext uri="{FF2B5EF4-FFF2-40B4-BE49-F238E27FC236}">
                <a16:creationId xmlns:a16="http://schemas.microsoft.com/office/drawing/2014/main" id="{70E6B05E-1BF0-434B-AA71-91CD061FA7C1}"/>
              </a:ext>
            </a:extLst>
          </p:cNvPr>
          <p:cNvSpPr>
            <a:spLocks xmlns:a="http://schemas.openxmlformats.org/drawingml/2006/main" noGrp="1"/>
          </p:cNvSpPr>
          <p:nvPr/>
        </p:nvSpPr>
        <p:spPr>
          <a:xfrm xmlns:a="http://schemas.openxmlformats.org/drawingml/2006/main">
            <a:off x="9258300"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propagator P1</a:t>
            </a:r>
          </a:p>
        </p:txBody>
      </p:sp>
      <p:sp>
        <p:nvSpPr>
          <p:cNvPr id="71" name="">
            <a:extLst xmlns:a="http://schemas.openxmlformats.org/drawingml/2006/main">
              <a:ext uri="{FF2B5EF4-FFF2-40B4-BE49-F238E27FC236}">
                <a16:creationId xmlns:a16="http://schemas.microsoft.com/office/drawing/2014/main" id="{8EF731F3-156A-4E8D-AA92-8E2ACBC0A5E4}"/>
              </a:ext>
            </a:extLst>
          </p:cNvPr>
          <p:cNvSpPr>
            <a:spLocks xmlns:a="http://schemas.openxmlformats.org/drawingml/2006/main" noGrp="1"/>
          </p:cNvSpPr>
          <p:nvPr/>
        </p:nvSpPr>
        <p:spPr>
          <a:xfrm xmlns:a="http://schemas.openxmlformats.org/drawingml/2006/main">
            <a:off x="9448800"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48" name=""/>
          <p:cNvPicPr>
            <a:picLocks xmlns:a="http://schemas.openxmlformats.org/drawingml/2006/main" noChangeAspect="1"/>
          </p:cNvPicPr>
          <p:nvPr/>
        </p:nvPicPr>
        <p:blipFill>
          <a:blip xmlns:r="http://schemas.openxmlformats.org/officeDocument/2006/relationships" xmlns:a="http://schemas.openxmlformats.org/drawingml/2006/main" r:embed="R4f3cc88b2d9d4fe0"/>
          <a:stretch xmlns:a="http://schemas.openxmlformats.org/drawingml/2006/main"/>
        </p:blipFill>
        <p:spPr>
          <a:xfrm xmlns:a="http://schemas.openxmlformats.org/drawingml/2006/main">
            <a:off x="9448800" y="1571625"/>
            <a:ext cx="2419350" cy="1814513"/>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FE4E1AEC-598F-429F-8644-48539D0EF433}"/>
              </a:ext>
            </a:extLst>
          </p:cNvPr>
          <p:cNvSpPr>
            <a:spLocks xmlns:a="http://schemas.openxmlformats.org/drawingml/2006/main" noGrp="1"/>
          </p:cNvSpPr>
          <p:nvPr/>
        </p:nvSpPr>
        <p:spPr>
          <a:xfrm xmlns:a="http://schemas.openxmlformats.org/drawingml/2006/main">
            <a:off x="944880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4" name="">
            <a:extLst xmlns:a="http://schemas.openxmlformats.org/drawingml/2006/main">
              <a:ext uri="{FF2B5EF4-FFF2-40B4-BE49-F238E27FC236}">
                <a16:creationId xmlns:a16="http://schemas.microsoft.com/office/drawing/2014/main" id="{561740FF-75C8-4325-B563-28E73E3F1A42}"/>
              </a:ext>
            </a:extLst>
          </p:cNvPr>
          <p:cNvSpPr>
            <a:spLocks xmlns:a="http://schemas.openxmlformats.org/drawingml/2006/main" noGrp="1"/>
          </p:cNvSpPr>
          <p:nvPr/>
        </p:nvSpPr>
        <p:spPr>
          <a:xfrm xmlns:a="http://schemas.openxmlformats.org/drawingml/2006/main">
            <a:off x="932497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75" name="">
            <a:extLst xmlns:a="http://schemas.openxmlformats.org/drawingml/2006/main">
              <a:ext uri="{FF2B5EF4-FFF2-40B4-BE49-F238E27FC236}">
                <a16:creationId xmlns:a16="http://schemas.microsoft.com/office/drawing/2014/main" id="{1F31710D-E94B-454A-8982-5AE196C1C171}"/>
              </a:ext>
            </a:extLst>
          </p:cNvPr>
          <p:cNvSpPr>
            <a:spLocks xmlns:a="http://schemas.openxmlformats.org/drawingml/2006/main" noGrp="1"/>
          </p:cNvSpPr>
          <p:nvPr/>
        </p:nvSpPr>
        <p:spPr>
          <a:xfrm xmlns:a="http://schemas.openxmlformats.org/drawingml/2006/main">
            <a:off x="10312854"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6" name="">
            <a:extLst xmlns:a="http://schemas.openxmlformats.org/drawingml/2006/main">
              <a:ext uri="{FF2B5EF4-FFF2-40B4-BE49-F238E27FC236}">
                <a16:creationId xmlns:a16="http://schemas.microsoft.com/office/drawing/2014/main" id="{8E42073A-1749-4E00-A3C4-C3E56E68FEB0}"/>
              </a:ext>
            </a:extLst>
          </p:cNvPr>
          <p:cNvSpPr>
            <a:spLocks xmlns:a="http://schemas.openxmlformats.org/drawingml/2006/main" noGrp="1"/>
          </p:cNvSpPr>
          <p:nvPr/>
        </p:nvSpPr>
        <p:spPr>
          <a:xfrm xmlns:a="http://schemas.openxmlformats.org/drawingml/2006/main">
            <a:off x="10189029"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77" name="">
            <a:extLst xmlns:a="http://schemas.openxmlformats.org/drawingml/2006/main">
              <a:ext uri="{FF2B5EF4-FFF2-40B4-BE49-F238E27FC236}">
                <a16:creationId xmlns:a16="http://schemas.microsoft.com/office/drawing/2014/main" id="{7CE6A70D-D523-439E-9800-3619C2043232}"/>
              </a:ext>
            </a:extLst>
          </p:cNvPr>
          <p:cNvSpPr>
            <a:spLocks xmlns:a="http://schemas.openxmlformats.org/drawingml/2006/main" noGrp="1"/>
          </p:cNvSpPr>
          <p:nvPr/>
        </p:nvSpPr>
        <p:spPr>
          <a:xfrm xmlns:a="http://schemas.openxmlformats.org/drawingml/2006/main">
            <a:off x="11176907"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8" name="">
            <a:extLst xmlns:a="http://schemas.openxmlformats.org/drawingml/2006/main">
              <a:ext uri="{FF2B5EF4-FFF2-40B4-BE49-F238E27FC236}">
                <a16:creationId xmlns:a16="http://schemas.microsoft.com/office/drawing/2014/main" id="{BC0D8FB0-6527-4587-9575-1C677168096C}"/>
              </a:ext>
            </a:extLst>
          </p:cNvPr>
          <p:cNvSpPr>
            <a:spLocks xmlns:a="http://schemas.openxmlformats.org/drawingml/2006/main" noGrp="1"/>
          </p:cNvSpPr>
          <p:nvPr/>
        </p:nvSpPr>
        <p:spPr>
          <a:xfrm xmlns:a="http://schemas.openxmlformats.org/drawingml/2006/main">
            <a:off x="11053082"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79" name="">
            <a:extLst xmlns:a="http://schemas.openxmlformats.org/drawingml/2006/main">
              <a:ext uri="{FF2B5EF4-FFF2-40B4-BE49-F238E27FC236}">
                <a16:creationId xmlns:a16="http://schemas.microsoft.com/office/drawing/2014/main" id="{A71B5F77-CB37-4439-8D0F-A9B02EF37D53}"/>
              </a:ext>
            </a:extLst>
          </p:cNvPr>
          <p:cNvSpPr>
            <a:spLocks xmlns:a="http://schemas.openxmlformats.org/drawingml/2006/main" noGrp="1"/>
          </p:cNvSpPr>
          <p:nvPr/>
        </p:nvSpPr>
        <p:spPr>
          <a:xfrm xmlns:a="http://schemas.openxmlformats.org/drawingml/2006/main">
            <a:off x="1186815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0" name="">
            <a:extLst xmlns:a="http://schemas.openxmlformats.org/drawingml/2006/main">
              <a:ext uri="{FF2B5EF4-FFF2-40B4-BE49-F238E27FC236}">
                <a16:creationId xmlns:a16="http://schemas.microsoft.com/office/drawing/2014/main" id="{E4755D87-F8BB-44F7-A3A0-98E50195899F}"/>
              </a:ext>
            </a:extLst>
          </p:cNvPr>
          <p:cNvSpPr>
            <a:spLocks xmlns:a="http://schemas.openxmlformats.org/drawingml/2006/main" noGrp="1"/>
          </p:cNvSpPr>
          <p:nvPr/>
        </p:nvSpPr>
        <p:spPr>
          <a:xfrm xmlns:a="http://schemas.openxmlformats.org/drawingml/2006/main">
            <a:off x="1174432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81" name="">
            <a:extLst xmlns:a="http://schemas.openxmlformats.org/drawingml/2006/main">
              <a:ext uri="{FF2B5EF4-FFF2-40B4-BE49-F238E27FC236}">
                <a16:creationId xmlns:a16="http://schemas.microsoft.com/office/drawing/2014/main" id="{DC6EAAB1-A5D5-455A-A9DA-BB6C5C6A7952}"/>
              </a:ext>
            </a:extLst>
          </p:cNvPr>
          <p:cNvSpPr>
            <a:spLocks xmlns:a="http://schemas.openxmlformats.org/drawingml/2006/main" noGrp="1"/>
          </p:cNvSpPr>
          <p:nvPr/>
        </p:nvSpPr>
        <p:spPr>
          <a:xfrm xmlns:a="http://schemas.openxmlformats.org/drawingml/2006/main">
            <a:off x="9401175"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2" name="">
            <a:extLst xmlns:a="http://schemas.openxmlformats.org/drawingml/2006/main">
              <a:ext uri="{FF2B5EF4-FFF2-40B4-BE49-F238E27FC236}">
                <a16:creationId xmlns:a16="http://schemas.microsoft.com/office/drawing/2014/main" id="{248FF006-3940-4E3D-A41F-26F844C8C272}"/>
              </a:ext>
            </a:extLst>
          </p:cNvPr>
          <p:cNvSpPr>
            <a:spLocks xmlns:a="http://schemas.openxmlformats.org/drawingml/2006/main" noGrp="1"/>
          </p:cNvSpPr>
          <p:nvPr/>
        </p:nvSpPr>
        <p:spPr>
          <a:xfrm xmlns:a="http://schemas.openxmlformats.org/drawingml/2006/main">
            <a:off x="9086850"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83" name="">
            <a:extLst xmlns:a="http://schemas.openxmlformats.org/drawingml/2006/main">
              <a:ext uri="{FF2B5EF4-FFF2-40B4-BE49-F238E27FC236}">
                <a16:creationId xmlns:a16="http://schemas.microsoft.com/office/drawing/2014/main" id="{2E5C976F-7D32-4F20-B17E-F1383DE6DF95}"/>
              </a:ext>
            </a:extLst>
          </p:cNvPr>
          <p:cNvSpPr>
            <a:spLocks xmlns:a="http://schemas.openxmlformats.org/drawingml/2006/main" noGrp="1"/>
          </p:cNvSpPr>
          <p:nvPr/>
        </p:nvSpPr>
        <p:spPr>
          <a:xfrm xmlns:a="http://schemas.openxmlformats.org/drawingml/2006/main">
            <a:off x="9401175"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4" name="">
            <a:extLst xmlns:a="http://schemas.openxmlformats.org/drawingml/2006/main">
              <a:ext uri="{FF2B5EF4-FFF2-40B4-BE49-F238E27FC236}">
                <a16:creationId xmlns:a16="http://schemas.microsoft.com/office/drawing/2014/main" id="{37DB21D4-FEBE-4C33-A366-D42A5BBC1B2B}"/>
              </a:ext>
            </a:extLst>
          </p:cNvPr>
          <p:cNvSpPr>
            <a:spLocks xmlns:a="http://schemas.openxmlformats.org/drawingml/2006/main" noGrp="1"/>
          </p:cNvSpPr>
          <p:nvPr/>
        </p:nvSpPr>
        <p:spPr>
          <a:xfrm xmlns:a="http://schemas.openxmlformats.org/drawingml/2006/main">
            <a:off x="9086850"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85" name="">
            <a:extLst xmlns:a="http://schemas.openxmlformats.org/drawingml/2006/main">
              <a:ext uri="{FF2B5EF4-FFF2-40B4-BE49-F238E27FC236}">
                <a16:creationId xmlns:a16="http://schemas.microsoft.com/office/drawing/2014/main" id="{F9750B42-04E6-45CF-9AB6-B557E2A9F9A5}"/>
              </a:ext>
            </a:extLst>
          </p:cNvPr>
          <p:cNvSpPr>
            <a:spLocks xmlns:a="http://schemas.openxmlformats.org/drawingml/2006/main" noGrp="1"/>
          </p:cNvSpPr>
          <p:nvPr/>
        </p:nvSpPr>
        <p:spPr>
          <a:xfrm xmlns:a="http://schemas.openxmlformats.org/drawingml/2006/main">
            <a:off x="9401175"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6" name="">
            <a:extLst xmlns:a="http://schemas.openxmlformats.org/drawingml/2006/main">
              <a:ext uri="{FF2B5EF4-FFF2-40B4-BE49-F238E27FC236}">
                <a16:creationId xmlns:a16="http://schemas.microsoft.com/office/drawing/2014/main" id="{3A1FBCE0-16D5-4D51-920F-6BCFFB8D11C0}"/>
              </a:ext>
            </a:extLst>
          </p:cNvPr>
          <p:cNvSpPr>
            <a:spLocks xmlns:a="http://schemas.openxmlformats.org/drawingml/2006/main" noGrp="1"/>
          </p:cNvSpPr>
          <p:nvPr/>
        </p:nvSpPr>
        <p:spPr>
          <a:xfrm xmlns:a="http://schemas.openxmlformats.org/drawingml/2006/main">
            <a:off x="9086850"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87" name="">
            <a:extLst xmlns:a="http://schemas.openxmlformats.org/drawingml/2006/main">
              <a:ext uri="{FF2B5EF4-FFF2-40B4-BE49-F238E27FC236}">
                <a16:creationId xmlns:a16="http://schemas.microsoft.com/office/drawing/2014/main" id="{8C410376-E3AA-4B00-AD00-A0A97577D8D6}"/>
              </a:ext>
            </a:extLst>
          </p:cNvPr>
          <p:cNvSpPr>
            <a:spLocks xmlns:a="http://schemas.openxmlformats.org/drawingml/2006/main" noGrp="1"/>
          </p:cNvSpPr>
          <p:nvPr/>
        </p:nvSpPr>
        <p:spPr>
          <a:xfrm xmlns:a="http://schemas.openxmlformats.org/drawingml/2006/main">
            <a:off x="9401175"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8" name="">
            <a:extLst xmlns:a="http://schemas.openxmlformats.org/drawingml/2006/main">
              <a:ext uri="{FF2B5EF4-FFF2-40B4-BE49-F238E27FC236}">
                <a16:creationId xmlns:a16="http://schemas.microsoft.com/office/drawing/2014/main" id="{5AF4E6B4-F4C1-4A75-85A7-5FDDEF785EAC}"/>
              </a:ext>
            </a:extLst>
          </p:cNvPr>
          <p:cNvSpPr>
            <a:spLocks xmlns:a="http://schemas.openxmlformats.org/drawingml/2006/main" noGrp="1"/>
          </p:cNvSpPr>
          <p:nvPr/>
        </p:nvSpPr>
        <p:spPr>
          <a:xfrm xmlns:a="http://schemas.openxmlformats.org/drawingml/2006/main">
            <a:off x="9086850"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89" name="">
            <a:extLst xmlns:a="http://schemas.openxmlformats.org/drawingml/2006/main">
              <a:ext uri="{FF2B5EF4-FFF2-40B4-BE49-F238E27FC236}">
                <a16:creationId xmlns:a16="http://schemas.microsoft.com/office/drawing/2014/main" id="{50B2C238-3DD9-4A2B-BF95-F181E3E0F404}"/>
              </a:ext>
            </a:extLst>
          </p:cNvPr>
          <p:cNvSpPr>
            <a:spLocks xmlns:a="http://schemas.openxmlformats.org/drawingml/2006/main" noGrp="1"/>
          </p:cNvSpPr>
          <p:nvPr/>
        </p:nvSpPr>
        <p:spPr>
          <a:xfrm xmlns:a="http://schemas.openxmlformats.org/drawingml/2006/main">
            <a:off x="10325100"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90" name="">
            <a:extLst xmlns:a="http://schemas.openxmlformats.org/drawingml/2006/main">
              <a:ext uri="{FF2B5EF4-FFF2-40B4-BE49-F238E27FC236}">
                <a16:creationId xmlns:a16="http://schemas.microsoft.com/office/drawing/2014/main" id="{05913468-7375-4E95-BEB4-EA85B366F93A}"/>
              </a:ext>
            </a:extLst>
          </p:cNvPr>
          <p:cNvSpPr>
            <a:spLocks xmlns:a="http://schemas.openxmlformats.org/drawingml/2006/main" noGrp="1"/>
          </p:cNvSpPr>
          <p:nvPr/>
        </p:nvSpPr>
        <p:spPr>
          <a:xfrm xmlns:a="http://schemas.openxmlformats.org/drawingml/2006/main">
            <a:off x="4000500" y="4229100"/>
            <a:ext cx="69294" cy="123825"/>
          </a:xfrm>
          <a:prstGeom xmlns:a="http://schemas.openxmlformats.org/drawingml/2006/main" prst="rect">
            <a:avLst/>
          </a:prstGeom>
          <a:solidFill xmlns:a="http://schemas.openxmlformats.org/drawingml/2006/main">
            <a:srgbClr val="440457"/>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133E946B-EE9C-48DD-94FC-5FBCC977F7B8}"/>
              </a:ext>
            </a:extLst>
          </p:cNvPr>
          <p:cNvSpPr>
            <a:spLocks xmlns:a="http://schemas.openxmlformats.org/drawingml/2006/main" noGrp="1"/>
          </p:cNvSpPr>
          <p:nvPr/>
        </p:nvSpPr>
        <p:spPr>
          <a:xfrm xmlns:a="http://schemas.openxmlformats.org/drawingml/2006/main">
            <a:off x="4065984" y="4229100"/>
            <a:ext cx="69294" cy="123825"/>
          </a:xfrm>
          <a:prstGeom xmlns:a="http://schemas.openxmlformats.org/drawingml/2006/main" prst="rect">
            <a:avLst/>
          </a:prstGeom>
          <a:solidFill xmlns:a="http://schemas.openxmlformats.org/drawingml/2006/main">
            <a:srgbClr val="45095C"/>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2298F520-BD67-4590-80B1-343297B77304}"/>
              </a:ext>
            </a:extLst>
          </p:cNvPr>
          <p:cNvSpPr>
            <a:spLocks xmlns:a="http://schemas.openxmlformats.org/drawingml/2006/main" noGrp="1"/>
          </p:cNvSpPr>
          <p:nvPr/>
        </p:nvSpPr>
        <p:spPr>
          <a:xfrm xmlns:a="http://schemas.openxmlformats.org/drawingml/2006/main">
            <a:off x="4131469" y="4229100"/>
            <a:ext cx="69294" cy="123825"/>
          </a:xfrm>
          <a:prstGeom xmlns:a="http://schemas.openxmlformats.org/drawingml/2006/main" prst="rect">
            <a:avLst/>
          </a:prstGeom>
          <a:solidFill xmlns:a="http://schemas.openxmlformats.org/drawingml/2006/main">
            <a:srgbClr val="450F61"/>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6F3B32BC-75F3-4164-8187-1FCE676DE342}"/>
              </a:ext>
            </a:extLst>
          </p:cNvPr>
          <p:cNvSpPr>
            <a:spLocks xmlns:a="http://schemas.openxmlformats.org/drawingml/2006/main" noGrp="1"/>
          </p:cNvSpPr>
          <p:nvPr/>
        </p:nvSpPr>
        <p:spPr>
          <a:xfrm xmlns:a="http://schemas.openxmlformats.org/drawingml/2006/main">
            <a:off x="4196953" y="4229100"/>
            <a:ext cx="69294" cy="123825"/>
          </a:xfrm>
          <a:prstGeom xmlns:a="http://schemas.openxmlformats.org/drawingml/2006/main" prst="rect">
            <a:avLst/>
          </a:prstGeom>
          <a:solidFill xmlns:a="http://schemas.openxmlformats.org/drawingml/2006/main">
            <a:srgbClr val="461466"/>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20C94F0C-2CB4-488E-9CE9-64F8823BB649}"/>
              </a:ext>
            </a:extLst>
          </p:cNvPr>
          <p:cNvSpPr>
            <a:spLocks xmlns:a="http://schemas.openxmlformats.org/drawingml/2006/main" noGrp="1"/>
          </p:cNvSpPr>
          <p:nvPr/>
        </p:nvSpPr>
        <p:spPr>
          <a:xfrm xmlns:a="http://schemas.openxmlformats.org/drawingml/2006/main">
            <a:off x="4262438" y="4229100"/>
            <a:ext cx="69294" cy="123825"/>
          </a:xfrm>
          <a:prstGeom xmlns:a="http://schemas.openxmlformats.org/drawingml/2006/main" prst="rect">
            <a:avLst/>
          </a:prstGeom>
          <a:solidFill xmlns:a="http://schemas.openxmlformats.org/drawingml/2006/main">
            <a:srgbClr val="471A6B"/>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ABB40312-CB01-49BC-9090-70E3C5033C89}"/>
              </a:ext>
            </a:extLst>
          </p:cNvPr>
          <p:cNvSpPr>
            <a:spLocks xmlns:a="http://schemas.openxmlformats.org/drawingml/2006/main" noGrp="1"/>
          </p:cNvSpPr>
          <p:nvPr/>
        </p:nvSpPr>
        <p:spPr>
          <a:xfrm xmlns:a="http://schemas.openxmlformats.org/drawingml/2006/main">
            <a:off x="4327922" y="4229100"/>
            <a:ext cx="69294" cy="123825"/>
          </a:xfrm>
          <a:prstGeom xmlns:a="http://schemas.openxmlformats.org/drawingml/2006/main" prst="rect">
            <a:avLst/>
          </a:prstGeom>
          <a:solidFill xmlns:a="http://schemas.openxmlformats.org/drawingml/2006/main">
            <a:srgbClr val="471F70"/>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585D9663-022F-4CE4-B21F-B3BF08389C45}"/>
              </a:ext>
            </a:extLst>
          </p:cNvPr>
          <p:cNvSpPr>
            <a:spLocks xmlns:a="http://schemas.openxmlformats.org/drawingml/2006/main" noGrp="1"/>
          </p:cNvSpPr>
          <p:nvPr/>
        </p:nvSpPr>
        <p:spPr>
          <a:xfrm xmlns:a="http://schemas.openxmlformats.org/drawingml/2006/main">
            <a:off x="4393406" y="4229100"/>
            <a:ext cx="69294" cy="123825"/>
          </a:xfrm>
          <a:prstGeom xmlns:a="http://schemas.openxmlformats.org/drawingml/2006/main" prst="rect">
            <a:avLst/>
          </a:prstGeom>
          <a:solidFill xmlns:a="http://schemas.openxmlformats.org/drawingml/2006/main">
            <a:srgbClr val="482575"/>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9D926891-D836-4331-BC6B-BF10F3E1959B}"/>
              </a:ext>
            </a:extLst>
          </p:cNvPr>
          <p:cNvSpPr>
            <a:spLocks xmlns:a="http://schemas.openxmlformats.org/drawingml/2006/main" noGrp="1"/>
          </p:cNvSpPr>
          <p:nvPr/>
        </p:nvSpPr>
        <p:spPr>
          <a:xfrm xmlns:a="http://schemas.openxmlformats.org/drawingml/2006/main">
            <a:off x="4458891" y="4229100"/>
            <a:ext cx="69294" cy="123825"/>
          </a:xfrm>
          <a:prstGeom xmlns:a="http://schemas.openxmlformats.org/drawingml/2006/main" prst="rect">
            <a:avLst/>
          </a:prstGeom>
          <a:solidFill xmlns:a="http://schemas.openxmlformats.org/drawingml/2006/main">
            <a:srgbClr val="472A79"/>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5FD8192D-FD54-4C20-8C0B-955872868224}"/>
              </a:ext>
            </a:extLst>
          </p:cNvPr>
          <p:cNvSpPr>
            <a:spLocks xmlns:a="http://schemas.openxmlformats.org/drawingml/2006/main" noGrp="1"/>
          </p:cNvSpPr>
          <p:nvPr/>
        </p:nvSpPr>
        <p:spPr>
          <a:xfrm xmlns:a="http://schemas.openxmlformats.org/drawingml/2006/main">
            <a:off x="4524375" y="4229100"/>
            <a:ext cx="69294" cy="123825"/>
          </a:xfrm>
          <a:prstGeom xmlns:a="http://schemas.openxmlformats.org/drawingml/2006/main" prst="rect">
            <a:avLst/>
          </a:prstGeom>
          <a:solidFill xmlns:a="http://schemas.openxmlformats.org/drawingml/2006/main">
            <a:srgbClr val="462E7B"/>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6571CAC9-89A3-4E4D-9294-4541CA0B52CA}"/>
              </a:ext>
            </a:extLst>
          </p:cNvPr>
          <p:cNvSpPr>
            <a:spLocks xmlns:a="http://schemas.openxmlformats.org/drawingml/2006/main" noGrp="1"/>
          </p:cNvSpPr>
          <p:nvPr/>
        </p:nvSpPr>
        <p:spPr>
          <a:xfrm xmlns:a="http://schemas.openxmlformats.org/drawingml/2006/main">
            <a:off x="4589859" y="4229100"/>
            <a:ext cx="69294" cy="123825"/>
          </a:xfrm>
          <a:prstGeom xmlns:a="http://schemas.openxmlformats.org/drawingml/2006/main" prst="rect">
            <a:avLst/>
          </a:prstGeom>
          <a:solidFill xmlns:a="http://schemas.openxmlformats.org/drawingml/2006/main">
            <a:srgbClr val="45337E"/>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15B5E4A3-BEA9-4C35-A35E-833E7E3DE100}"/>
              </a:ext>
            </a:extLst>
          </p:cNvPr>
          <p:cNvSpPr>
            <a:spLocks xmlns:a="http://schemas.openxmlformats.org/drawingml/2006/main" noGrp="1"/>
          </p:cNvSpPr>
          <p:nvPr/>
        </p:nvSpPr>
        <p:spPr>
          <a:xfrm xmlns:a="http://schemas.openxmlformats.org/drawingml/2006/main">
            <a:off x="4655344" y="4229100"/>
            <a:ext cx="69294" cy="123825"/>
          </a:xfrm>
          <a:prstGeom xmlns:a="http://schemas.openxmlformats.org/drawingml/2006/main" prst="rect">
            <a:avLst/>
          </a:prstGeom>
          <a:solidFill xmlns:a="http://schemas.openxmlformats.org/drawingml/2006/main">
            <a:srgbClr val="433880"/>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D4F3ABD2-99D6-4D62-B323-E99DBDC87E99}"/>
              </a:ext>
            </a:extLst>
          </p:cNvPr>
          <p:cNvSpPr>
            <a:spLocks xmlns:a="http://schemas.openxmlformats.org/drawingml/2006/main" noGrp="1"/>
          </p:cNvSpPr>
          <p:nvPr/>
        </p:nvSpPr>
        <p:spPr>
          <a:xfrm xmlns:a="http://schemas.openxmlformats.org/drawingml/2006/main">
            <a:off x="4720828" y="4229100"/>
            <a:ext cx="69294" cy="123825"/>
          </a:xfrm>
          <a:prstGeom xmlns:a="http://schemas.openxmlformats.org/drawingml/2006/main" prst="rect">
            <a:avLst/>
          </a:prstGeom>
          <a:solidFill xmlns:a="http://schemas.openxmlformats.org/drawingml/2006/main">
            <a:srgbClr val="423C82"/>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1B2244C5-9DB1-43A4-9A58-3E0A95C2DD2D}"/>
              </a:ext>
            </a:extLst>
          </p:cNvPr>
          <p:cNvSpPr>
            <a:spLocks xmlns:a="http://schemas.openxmlformats.org/drawingml/2006/main" noGrp="1"/>
          </p:cNvSpPr>
          <p:nvPr/>
        </p:nvSpPr>
        <p:spPr>
          <a:xfrm xmlns:a="http://schemas.openxmlformats.org/drawingml/2006/main">
            <a:off x="4786313" y="4229100"/>
            <a:ext cx="69294" cy="123825"/>
          </a:xfrm>
          <a:prstGeom xmlns:a="http://schemas.openxmlformats.org/drawingml/2006/main" prst="rect">
            <a:avLst/>
          </a:prstGeom>
          <a:solidFill xmlns:a="http://schemas.openxmlformats.org/drawingml/2006/main">
            <a:srgbClr val="404185"/>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CF0C8E75-E0CC-4E2E-8859-792DBEA8995A}"/>
              </a:ext>
            </a:extLst>
          </p:cNvPr>
          <p:cNvSpPr>
            <a:spLocks xmlns:a="http://schemas.openxmlformats.org/drawingml/2006/main" noGrp="1"/>
          </p:cNvSpPr>
          <p:nvPr/>
        </p:nvSpPr>
        <p:spPr>
          <a:xfrm xmlns:a="http://schemas.openxmlformats.org/drawingml/2006/main">
            <a:off x="4851797" y="4229100"/>
            <a:ext cx="69294" cy="123825"/>
          </a:xfrm>
          <a:prstGeom xmlns:a="http://schemas.openxmlformats.org/drawingml/2006/main" prst="rect">
            <a:avLst/>
          </a:prstGeom>
          <a:solidFill xmlns:a="http://schemas.openxmlformats.org/drawingml/2006/main">
            <a:srgbClr val="3F4687"/>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3AB87BE3-55BE-4067-A9CB-9682C4AAC6A0}"/>
              </a:ext>
            </a:extLst>
          </p:cNvPr>
          <p:cNvSpPr>
            <a:spLocks xmlns:a="http://schemas.openxmlformats.org/drawingml/2006/main" noGrp="1"/>
          </p:cNvSpPr>
          <p:nvPr/>
        </p:nvSpPr>
        <p:spPr>
          <a:xfrm xmlns:a="http://schemas.openxmlformats.org/drawingml/2006/main">
            <a:off x="4917281" y="4229100"/>
            <a:ext cx="69294" cy="123825"/>
          </a:xfrm>
          <a:prstGeom xmlns:a="http://schemas.openxmlformats.org/drawingml/2006/main" prst="rect">
            <a:avLst/>
          </a:prstGeom>
          <a:solidFill xmlns:a="http://schemas.openxmlformats.org/drawingml/2006/main">
            <a:srgbClr val="3D4A89"/>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733D4DCE-6AC7-4481-98C7-42559AA65CAF}"/>
              </a:ext>
            </a:extLst>
          </p:cNvPr>
          <p:cNvSpPr>
            <a:spLocks xmlns:a="http://schemas.openxmlformats.org/drawingml/2006/main" noGrp="1"/>
          </p:cNvSpPr>
          <p:nvPr/>
        </p:nvSpPr>
        <p:spPr>
          <a:xfrm xmlns:a="http://schemas.openxmlformats.org/drawingml/2006/main">
            <a:off x="4982766" y="4229100"/>
            <a:ext cx="69294" cy="123825"/>
          </a:xfrm>
          <a:prstGeom xmlns:a="http://schemas.openxmlformats.org/drawingml/2006/main" prst="rect">
            <a:avLst/>
          </a:prstGeom>
          <a:solidFill xmlns:a="http://schemas.openxmlformats.org/drawingml/2006/main">
            <a:srgbClr val="3C4F8A"/>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04979E4B-63C7-4892-8414-25067F0626C0}"/>
              </a:ext>
            </a:extLst>
          </p:cNvPr>
          <p:cNvSpPr>
            <a:spLocks xmlns:a="http://schemas.openxmlformats.org/drawingml/2006/main" noGrp="1"/>
          </p:cNvSpPr>
          <p:nvPr/>
        </p:nvSpPr>
        <p:spPr>
          <a:xfrm xmlns:a="http://schemas.openxmlformats.org/drawingml/2006/main">
            <a:off x="5048250" y="4229100"/>
            <a:ext cx="69294" cy="123825"/>
          </a:xfrm>
          <a:prstGeom xmlns:a="http://schemas.openxmlformats.org/drawingml/2006/main" prst="rect">
            <a:avLst/>
          </a:prstGeom>
          <a:solidFill xmlns:a="http://schemas.openxmlformats.org/drawingml/2006/main">
            <a:srgbClr val="3A538B"/>
          </a:solidFill>
          <a:ln xmlns:a="http://schemas.openxmlformats.org/drawingml/2006/main" w="0">
            <a:noFill/>
            <a:prstDash val="solid"/>
          </a:ln>
        </p:spPr>
      </p:sp>
      <p:sp>
        <p:nvSpPr>
          <p:cNvPr id="107" name="">
            <a:extLst xmlns:a="http://schemas.openxmlformats.org/drawingml/2006/main">
              <a:ext uri="{FF2B5EF4-FFF2-40B4-BE49-F238E27FC236}">
                <a16:creationId xmlns:a16="http://schemas.microsoft.com/office/drawing/2014/main" id="{B317B3D2-9A8E-4E8A-845C-5DA61740C4A4}"/>
              </a:ext>
            </a:extLst>
          </p:cNvPr>
          <p:cNvSpPr>
            <a:spLocks xmlns:a="http://schemas.openxmlformats.org/drawingml/2006/main" noGrp="1"/>
          </p:cNvSpPr>
          <p:nvPr/>
        </p:nvSpPr>
        <p:spPr>
          <a:xfrm xmlns:a="http://schemas.openxmlformats.org/drawingml/2006/main">
            <a:off x="5113734" y="4229100"/>
            <a:ext cx="69294" cy="123825"/>
          </a:xfrm>
          <a:prstGeom xmlns:a="http://schemas.openxmlformats.org/drawingml/2006/main" prst="rect">
            <a:avLst/>
          </a:prstGeom>
          <a:solidFill xmlns:a="http://schemas.openxmlformats.org/drawingml/2006/main">
            <a:srgbClr val="38578B"/>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1C4DEC05-29CE-47E7-A516-5CC2306BC3AF}"/>
              </a:ext>
            </a:extLst>
          </p:cNvPr>
          <p:cNvSpPr>
            <a:spLocks xmlns:a="http://schemas.openxmlformats.org/drawingml/2006/main" noGrp="1"/>
          </p:cNvSpPr>
          <p:nvPr/>
        </p:nvSpPr>
        <p:spPr>
          <a:xfrm xmlns:a="http://schemas.openxmlformats.org/drawingml/2006/main">
            <a:off x="5179219" y="4229100"/>
            <a:ext cx="69294" cy="123825"/>
          </a:xfrm>
          <a:prstGeom xmlns:a="http://schemas.openxmlformats.org/drawingml/2006/main" prst="rect">
            <a:avLst/>
          </a:prstGeom>
          <a:solidFill xmlns:a="http://schemas.openxmlformats.org/drawingml/2006/main">
            <a:srgbClr val="365C8C"/>
          </a:solidFill>
          <a:ln xmlns:a="http://schemas.openxmlformats.org/drawingml/2006/main" w="0">
            <a:noFill/>
            <a:prstDash val="solid"/>
          </a:ln>
        </p:spPr>
      </p:sp>
      <p:sp>
        <p:nvSpPr>
          <p:cNvPr id="109" name="">
            <a:extLst xmlns:a="http://schemas.openxmlformats.org/drawingml/2006/main">
              <a:ext uri="{FF2B5EF4-FFF2-40B4-BE49-F238E27FC236}">
                <a16:creationId xmlns:a16="http://schemas.microsoft.com/office/drawing/2014/main" id="{67F1E27F-2850-4184-95C7-F1D5297373E2}"/>
              </a:ext>
            </a:extLst>
          </p:cNvPr>
          <p:cNvSpPr>
            <a:spLocks xmlns:a="http://schemas.openxmlformats.org/drawingml/2006/main" noGrp="1"/>
          </p:cNvSpPr>
          <p:nvPr/>
        </p:nvSpPr>
        <p:spPr>
          <a:xfrm xmlns:a="http://schemas.openxmlformats.org/drawingml/2006/main">
            <a:off x="5244703" y="4229100"/>
            <a:ext cx="69294" cy="123825"/>
          </a:xfrm>
          <a:prstGeom xmlns:a="http://schemas.openxmlformats.org/drawingml/2006/main" prst="rect">
            <a:avLst/>
          </a:prstGeom>
          <a:solidFill xmlns:a="http://schemas.openxmlformats.org/drawingml/2006/main">
            <a:srgbClr val="34608D"/>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628E7453-5D98-40FD-8D41-4E1AC9AFA51E}"/>
              </a:ext>
            </a:extLst>
          </p:cNvPr>
          <p:cNvSpPr>
            <a:spLocks xmlns:a="http://schemas.openxmlformats.org/drawingml/2006/main" noGrp="1"/>
          </p:cNvSpPr>
          <p:nvPr/>
        </p:nvSpPr>
        <p:spPr>
          <a:xfrm xmlns:a="http://schemas.openxmlformats.org/drawingml/2006/main">
            <a:off x="5310188" y="4229100"/>
            <a:ext cx="69294" cy="123825"/>
          </a:xfrm>
          <a:prstGeom xmlns:a="http://schemas.openxmlformats.org/drawingml/2006/main" prst="rect">
            <a:avLst/>
          </a:prstGeom>
          <a:solidFill xmlns:a="http://schemas.openxmlformats.org/drawingml/2006/main">
            <a:srgbClr val="33648D"/>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9D3D9459-5C1C-4E92-97A6-888D7B864D33}"/>
              </a:ext>
            </a:extLst>
          </p:cNvPr>
          <p:cNvSpPr>
            <a:spLocks xmlns:a="http://schemas.openxmlformats.org/drawingml/2006/main" noGrp="1"/>
          </p:cNvSpPr>
          <p:nvPr/>
        </p:nvSpPr>
        <p:spPr>
          <a:xfrm xmlns:a="http://schemas.openxmlformats.org/drawingml/2006/main">
            <a:off x="5375672" y="4229100"/>
            <a:ext cx="69294" cy="123825"/>
          </a:xfrm>
          <a:prstGeom xmlns:a="http://schemas.openxmlformats.org/drawingml/2006/main" prst="rect">
            <a:avLst/>
          </a:prstGeom>
          <a:solidFill xmlns:a="http://schemas.openxmlformats.org/drawingml/2006/main">
            <a:srgbClr val="31698E"/>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E0610592-56CE-4619-91C0-0F32AB1DB2FC}"/>
              </a:ext>
            </a:extLst>
          </p:cNvPr>
          <p:cNvSpPr>
            <a:spLocks xmlns:a="http://schemas.openxmlformats.org/drawingml/2006/main" noGrp="1"/>
          </p:cNvSpPr>
          <p:nvPr/>
        </p:nvSpPr>
        <p:spPr>
          <a:xfrm xmlns:a="http://schemas.openxmlformats.org/drawingml/2006/main">
            <a:off x="5441156" y="4229100"/>
            <a:ext cx="69294" cy="123825"/>
          </a:xfrm>
          <a:prstGeom xmlns:a="http://schemas.openxmlformats.org/drawingml/2006/main" prst="rect">
            <a:avLst/>
          </a:prstGeom>
          <a:solidFill xmlns:a="http://schemas.openxmlformats.org/drawingml/2006/main">
            <a:srgbClr val="2F6C8E"/>
          </a:solidFill>
          <a:ln xmlns:a="http://schemas.openxmlformats.org/drawingml/2006/main" w="0">
            <a:noFill/>
            <a:prstDash val="solid"/>
          </a:ln>
        </p:spPr>
      </p:sp>
      <p:sp>
        <p:nvSpPr>
          <p:cNvPr id="113" name="">
            <a:extLst xmlns:a="http://schemas.openxmlformats.org/drawingml/2006/main">
              <a:ext uri="{FF2B5EF4-FFF2-40B4-BE49-F238E27FC236}">
                <a16:creationId xmlns:a16="http://schemas.microsoft.com/office/drawing/2014/main" id="{35D467EA-9C15-42AD-9453-E9CE509BF33E}"/>
              </a:ext>
            </a:extLst>
          </p:cNvPr>
          <p:cNvSpPr>
            <a:spLocks xmlns:a="http://schemas.openxmlformats.org/drawingml/2006/main" noGrp="1"/>
          </p:cNvSpPr>
          <p:nvPr/>
        </p:nvSpPr>
        <p:spPr>
          <a:xfrm xmlns:a="http://schemas.openxmlformats.org/drawingml/2006/main">
            <a:off x="5506641" y="4229100"/>
            <a:ext cx="69294" cy="123825"/>
          </a:xfrm>
          <a:prstGeom xmlns:a="http://schemas.openxmlformats.org/drawingml/2006/main" prst="rect">
            <a:avLst/>
          </a:prstGeom>
          <a:solidFill xmlns:a="http://schemas.openxmlformats.org/drawingml/2006/main">
            <a:srgbClr val="2E708E"/>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08A5540C-D0F4-46B6-A36F-CB0C056ECA19}"/>
              </a:ext>
            </a:extLst>
          </p:cNvPr>
          <p:cNvSpPr>
            <a:spLocks xmlns:a="http://schemas.openxmlformats.org/drawingml/2006/main" noGrp="1"/>
          </p:cNvSpPr>
          <p:nvPr/>
        </p:nvSpPr>
        <p:spPr>
          <a:xfrm xmlns:a="http://schemas.openxmlformats.org/drawingml/2006/main">
            <a:off x="5572125" y="4229100"/>
            <a:ext cx="69294" cy="123825"/>
          </a:xfrm>
          <a:prstGeom xmlns:a="http://schemas.openxmlformats.org/drawingml/2006/main" prst="rect">
            <a:avLst/>
          </a:prstGeom>
          <a:solidFill xmlns:a="http://schemas.openxmlformats.org/drawingml/2006/main">
            <a:srgbClr val="2C748E"/>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0E00AA9C-66F4-4C5A-AC08-ACBEAE5D6DF2}"/>
              </a:ext>
            </a:extLst>
          </p:cNvPr>
          <p:cNvSpPr>
            <a:spLocks xmlns:a="http://schemas.openxmlformats.org/drawingml/2006/main" noGrp="1"/>
          </p:cNvSpPr>
          <p:nvPr/>
        </p:nvSpPr>
        <p:spPr>
          <a:xfrm xmlns:a="http://schemas.openxmlformats.org/drawingml/2006/main">
            <a:off x="5637609" y="4229100"/>
            <a:ext cx="69294" cy="123825"/>
          </a:xfrm>
          <a:prstGeom xmlns:a="http://schemas.openxmlformats.org/drawingml/2006/main" prst="rect">
            <a:avLst/>
          </a:prstGeom>
          <a:solidFill xmlns:a="http://schemas.openxmlformats.org/drawingml/2006/main">
            <a:srgbClr val="2B778E"/>
          </a:solidFill>
          <a:ln xmlns:a="http://schemas.openxmlformats.org/drawingml/2006/main" w="0">
            <a:noFill/>
            <a:prstDash val="solid"/>
          </a:ln>
        </p:spPr>
      </p:sp>
      <p:sp>
        <p:nvSpPr>
          <p:cNvPr id="116" name="">
            <a:extLst xmlns:a="http://schemas.openxmlformats.org/drawingml/2006/main">
              <a:ext uri="{FF2B5EF4-FFF2-40B4-BE49-F238E27FC236}">
                <a16:creationId xmlns:a16="http://schemas.microsoft.com/office/drawing/2014/main" id="{29338A37-DBF4-4CA4-9F12-A0E082DC9886}"/>
              </a:ext>
            </a:extLst>
          </p:cNvPr>
          <p:cNvSpPr>
            <a:spLocks xmlns:a="http://schemas.openxmlformats.org/drawingml/2006/main" noGrp="1"/>
          </p:cNvSpPr>
          <p:nvPr/>
        </p:nvSpPr>
        <p:spPr>
          <a:xfrm xmlns:a="http://schemas.openxmlformats.org/drawingml/2006/main">
            <a:off x="5703094" y="4229100"/>
            <a:ext cx="69294" cy="123825"/>
          </a:xfrm>
          <a:prstGeom xmlns:a="http://schemas.openxmlformats.org/drawingml/2006/main" prst="rect">
            <a:avLst/>
          </a:prstGeom>
          <a:solidFill xmlns:a="http://schemas.openxmlformats.org/drawingml/2006/main">
            <a:srgbClr val="297B8E"/>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E8A077EB-8E5F-4257-B8F7-51D67F07EBF1}"/>
              </a:ext>
            </a:extLst>
          </p:cNvPr>
          <p:cNvSpPr>
            <a:spLocks xmlns:a="http://schemas.openxmlformats.org/drawingml/2006/main" noGrp="1"/>
          </p:cNvSpPr>
          <p:nvPr/>
        </p:nvSpPr>
        <p:spPr>
          <a:xfrm xmlns:a="http://schemas.openxmlformats.org/drawingml/2006/main">
            <a:off x="5768578" y="4229100"/>
            <a:ext cx="69294" cy="123825"/>
          </a:xfrm>
          <a:prstGeom xmlns:a="http://schemas.openxmlformats.org/drawingml/2006/main" prst="rect">
            <a:avLst/>
          </a:prstGeom>
          <a:solidFill xmlns:a="http://schemas.openxmlformats.org/drawingml/2006/main">
            <a:srgbClr val="277F8E"/>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E5B4DE97-E93E-43E5-B075-A7AABE868017}"/>
              </a:ext>
            </a:extLst>
          </p:cNvPr>
          <p:cNvSpPr>
            <a:spLocks xmlns:a="http://schemas.openxmlformats.org/drawingml/2006/main" noGrp="1"/>
          </p:cNvSpPr>
          <p:nvPr/>
        </p:nvSpPr>
        <p:spPr>
          <a:xfrm xmlns:a="http://schemas.openxmlformats.org/drawingml/2006/main">
            <a:off x="5834063" y="4229100"/>
            <a:ext cx="69294" cy="123825"/>
          </a:xfrm>
          <a:prstGeom xmlns:a="http://schemas.openxmlformats.org/drawingml/2006/main" prst="rect">
            <a:avLst/>
          </a:prstGeom>
          <a:solidFill xmlns:a="http://schemas.openxmlformats.org/drawingml/2006/main">
            <a:srgbClr val="26828E"/>
          </a:solidFill>
          <a:ln xmlns:a="http://schemas.openxmlformats.org/drawingml/2006/main" w="0">
            <a:noFill/>
            <a:prstDash val="solid"/>
          </a:ln>
        </p:spPr>
      </p:sp>
      <p:sp>
        <p:nvSpPr>
          <p:cNvPr id="119" name="">
            <a:extLst xmlns:a="http://schemas.openxmlformats.org/drawingml/2006/main">
              <a:ext uri="{FF2B5EF4-FFF2-40B4-BE49-F238E27FC236}">
                <a16:creationId xmlns:a16="http://schemas.microsoft.com/office/drawing/2014/main" id="{411F02F9-2A8C-42C9-BD24-74CE8951F317}"/>
              </a:ext>
            </a:extLst>
          </p:cNvPr>
          <p:cNvSpPr>
            <a:spLocks xmlns:a="http://schemas.openxmlformats.org/drawingml/2006/main" noGrp="1"/>
          </p:cNvSpPr>
          <p:nvPr/>
        </p:nvSpPr>
        <p:spPr>
          <a:xfrm xmlns:a="http://schemas.openxmlformats.org/drawingml/2006/main">
            <a:off x="5899547" y="4229100"/>
            <a:ext cx="69294" cy="123825"/>
          </a:xfrm>
          <a:prstGeom xmlns:a="http://schemas.openxmlformats.org/drawingml/2006/main" prst="rect">
            <a:avLst/>
          </a:prstGeom>
          <a:solidFill xmlns:a="http://schemas.openxmlformats.org/drawingml/2006/main">
            <a:srgbClr val="25868D"/>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A8C25804-7F53-4448-AA1F-0479E89E060C}"/>
              </a:ext>
            </a:extLst>
          </p:cNvPr>
          <p:cNvSpPr>
            <a:spLocks xmlns:a="http://schemas.openxmlformats.org/drawingml/2006/main" noGrp="1"/>
          </p:cNvSpPr>
          <p:nvPr/>
        </p:nvSpPr>
        <p:spPr>
          <a:xfrm xmlns:a="http://schemas.openxmlformats.org/drawingml/2006/main">
            <a:off x="5965031" y="4229100"/>
            <a:ext cx="69294" cy="123825"/>
          </a:xfrm>
          <a:prstGeom xmlns:a="http://schemas.openxmlformats.org/drawingml/2006/main" prst="rect">
            <a:avLst/>
          </a:prstGeom>
          <a:solidFill xmlns:a="http://schemas.openxmlformats.org/drawingml/2006/main">
            <a:srgbClr val="248A8D"/>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F3D2F2C3-B4BC-4980-8288-38ECF2C696A6}"/>
              </a:ext>
            </a:extLst>
          </p:cNvPr>
          <p:cNvSpPr>
            <a:spLocks xmlns:a="http://schemas.openxmlformats.org/drawingml/2006/main" noGrp="1"/>
          </p:cNvSpPr>
          <p:nvPr/>
        </p:nvSpPr>
        <p:spPr>
          <a:xfrm xmlns:a="http://schemas.openxmlformats.org/drawingml/2006/main">
            <a:off x="6030516" y="4229100"/>
            <a:ext cx="69294" cy="123825"/>
          </a:xfrm>
          <a:prstGeom xmlns:a="http://schemas.openxmlformats.org/drawingml/2006/main" prst="rect">
            <a:avLst/>
          </a:prstGeom>
          <a:solidFill xmlns:a="http://schemas.openxmlformats.org/drawingml/2006/main">
            <a:srgbClr val="238E8C"/>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773A9C2E-A006-43BF-9DF8-CE3B458FCDE3}"/>
              </a:ext>
            </a:extLst>
          </p:cNvPr>
          <p:cNvSpPr>
            <a:spLocks xmlns:a="http://schemas.openxmlformats.org/drawingml/2006/main" noGrp="1"/>
          </p:cNvSpPr>
          <p:nvPr/>
        </p:nvSpPr>
        <p:spPr>
          <a:xfrm xmlns:a="http://schemas.openxmlformats.org/drawingml/2006/main">
            <a:off x="6096000" y="4229100"/>
            <a:ext cx="69294" cy="123825"/>
          </a:xfrm>
          <a:prstGeom xmlns:a="http://schemas.openxmlformats.org/drawingml/2006/main" prst="rect">
            <a:avLst/>
          </a:prstGeom>
          <a:solidFill xmlns:a="http://schemas.openxmlformats.org/drawingml/2006/main">
            <a:srgbClr val="22928B"/>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F3384039-9C66-4386-9BE4-FD75EBB9BF93}"/>
              </a:ext>
            </a:extLst>
          </p:cNvPr>
          <p:cNvSpPr>
            <a:spLocks xmlns:a="http://schemas.openxmlformats.org/drawingml/2006/main" noGrp="1"/>
          </p:cNvSpPr>
          <p:nvPr/>
        </p:nvSpPr>
        <p:spPr>
          <a:xfrm xmlns:a="http://schemas.openxmlformats.org/drawingml/2006/main">
            <a:off x="6161484" y="4229100"/>
            <a:ext cx="69294" cy="123825"/>
          </a:xfrm>
          <a:prstGeom xmlns:a="http://schemas.openxmlformats.org/drawingml/2006/main" prst="rect">
            <a:avLst/>
          </a:prstGeom>
          <a:solidFill xmlns:a="http://schemas.openxmlformats.org/drawingml/2006/main">
            <a:srgbClr val="21968A"/>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C69F6455-F595-4A43-9CEE-834DB46C6D49}"/>
              </a:ext>
            </a:extLst>
          </p:cNvPr>
          <p:cNvSpPr>
            <a:spLocks xmlns:a="http://schemas.openxmlformats.org/drawingml/2006/main" noGrp="1"/>
          </p:cNvSpPr>
          <p:nvPr/>
        </p:nvSpPr>
        <p:spPr>
          <a:xfrm xmlns:a="http://schemas.openxmlformats.org/drawingml/2006/main">
            <a:off x="6226969" y="4229100"/>
            <a:ext cx="69294" cy="123825"/>
          </a:xfrm>
          <a:prstGeom xmlns:a="http://schemas.openxmlformats.org/drawingml/2006/main" prst="rect">
            <a:avLst/>
          </a:prstGeom>
          <a:solidFill xmlns:a="http://schemas.openxmlformats.org/drawingml/2006/main">
            <a:srgbClr val="209A8A"/>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251922C5-D058-48FB-96BE-507603FE29C4}"/>
              </a:ext>
            </a:extLst>
          </p:cNvPr>
          <p:cNvSpPr>
            <a:spLocks xmlns:a="http://schemas.openxmlformats.org/drawingml/2006/main" noGrp="1"/>
          </p:cNvSpPr>
          <p:nvPr/>
        </p:nvSpPr>
        <p:spPr>
          <a:xfrm xmlns:a="http://schemas.openxmlformats.org/drawingml/2006/main">
            <a:off x="6292453" y="4229100"/>
            <a:ext cx="69294" cy="123825"/>
          </a:xfrm>
          <a:prstGeom xmlns:a="http://schemas.openxmlformats.org/drawingml/2006/main" prst="rect">
            <a:avLst/>
          </a:prstGeom>
          <a:solidFill xmlns:a="http://schemas.openxmlformats.org/drawingml/2006/main">
            <a:srgbClr val="1F9E89"/>
          </a:solidFill>
          <a:ln xmlns:a="http://schemas.openxmlformats.org/drawingml/2006/main" w="0">
            <a:noFill/>
            <a:prstDash val="solid"/>
          </a:ln>
        </p:spPr>
      </p:sp>
      <p:sp>
        <p:nvSpPr>
          <p:cNvPr id="126" name="">
            <a:extLst xmlns:a="http://schemas.openxmlformats.org/drawingml/2006/main">
              <a:ext uri="{FF2B5EF4-FFF2-40B4-BE49-F238E27FC236}">
                <a16:creationId xmlns:a16="http://schemas.microsoft.com/office/drawing/2014/main" id="{C35A758F-7D4E-4664-8291-770A8C1E56E9}"/>
              </a:ext>
            </a:extLst>
          </p:cNvPr>
          <p:cNvSpPr>
            <a:spLocks xmlns:a="http://schemas.openxmlformats.org/drawingml/2006/main" noGrp="1"/>
          </p:cNvSpPr>
          <p:nvPr/>
        </p:nvSpPr>
        <p:spPr>
          <a:xfrm xmlns:a="http://schemas.openxmlformats.org/drawingml/2006/main">
            <a:off x="6357938" y="4229100"/>
            <a:ext cx="69294" cy="123825"/>
          </a:xfrm>
          <a:prstGeom xmlns:a="http://schemas.openxmlformats.org/drawingml/2006/main" prst="rect">
            <a:avLst/>
          </a:prstGeom>
          <a:solidFill xmlns:a="http://schemas.openxmlformats.org/drawingml/2006/main">
            <a:srgbClr val="22A187"/>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20EE7E23-2998-4A33-A1E5-0C81FF3FD687}"/>
              </a:ext>
            </a:extLst>
          </p:cNvPr>
          <p:cNvSpPr>
            <a:spLocks xmlns:a="http://schemas.openxmlformats.org/drawingml/2006/main" noGrp="1"/>
          </p:cNvSpPr>
          <p:nvPr/>
        </p:nvSpPr>
        <p:spPr>
          <a:xfrm xmlns:a="http://schemas.openxmlformats.org/drawingml/2006/main">
            <a:off x="6423422" y="4229100"/>
            <a:ext cx="69294" cy="123825"/>
          </a:xfrm>
          <a:prstGeom xmlns:a="http://schemas.openxmlformats.org/drawingml/2006/main" prst="rect">
            <a:avLst/>
          </a:prstGeom>
          <a:solidFill xmlns:a="http://schemas.openxmlformats.org/drawingml/2006/main">
            <a:srgbClr val="25A585"/>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7F5E5507-CBE3-49D1-820C-AD6D401A921C}"/>
              </a:ext>
            </a:extLst>
          </p:cNvPr>
          <p:cNvSpPr>
            <a:spLocks xmlns:a="http://schemas.openxmlformats.org/drawingml/2006/main" noGrp="1"/>
          </p:cNvSpPr>
          <p:nvPr/>
        </p:nvSpPr>
        <p:spPr>
          <a:xfrm xmlns:a="http://schemas.openxmlformats.org/drawingml/2006/main">
            <a:off x="6488906" y="4229100"/>
            <a:ext cx="69294" cy="123825"/>
          </a:xfrm>
          <a:prstGeom xmlns:a="http://schemas.openxmlformats.org/drawingml/2006/main" prst="rect">
            <a:avLst/>
          </a:prstGeom>
          <a:solidFill xmlns:a="http://schemas.openxmlformats.org/drawingml/2006/main">
            <a:srgbClr val="28A882"/>
          </a:solidFill>
          <a:ln xmlns:a="http://schemas.openxmlformats.org/drawingml/2006/main" w="0">
            <a:noFill/>
            <a:prstDash val="solid"/>
          </a:ln>
        </p:spPr>
      </p:sp>
      <p:sp>
        <p:nvSpPr>
          <p:cNvPr id="129" name="">
            <a:extLst xmlns:a="http://schemas.openxmlformats.org/drawingml/2006/main">
              <a:ext uri="{FF2B5EF4-FFF2-40B4-BE49-F238E27FC236}">
                <a16:creationId xmlns:a16="http://schemas.microsoft.com/office/drawing/2014/main" id="{0EE27A7D-4676-46AE-BC0C-20489B978031}"/>
              </a:ext>
            </a:extLst>
          </p:cNvPr>
          <p:cNvSpPr>
            <a:spLocks xmlns:a="http://schemas.openxmlformats.org/drawingml/2006/main" noGrp="1"/>
          </p:cNvSpPr>
          <p:nvPr/>
        </p:nvSpPr>
        <p:spPr>
          <a:xfrm xmlns:a="http://schemas.openxmlformats.org/drawingml/2006/main">
            <a:off x="6554391" y="4229100"/>
            <a:ext cx="69294" cy="123825"/>
          </a:xfrm>
          <a:prstGeom xmlns:a="http://schemas.openxmlformats.org/drawingml/2006/main" prst="rect">
            <a:avLst/>
          </a:prstGeom>
          <a:solidFill xmlns:a="http://schemas.openxmlformats.org/drawingml/2006/main">
            <a:srgbClr val="2BAC80"/>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569B16DC-4686-4CAC-B5C4-9EDAA6540BE7}"/>
              </a:ext>
            </a:extLst>
          </p:cNvPr>
          <p:cNvSpPr>
            <a:spLocks xmlns:a="http://schemas.openxmlformats.org/drawingml/2006/main" noGrp="1"/>
          </p:cNvSpPr>
          <p:nvPr/>
        </p:nvSpPr>
        <p:spPr>
          <a:xfrm xmlns:a="http://schemas.openxmlformats.org/drawingml/2006/main">
            <a:off x="6619875" y="4229100"/>
            <a:ext cx="69294" cy="123825"/>
          </a:xfrm>
          <a:prstGeom xmlns:a="http://schemas.openxmlformats.org/drawingml/2006/main" prst="rect">
            <a:avLst/>
          </a:prstGeom>
          <a:solidFill xmlns:a="http://schemas.openxmlformats.org/drawingml/2006/main">
            <a:srgbClr val="2EAF7E"/>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E6582179-8337-420E-A706-856E269F77FA}"/>
              </a:ext>
            </a:extLst>
          </p:cNvPr>
          <p:cNvSpPr>
            <a:spLocks xmlns:a="http://schemas.openxmlformats.org/drawingml/2006/main" noGrp="1"/>
          </p:cNvSpPr>
          <p:nvPr/>
        </p:nvSpPr>
        <p:spPr>
          <a:xfrm xmlns:a="http://schemas.openxmlformats.org/drawingml/2006/main">
            <a:off x="6685359" y="4229100"/>
            <a:ext cx="69294" cy="123825"/>
          </a:xfrm>
          <a:prstGeom xmlns:a="http://schemas.openxmlformats.org/drawingml/2006/main" prst="rect">
            <a:avLst/>
          </a:prstGeom>
          <a:solidFill xmlns:a="http://schemas.openxmlformats.org/drawingml/2006/main">
            <a:srgbClr val="31B37C"/>
          </a:solidFill>
          <a:ln xmlns:a="http://schemas.openxmlformats.org/drawingml/2006/main" w="0">
            <a:noFill/>
            <a:prstDash val="solid"/>
          </a:ln>
        </p:spPr>
      </p:sp>
      <p:sp>
        <p:nvSpPr>
          <p:cNvPr id="132" name="">
            <a:extLst xmlns:a="http://schemas.openxmlformats.org/drawingml/2006/main">
              <a:ext uri="{FF2B5EF4-FFF2-40B4-BE49-F238E27FC236}">
                <a16:creationId xmlns:a16="http://schemas.microsoft.com/office/drawing/2014/main" id="{777D2EDF-5B3C-4FD1-BA0C-5C32144A3419}"/>
              </a:ext>
            </a:extLst>
          </p:cNvPr>
          <p:cNvSpPr>
            <a:spLocks xmlns:a="http://schemas.openxmlformats.org/drawingml/2006/main" noGrp="1"/>
          </p:cNvSpPr>
          <p:nvPr/>
        </p:nvSpPr>
        <p:spPr>
          <a:xfrm xmlns:a="http://schemas.openxmlformats.org/drawingml/2006/main">
            <a:off x="6750844" y="4229100"/>
            <a:ext cx="69294" cy="123825"/>
          </a:xfrm>
          <a:prstGeom xmlns:a="http://schemas.openxmlformats.org/drawingml/2006/main" prst="rect">
            <a:avLst/>
          </a:prstGeom>
          <a:solidFill xmlns:a="http://schemas.openxmlformats.org/drawingml/2006/main">
            <a:srgbClr val="34B679"/>
          </a:solidFill>
          <a:ln xmlns:a="http://schemas.openxmlformats.org/drawingml/2006/main" w="0">
            <a:noFill/>
            <a:prstDash val="solid"/>
          </a:ln>
        </p:spPr>
      </p:sp>
      <p:sp>
        <p:nvSpPr>
          <p:cNvPr id="133" name="">
            <a:extLst xmlns:a="http://schemas.openxmlformats.org/drawingml/2006/main">
              <a:ext uri="{FF2B5EF4-FFF2-40B4-BE49-F238E27FC236}">
                <a16:creationId xmlns:a16="http://schemas.microsoft.com/office/drawing/2014/main" id="{AABF2547-62C7-4812-9ADE-4BA03CE5F571}"/>
              </a:ext>
            </a:extLst>
          </p:cNvPr>
          <p:cNvSpPr>
            <a:spLocks xmlns:a="http://schemas.openxmlformats.org/drawingml/2006/main" noGrp="1"/>
          </p:cNvSpPr>
          <p:nvPr/>
        </p:nvSpPr>
        <p:spPr>
          <a:xfrm xmlns:a="http://schemas.openxmlformats.org/drawingml/2006/main">
            <a:off x="6816328" y="4229100"/>
            <a:ext cx="69294" cy="123825"/>
          </a:xfrm>
          <a:prstGeom xmlns:a="http://schemas.openxmlformats.org/drawingml/2006/main" prst="rect">
            <a:avLst/>
          </a:prstGeom>
          <a:solidFill xmlns:a="http://schemas.openxmlformats.org/drawingml/2006/main">
            <a:srgbClr val="3CBA75"/>
          </a:solidFill>
          <a:ln xmlns:a="http://schemas.openxmlformats.org/drawingml/2006/main" w="0">
            <a:noFill/>
            <a:prstDash val="solid"/>
          </a:ln>
        </p:spPr>
      </p:sp>
      <p:sp>
        <p:nvSpPr>
          <p:cNvPr id="134" name="">
            <a:extLst xmlns:a="http://schemas.openxmlformats.org/drawingml/2006/main">
              <a:ext uri="{FF2B5EF4-FFF2-40B4-BE49-F238E27FC236}">
                <a16:creationId xmlns:a16="http://schemas.microsoft.com/office/drawing/2014/main" id="{A77B3B90-F2C2-413E-9F0C-3565508CD985}"/>
              </a:ext>
            </a:extLst>
          </p:cNvPr>
          <p:cNvSpPr>
            <a:spLocks xmlns:a="http://schemas.openxmlformats.org/drawingml/2006/main" noGrp="1"/>
          </p:cNvSpPr>
          <p:nvPr/>
        </p:nvSpPr>
        <p:spPr>
          <a:xfrm xmlns:a="http://schemas.openxmlformats.org/drawingml/2006/main">
            <a:off x="6881813" y="4229100"/>
            <a:ext cx="69294" cy="123825"/>
          </a:xfrm>
          <a:prstGeom xmlns:a="http://schemas.openxmlformats.org/drawingml/2006/main" prst="rect">
            <a:avLst/>
          </a:prstGeom>
          <a:solidFill xmlns:a="http://schemas.openxmlformats.org/drawingml/2006/main">
            <a:srgbClr val="43BD71"/>
          </a:solidFill>
          <a:ln xmlns:a="http://schemas.openxmlformats.org/drawingml/2006/main" w="0">
            <a:noFill/>
            <a:prstDash val="solid"/>
          </a:ln>
        </p:spPr>
      </p:sp>
      <p:sp>
        <p:nvSpPr>
          <p:cNvPr id="135" name="">
            <a:extLst xmlns:a="http://schemas.openxmlformats.org/drawingml/2006/main">
              <a:ext uri="{FF2B5EF4-FFF2-40B4-BE49-F238E27FC236}">
                <a16:creationId xmlns:a16="http://schemas.microsoft.com/office/drawing/2014/main" id="{DE42515B-6E59-459C-B93A-92C3D659F661}"/>
              </a:ext>
            </a:extLst>
          </p:cNvPr>
          <p:cNvSpPr>
            <a:spLocks xmlns:a="http://schemas.openxmlformats.org/drawingml/2006/main" noGrp="1"/>
          </p:cNvSpPr>
          <p:nvPr/>
        </p:nvSpPr>
        <p:spPr>
          <a:xfrm xmlns:a="http://schemas.openxmlformats.org/drawingml/2006/main">
            <a:off x="6947297" y="4229100"/>
            <a:ext cx="69294" cy="123825"/>
          </a:xfrm>
          <a:prstGeom xmlns:a="http://schemas.openxmlformats.org/drawingml/2006/main" prst="rect">
            <a:avLst/>
          </a:prstGeom>
          <a:solidFill xmlns:a="http://schemas.openxmlformats.org/drawingml/2006/main">
            <a:srgbClr val="4BC06C"/>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ED15D134-E0F8-4B3E-BF8C-1329B7A09D71}"/>
              </a:ext>
            </a:extLst>
          </p:cNvPr>
          <p:cNvSpPr>
            <a:spLocks xmlns:a="http://schemas.openxmlformats.org/drawingml/2006/main" noGrp="1"/>
          </p:cNvSpPr>
          <p:nvPr/>
        </p:nvSpPr>
        <p:spPr>
          <a:xfrm xmlns:a="http://schemas.openxmlformats.org/drawingml/2006/main">
            <a:off x="7012781" y="4229100"/>
            <a:ext cx="69294" cy="123825"/>
          </a:xfrm>
          <a:prstGeom xmlns:a="http://schemas.openxmlformats.org/drawingml/2006/main" prst="rect">
            <a:avLst/>
          </a:prstGeom>
          <a:solidFill xmlns:a="http://schemas.openxmlformats.org/drawingml/2006/main">
            <a:srgbClr val="53C368"/>
          </a:solidFill>
          <a:ln xmlns:a="http://schemas.openxmlformats.org/drawingml/2006/main" w="0">
            <a:noFill/>
            <a:prstDash val="solid"/>
          </a:ln>
        </p:spPr>
      </p:sp>
      <p:sp>
        <p:nvSpPr>
          <p:cNvPr id="137" name="">
            <a:extLst xmlns:a="http://schemas.openxmlformats.org/drawingml/2006/main">
              <a:ext uri="{FF2B5EF4-FFF2-40B4-BE49-F238E27FC236}">
                <a16:creationId xmlns:a16="http://schemas.microsoft.com/office/drawing/2014/main" id="{7244DA97-0FE0-4CC0-B3E3-4B33451069AF}"/>
              </a:ext>
            </a:extLst>
          </p:cNvPr>
          <p:cNvSpPr>
            <a:spLocks xmlns:a="http://schemas.openxmlformats.org/drawingml/2006/main" noGrp="1"/>
          </p:cNvSpPr>
          <p:nvPr/>
        </p:nvSpPr>
        <p:spPr>
          <a:xfrm xmlns:a="http://schemas.openxmlformats.org/drawingml/2006/main">
            <a:off x="7078266" y="4229100"/>
            <a:ext cx="69294" cy="123825"/>
          </a:xfrm>
          <a:prstGeom xmlns:a="http://schemas.openxmlformats.org/drawingml/2006/main" prst="rect">
            <a:avLst/>
          </a:prstGeom>
          <a:solidFill xmlns:a="http://schemas.openxmlformats.org/drawingml/2006/main">
            <a:srgbClr val="5BC663"/>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08665637-2AEE-47F1-94ED-B133C3EBD3A9}"/>
              </a:ext>
            </a:extLst>
          </p:cNvPr>
          <p:cNvSpPr>
            <a:spLocks xmlns:a="http://schemas.openxmlformats.org/drawingml/2006/main" noGrp="1"/>
          </p:cNvSpPr>
          <p:nvPr/>
        </p:nvSpPr>
        <p:spPr>
          <a:xfrm xmlns:a="http://schemas.openxmlformats.org/drawingml/2006/main">
            <a:off x="7143750" y="4229100"/>
            <a:ext cx="69294" cy="123825"/>
          </a:xfrm>
          <a:prstGeom xmlns:a="http://schemas.openxmlformats.org/drawingml/2006/main" prst="rect">
            <a:avLst/>
          </a:prstGeom>
          <a:solidFill xmlns:a="http://schemas.openxmlformats.org/drawingml/2006/main">
            <a:srgbClr val="63C95F"/>
          </a:solidFill>
          <a:ln xmlns:a="http://schemas.openxmlformats.org/drawingml/2006/main" w="0">
            <a:noFill/>
            <a:prstDash val="solid"/>
          </a:ln>
        </p:spPr>
      </p:sp>
      <p:sp>
        <p:nvSpPr>
          <p:cNvPr id="139" name="">
            <a:extLst xmlns:a="http://schemas.openxmlformats.org/drawingml/2006/main">
              <a:ext uri="{FF2B5EF4-FFF2-40B4-BE49-F238E27FC236}">
                <a16:creationId xmlns:a16="http://schemas.microsoft.com/office/drawing/2014/main" id="{C512BFB1-1A7B-49C0-BA40-65986B5E327D}"/>
              </a:ext>
            </a:extLst>
          </p:cNvPr>
          <p:cNvSpPr>
            <a:spLocks xmlns:a="http://schemas.openxmlformats.org/drawingml/2006/main" noGrp="1"/>
          </p:cNvSpPr>
          <p:nvPr/>
        </p:nvSpPr>
        <p:spPr>
          <a:xfrm xmlns:a="http://schemas.openxmlformats.org/drawingml/2006/main">
            <a:off x="7209234" y="4229100"/>
            <a:ext cx="69294" cy="123825"/>
          </a:xfrm>
          <a:prstGeom xmlns:a="http://schemas.openxmlformats.org/drawingml/2006/main" prst="rect">
            <a:avLst/>
          </a:prstGeom>
          <a:solidFill xmlns:a="http://schemas.openxmlformats.org/drawingml/2006/main">
            <a:srgbClr val="6BCC5A"/>
          </a:solidFill>
          <a:ln xmlns:a="http://schemas.openxmlformats.org/drawingml/2006/main" w="0">
            <a:noFill/>
            <a:prstDash val="solid"/>
          </a:ln>
        </p:spPr>
      </p:sp>
      <p:sp>
        <p:nvSpPr>
          <p:cNvPr id="140" name="">
            <a:extLst xmlns:a="http://schemas.openxmlformats.org/drawingml/2006/main">
              <a:ext uri="{FF2B5EF4-FFF2-40B4-BE49-F238E27FC236}">
                <a16:creationId xmlns:a16="http://schemas.microsoft.com/office/drawing/2014/main" id="{C7C43995-649D-4B18-B42F-3A83A0FC3CA5}"/>
              </a:ext>
            </a:extLst>
          </p:cNvPr>
          <p:cNvSpPr>
            <a:spLocks xmlns:a="http://schemas.openxmlformats.org/drawingml/2006/main" noGrp="1"/>
          </p:cNvSpPr>
          <p:nvPr/>
        </p:nvSpPr>
        <p:spPr>
          <a:xfrm xmlns:a="http://schemas.openxmlformats.org/drawingml/2006/main">
            <a:off x="7274719" y="4229100"/>
            <a:ext cx="69294" cy="123825"/>
          </a:xfrm>
          <a:prstGeom xmlns:a="http://schemas.openxmlformats.org/drawingml/2006/main" prst="rect">
            <a:avLst/>
          </a:prstGeom>
          <a:solidFill xmlns:a="http://schemas.openxmlformats.org/drawingml/2006/main">
            <a:srgbClr val="74CF54"/>
          </a:solidFill>
          <a:ln xmlns:a="http://schemas.openxmlformats.org/drawingml/2006/main" w="0">
            <a:noFill/>
            <a:prstDash val="solid"/>
          </a:ln>
        </p:spPr>
      </p:sp>
      <p:sp>
        <p:nvSpPr>
          <p:cNvPr id="141" name="">
            <a:extLst xmlns:a="http://schemas.openxmlformats.org/drawingml/2006/main">
              <a:ext uri="{FF2B5EF4-FFF2-40B4-BE49-F238E27FC236}">
                <a16:creationId xmlns:a16="http://schemas.microsoft.com/office/drawing/2014/main" id="{11B44089-3D70-4285-A61A-D2301F910CDE}"/>
              </a:ext>
            </a:extLst>
          </p:cNvPr>
          <p:cNvSpPr>
            <a:spLocks xmlns:a="http://schemas.openxmlformats.org/drawingml/2006/main" noGrp="1"/>
          </p:cNvSpPr>
          <p:nvPr/>
        </p:nvSpPr>
        <p:spPr>
          <a:xfrm xmlns:a="http://schemas.openxmlformats.org/drawingml/2006/main">
            <a:off x="7340203" y="4229100"/>
            <a:ext cx="69294" cy="123825"/>
          </a:xfrm>
          <a:prstGeom xmlns:a="http://schemas.openxmlformats.org/drawingml/2006/main" prst="rect">
            <a:avLst/>
          </a:prstGeom>
          <a:solidFill xmlns:a="http://schemas.openxmlformats.org/drawingml/2006/main">
            <a:srgbClr val="7ED14E"/>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0CD16D12-9C4A-4A87-A031-47624BE5A72F}"/>
              </a:ext>
            </a:extLst>
          </p:cNvPr>
          <p:cNvSpPr>
            <a:spLocks xmlns:a="http://schemas.openxmlformats.org/drawingml/2006/main" noGrp="1"/>
          </p:cNvSpPr>
          <p:nvPr/>
        </p:nvSpPr>
        <p:spPr>
          <a:xfrm xmlns:a="http://schemas.openxmlformats.org/drawingml/2006/main">
            <a:off x="7405688" y="4229100"/>
            <a:ext cx="69294" cy="123825"/>
          </a:xfrm>
          <a:prstGeom xmlns:a="http://schemas.openxmlformats.org/drawingml/2006/main" prst="rect">
            <a:avLst/>
          </a:prstGeom>
          <a:solidFill xmlns:a="http://schemas.openxmlformats.org/drawingml/2006/main">
            <a:srgbClr val="88D448"/>
          </a:solidFill>
          <a:ln xmlns:a="http://schemas.openxmlformats.org/drawingml/2006/main" w="0">
            <a:noFill/>
            <a:prstDash val="solid"/>
          </a:ln>
        </p:spPr>
      </p:sp>
      <p:sp>
        <p:nvSpPr>
          <p:cNvPr id="143" name="">
            <a:extLst xmlns:a="http://schemas.openxmlformats.org/drawingml/2006/main">
              <a:ext uri="{FF2B5EF4-FFF2-40B4-BE49-F238E27FC236}">
                <a16:creationId xmlns:a16="http://schemas.microsoft.com/office/drawing/2014/main" id="{D70625F6-7A8A-4F41-83E3-9125CCFEA7E5}"/>
              </a:ext>
            </a:extLst>
          </p:cNvPr>
          <p:cNvSpPr>
            <a:spLocks xmlns:a="http://schemas.openxmlformats.org/drawingml/2006/main" noGrp="1"/>
          </p:cNvSpPr>
          <p:nvPr/>
        </p:nvSpPr>
        <p:spPr>
          <a:xfrm xmlns:a="http://schemas.openxmlformats.org/drawingml/2006/main">
            <a:off x="7471172" y="4229100"/>
            <a:ext cx="69294" cy="123825"/>
          </a:xfrm>
          <a:prstGeom xmlns:a="http://schemas.openxmlformats.org/drawingml/2006/main" prst="rect">
            <a:avLst/>
          </a:prstGeom>
          <a:solidFill xmlns:a="http://schemas.openxmlformats.org/drawingml/2006/main">
            <a:srgbClr val="92D641"/>
          </a:solidFill>
          <a:ln xmlns:a="http://schemas.openxmlformats.org/drawingml/2006/main" w="0">
            <a:noFill/>
            <a:prstDash val="solid"/>
          </a:ln>
        </p:spPr>
      </p:sp>
      <p:sp>
        <p:nvSpPr>
          <p:cNvPr id="144" name="">
            <a:extLst xmlns:a="http://schemas.openxmlformats.org/drawingml/2006/main">
              <a:ext uri="{FF2B5EF4-FFF2-40B4-BE49-F238E27FC236}">
                <a16:creationId xmlns:a16="http://schemas.microsoft.com/office/drawing/2014/main" id="{72D1F51E-2AB9-4D57-8B9C-73B427FC4315}"/>
              </a:ext>
            </a:extLst>
          </p:cNvPr>
          <p:cNvSpPr>
            <a:spLocks xmlns:a="http://schemas.openxmlformats.org/drawingml/2006/main" noGrp="1"/>
          </p:cNvSpPr>
          <p:nvPr/>
        </p:nvSpPr>
        <p:spPr>
          <a:xfrm xmlns:a="http://schemas.openxmlformats.org/drawingml/2006/main">
            <a:off x="7536656" y="4229100"/>
            <a:ext cx="69294" cy="123825"/>
          </a:xfrm>
          <a:prstGeom xmlns:a="http://schemas.openxmlformats.org/drawingml/2006/main" prst="rect">
            <a:avLst/>
          </a:prstGeom>
          <a:solidFill xmlns:a="http://schemas.openxmlformats.org/drawingml/2006/main">
            <a:srgbClr val="9CD83B"/>
          </a:solidFill>
          <a:ln xmlns:a="http://schemas.openxmlformats.org/drawingml/2006/main" w="0">
            <a:noFill/>
            <a:prstDash val="solid"/>
          </a:ln>
        </p:spPr>
      </p:sp>
      <p:sp>
        <p:nvSpPr>
          <p:cNvPr id="145" name="">
            <a:extLst xmlns:a="http://schemas.openxmlformats.org/drawingml/2006/main">
              <a:ext uri="{FF2B5EF4-FFF2-40B4-BE49-F238E27FC236}">
                <a16:creationId xmlns:a16="http://schemas.microsoft.com/office/drawing/2014/main" id="{EA01474B-9465-42E6-B58B-ED3614A477A6}"/>
              </a:ext>
            </a:extLst>
          </p:cNvPr>
          <p:cNvSpPr>
            <a:spLocks xmlns:a="http://schemas.openxmlformats.org/drawingml/2006/main" noGrp="1"/>
          </p:cNvSpPr>
          <p:nvPr/>
        </p:nvSpPr>
        <p:spPr>
          <a:xfrm xmlns:a="http://schemas.openxmlformats.org/drawingml/2006/main">
            <a:off x="7602141" y="4229100"/>
            <a:ext cx="69294" cy="123825"/>
          </a:xfrm>
          <a:prstGeom xmlns:a="http://schemas.openxmlformats.org/drawingml/2006/main" prst="rect">
            <a:avLst/>
          </a:prstGeom>
          <a:solidFill xmlns:a="http://schemas.openxmlformats.org/drawingml/2006/main">
            <a:srgbClr val="A6DB35"/>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8C30EB2A-6D59-4B3C-A53B-204A05B228AC}"/>
              </a:ext>
            </a:extLst>
          </p:cNvPr>
          <p:cNvSpPr>
            <a:spLocks xmlns:a="http://schemas.openxmlformats.org/drawingml/2006/main" noGrp="1"/>
          </p:cNvSpPr>
          <p:nvPr/>
        </p:nvSpPr>
        <p:spPr>
          <a:xfrm xmlns:a="http://schemas.openxmlformats.org/drawingml/2006/main">
            <a:off x="7667625" y="4229100"/>
            <a:ext cx="69294" cy="123825"/>
          </a:xfrm>
          <a:prstGeom xmlns:a="http://schemas.openxmlformats.org/drawingml/2006/main" prst="rect">
            <a:avLst/>
          </a:prstGeom>
          <a:solidFill xmlns:a="http://schemas.openxmlformats.org/drawingml/2006/main">
            <a:srgbClr val="B0DD2E"/>
          </a:solidFill>
          <a:ln xmlns:a="http://schemas.openxmlformats.org/drawingml/2006/main" w="0">
            <a:noFill/>
            <a:prstDash val="solid"/>
          </a:ln>
        </p:spPr>
      </p:sp>
      <p:sp>
        <p:nvSpPr>
          <p:cNvPr id="147" name="">
            <a:extLst xmlns:a="http://schemas.openxmlformats.org/drawingml/2006/main">
              <a:ext uri="{FF2B5EF4-FFF2-40B4-BE49-F238E27FC236}">
                <a16:creationId xmlns:a16="http://schemas.microsoft.com/office/drawing/2014/main" id="{6858848D-5D64-4A20-9B22-B604D789FFF8}"/>
              </a:ext>
            </a:extLst>
          </p:cNvPr>
          <p:cNvSpPr>
            <a:spLocks xmlns:a="http://schemas.openxmlformats.org/drawingml/2006/main" noGrp="1"/>
          </p:cNvSpPr>
          <p:nvPr/>
        </p:nvSpPr>
        <p:spPr>
          <a:xfrm xmlns:a="http://schemas.openxmlformats.org/drawingml/2006/main">
            <a:off x="7733109" y="4229100"/>
            <a:ext cx="69294" cy="123825"/>
          </a:xfrm>
          <a:prstGeom xmlns:a="http://schemas.openxmlformats.org/drawingml/2006/main" prst="rect">
            <a:avLst/>
          </a:prstGeom>
          <a:solidFill xmlns:a="http://schemas.openxmlformats.org/drawingml/2006/main">
            <a:srgbClr val="BADF2B"/>
          </a:solidFill>
          <a:ln xmlns:a="http://schemas.openxmlformats.org/drawingml/2006/main" w="0">
            <a:noFill/>
            <a:prstDash val="solid"/>
          </a:ln>
        </p:spPr>
      </p:sp>
      <p:sp>
        <p:nvSpPr>
          <p:cNvPr id="148" name="">
            <a:extLst xmlns:a="http://schemas.openxmlformats.org/drawingml/2006/main">
              <a:ext uri="{FF2B5EF4-FFF2-40B4-BE49-F238E27FC236}">
                <a16:creationId xmlns:a16="http://schemas.microsoft.com/office/drawing/2014/main" id="{3FBE29A0-4B22-4DE8-8DE3-93E394BE96E2}"/>
              </a:ext>
            </a:extLst>
          </p:cNvPr>
          <p:cNvSpPr>
            <a:spLocks xmlns:a="http://schemas.openxmlformats.org/drawingml/2006/main" noGrp="1"/>
          </p:cNvSpPr>
          <p:nvPr/>
        </p:nvSpPr>
        <p:spPr>
          <a:xfrm xmlns:a="http://schemas.openxmlformats.org/drawingml/2006/main">
            <a:off x="7798594" y="4229100"/>
            <a:ext cx="69294" cy="123825"/>
          </a:xfrm>
          <a:prstGeom xmlns:a="http://schemas.openxmlformats.org/drawingml/2006/main" prst="rect">
            <a:avLst/>
          </a:prstGeom>
          <a:solidFill xmlns:a="http://schemas.openxmlformats.org/drawingml/2006/main">
            <a:srgbClr val="C5E02A"/>
          </a:solidFill>
          <a:ln xmlns:a="http://schemas.openxmlformats.org/drawingml/2006/main" w="0">
            <a:noFill/>
            <a:prstDash val="solid"/>
          </a:ln>
        </p:spPr>
      </p:sp>
      <p:sp>
        <p:nvSpPr>
          <p:cNvPr id="149" name="">
            <a:extLst xmlns:a="http://schemas.openxmlformats.org/drawingml/2006/main">
              <a:ext uri="{FF2B5EF4-FFF2-40B4-BE49-F238E27FC236}">
                <a16:creationId xmlns:a16="http://schemas.microsoft.com/office/drawing/2014/main" id="{9AF9708D-75DF-4B6C-B028-02792A2D23D1}"/>
              </a:ext>
            </a:extLst>
          </p:cNvPr>
          <p:cNvSpPr>
            <a:spLocks xmlns:a="http://schemas.openxmlformats.org/drawingml/2006/main" noGrp="1"/>
          </p:cNvSpPr>
          <p:nvPr/>
        </p:nvSpPr>
        <p:spPr>
          <a:xfrm xmlns:a="http://schemas.openxmlformats.org/drawingml/2006/main">
            <a:off x="7864078" y="4229100"/>
            <a:ext cx="69294" cy="123825"/>
          </a:xfrm>
          <a:prstGeom xmlns:a="http://schemas.openxmlformats.org/drawingml/2006/main" prst="rect">
            <a:avLst/>
          </a:prstGeom>
          <a:solidFill xmlns:a="http://schemas.openxmlformats.org/drawingml/2006/main">
            <a:srgbClr val="CFE129"/>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74862023-0CD9-4158-BED5-55E87F4B7F28}"/>
              </a:ext>
            </a:extLst>
          </p:cNvPr>
          <p:cNvSpPr>
            <a:spLocks xmlns:a="http://schemas.openxmlformats.org/drawingml/2006/main" noGrp="1"/>
          </p:cNvSpPr>
          <p:nvPr/>
        </p:nvSpPr>
        <p:spPr>
          <a:xfrm xmlns:a="http://schemas.openxmlformats.org/drawingml/2006/main">
            <a:off x="7929563" y="4229100"/>
            <a:ext cx="69294" cy="123825"/>
          </a:xfrm>
          <a:prstGeom xmlns:a="http://schemas.openxmlformats.org/drawingml/2006/main" prst="rect">
            <a:avLst/>
          </a:prstGeom>
          <a:solidFill xmlns:a="http://schemas.openxmlformats.org/drawingml/2006/main">
            <a:srgbClr val="D9E328"/>
          </a:solidFill>
          <a:ln xmlns:a="http://schemas.openxmlformats.org/drawingml/2006/main" w="0">
            <a:noFill/>
            <a:prstDash val="solid"/>
          </a:ln>
        </p:spPr>
      </p:sp>
      <p:sp>
        <p:nvSpPr>
          <p:cNvPr id="151" name="">
            <a:extLst xmlns:a="http://schemas.openxmlformats.org/drawingml/2006/main">
              <a:ext uri="{FF2B5EF4-FFF2-40B4-BE49-F238E27FC236}">
                <a16:creationId xmlns:a16="http://schemas.microsoft.com/office/drawing/2014/main" id="{95D1D57F-80F0-416B-80AF-1817186FBC54}"/>
              </a:ext>
            </a:extLst>
          </p:cNvPr>
          <p:cNvSpPr>
            <a:spLocks xmlns:a="http://schemas.openxmlformats.org/drawingml/2006/main" noGrp="1"/>
          </p:cNvSpPr>
          <p:nvPr/>
        </p:nvSpPr>
        <p:spPr>
          <a:xfrm xmlns:a="http://schemas.openxmlformats.org/drawingml/2006/main">
            <a:off x="7995047" y="4229100"/>
            <a:ext cx="69294" cy="123825"/>
          </a:xfrm>
          <a:prstGeom xmlns:a="http://schemas.openxmlformats.org/drawingml/2006/main" prst="rect">
            <a:avLst/>
          </a:prstGeom>
          <a:solidFill xmlns:a="http://schemas.openxmlformats.org/drawingml/2006/main">
            <a:srgbClr val="E3E427"/>
          </a:solidFill>
          <a:ln xmlns:a="http://schemas.openxmlformats.org/drawingml/2006/main" w="0">
            <a:noFill/>
            <a:prstDash val="solid"/>
          </a:ln>
        </p:spPr>
      </p:sp>
      <p:sp>
        <p:nvSpPr>
          <p:cNvPr id="152" name="">
            <a:extLst xmlns:a="http://schemas.openxmlformats.org/drawingml/2006/main">
              <a:ext uri="{FF2B5EF4-FFF2-40B4-BE49-F238E27FC236}">
                <a16:creationId xmlns:a16="http://schemas.microsoft.com/office/drawing/2014/main" id="{C5C840C8-AF1B-496F-B65F-2ACDE9808B42}"/>
              </a:ext>
            </a:extLst>
          </p:cNvPr>
          <p:cNvSpPr>
            <a:spLocks xmlns:a="http://schemas.openxmlformats.org/drawingml/2006/main" noGrp="1"/>
          </p:cNvSpPr>
          <p:nvPr/>
        </p:nvSpPr>
        <p:spPr>
          <a:xfrm xmlns:a="http://schemas.openxmlformats.org/drawingml/2006/main">
            <a:off x="8060531" y="4229100"/>
            <a:ext cx="69294" cy="123825"/>
          </a:xfrm>
          <a:prstGeom xmlns:a="http://schemas.openxmlformats.org/drawingml/2006/main" prst="rect">
            <a:avLst/>
          </a:prstGeom>
          <a:solidFill xmlns:a="http://schemas.openxmlformats.org/drawingml/2006/main">
            <a:srgbClr val="EEE526"/>
          </a:solidFill>
          <a:ln xmlns:a="http://schemas.openxmlformats.org/drawingml/2006/main" w="0">
            <a:noFill/>
            <a:prstDash val="solid"/>
          </a:ln>
        </p:spPr>
      </p:sp>
      <p:sp>
        <p:nvSpPr>
          <p:cNvPr id="153" name="">
            <a:extLst xmlns:a="http://schemas.openxmlformats.org/drawingml/2006/main">
              <a:ext uri="{FF2B5EF4-FFF2-40B4-BE49-F238E27FC236}">
                <a16:creationId xmlns:a16="http://schemas.microsoft.com/office/drawing/2014/main" id="{C1CFD472-6448-498C-8402-5B68D6BA6447}"/>
              </a:ext>
            </a:extLst>
          </p:cNvPr>
          <p:cNvSpPr>
            <a:spLocks xmlns:a="http://schemas.openxmlformats.org/drawingml/2006/main" noGrp="1"/>
          </p:cNvSpPr>
          <p:nvPr/>
        </p:nvSpPr>
        <p:spPr>
          <a:xfrm xmlns:a="http://schemas.openxmlformats.org/drawingml/2006/main">
            <a:off x="8126016" y="4229100"/>
            <a:ext cx="69294" cy="123825"/>
          </a:xfrm>
          <a:prstGeom xmlns:a="http://schemas.openxmlformats.org/drawingml/2006/main" prst="rect">
            <a:avLst/>
          </a:prstGeom>
          <a:solidFill xmlns:a="http://schemas.openxmlformats.org/drawingml/2006/main">
            <a:srgbClr val="F8E625"/>
          </a:solidFill>
          <a:ln xmlns:a="http://schemas.openxmlformats.org/drawingml/2006/main" w="0">
            <a:noFill/>
            <a:prstDash val="solid"/>
          </a:ln>
        </p:spPr>
      </p:sp>
      <p:sp>
        <p:nvSpPr>
          <p:cNvPr id="154" name="">
            <a:extLst xmlns:a="http://schemas.openxmlformats.org/drawingml/2006/main">
              <a:ext uri="{FF2B5EF4-FFF2-40B4-BE49-F238E27FC236}">
                <a16:creationId xmlns:a16="http://schemas.microsoft.com/office/drawing/2014/main" id="{07B5F422-0FFC-4D73-9979-3CB9B4D6D0FF}"/>
              </a:ext>
            </a:extLst>
          </p:cNvPr>
          <p:cNvSpPr>
            <a:spLocks xmlns:a="http://schemas.openxmlformats.org/drawingml/2006/main" noGrp="1"/>
          </p:cNvSpPr>
          <p:nvPr/>
        </p:nvSpPr>
        <p:spPr>
          <a:xfrm xmlns:a="http://schemas.openxmlformats.org/drawingml/2006/main">
            <a:off x="4000500" y="4229100"/>
            <a:ext cx="41910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55" name="">
            <a:extLst xmlns:a="http://schemas.openxmlformats.org/drawingml/2006/main">
              <a:ext uri="{FF2B5EF4-FFF2-40B4-BE49-F238E27FC236}">
                <a16:creationId xmlns:a16="http://schemas.microsoft.com/office/drawing/2014/main" id="{8FEF1E78-B0B2-45C6-89AB-F1A6842DB1AB}"/>
              </a:ext>
            </a:extLst>
          </p:cNvPr>
          <p:cNvSpPr>
            <a:spLocks xmlns:a="http://schemas.openxmlformats.org/drawingml/2006/main" noGrp="1"/>
          </p:cNvSpPr>
          <p:nvPr/>
        </p:nvSpPr>
        <p:spPr>
          <a:xfrm xmlns:a="http://schemas.openxmlformats.org/drawingml/2006/main">
            <a:off x="4242288"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6" name="">
            <a:extLst xmlns:a="http://schemas.openxmlformats.org/drawingml/2006/main">
              <a:ext uri="{FF2B5EF4-FFF2-40B4-BE49-F238E27FC236}">
                <a16:creationId xmlns:a16="http://schemas.microsoft.com/office/drawing/2014/main" id="{1F5134C9-4F0E-42B6-9C26-F82B123D972D}"/>
              </a:ext>
            </a:extLst>
          </p:cNvPr>
          <p:cNvSpPr>
            <a:spLocks xmlns:a="http://schemas.openxmlformats.org/drawingml/2006/main" noGrp="1"/>
          </p:cNvSpPr>
          <p:nvPr/>
        </p:nvSpPr>
        <p:spPr>
          <a:xfrm xmlns:a="http://schemas.openxmlformats.org/drawingml/2006/main">
            <a:off x="3899388"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4</a:t>
            </a:r>
          </a:p>
        </p:txBody>
      </p:sp>
      <p:sp>
        <p:nvSpPr>
          <p:cNvPr id="157" name="">
            <a:extLst xmlns:a="http://schemas.openxmlformats.org/drawingml/2006/main">
              <a:ext uri="{FF2B5EF4-FFF2-40B4-BE49-F238E27FC236}">
                <a16:creationId xmlns:a16="http://schemas.microsoft.com/office/drawing/2014/main" id="{176361D2-7AC9-4552-A270-284BF20642FA}"/>
              </a:ext>
            </a:extLst>
          </p:cNvPr>
          <p:cNvSpPr>
            <a:spLocks xmlns:a="http://schemas.openxmlformats.org/drawingml/2006/main" noGrp="1"/>
          </p:cNvSpPr>
          <p:nvPr/>
        </p:nvSpPr>
        <p:spPr>
          <a:xfrm xmlns:a="http://schemas.openxmlformats.org/drawingml/2006/main">
            <a:off x="5048250"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8" name="">
            <a:extLst xmlns:a="http://schemas.openxmlformats.org/drawingml/2006/main">
              <a:ext uri="{FF2B5EF4-FFF2-40B4-BE49-F238E27FC236}">
                <a16:creationId xmlns:a16="http://schemas.microsoft.com/office/drawing/2014/main" id="{A616F06F-9868-463C-8D80-AD100B41218A}"/>
              </a:ext>
            </a:extLst>
          </p:cNvPr>
          <p:cNvSpPr>
            <a:spLocks xmlns:a="http://schemas.openxmlformats.org/drawingml/2006/main" noGrp="1"/>
          </p:cNvSpPr>
          <p:nvPr/>
        </p:nvSpPr>
        <p:spPr>
          <a:xfrm xmlns:a="http://schemas.openxmlformats.org/drawingml/2006/main">
            <a:off x="4705350"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5</a:t>
            </a:r>
          </a:p>
        </p:txBody>
      </p:sp>
      <p:sp>
        <p:nvSpPr>
          <p:cNvPr id="159" name="">
            <a:extLst xmlns:a="http://schemas.openxmlformats.org/drawingml/2006/main">
              <a:ext uri="{FF2B5EF4-FFF2-40B4-BE49-F238E27FC236}">
                <a16:creationId xmlns:a16="http://schemas.microsoft.com/office/drawing/2014/main" id="{2ADFAB50-0B00-4436-B1B9-A31664AEBB0F}"/>
              </a:ext>
            </a:extLst>
          </p:cNvPr>
          <p:cNvSpPr>
            <a:spLocks xmlns:a="http://schemas.openxmlformats.org/drawingml/2006/main" noGrp="1"/>
          </p:cNvSpPr>
          <p:nvPr/>
        </p:nvSpPr>
        <p:spPr>
          <a:xfrm xmlns:a="http://schemas.openxmlformats.org/drawingml/2006/main">
            <a:off x="5854212"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0" name="">
            <a:extLst xmlns:a="http://schemas.openxmlformats.org/drawingml/2006/main">
              <a:ext uri="{FF2B5EF4-FFF2-40B4-BE49-F238E27FC236}">
                <a16:creationId xmlns:a16="http://schemas.microsoft.com/office/drawing/2014/main" id="{F542E8BF-54C2-447C-9F04-70AC99397BA3}"/>
              </a:ext>
            </a:extLst>
          </p:cNvPr>
          <p:cNvSpPr>
            <a:spLocks xmlns:a="http://schemas.openxmlformats.org/drawingml/2006/main" noGrp="1"/>
          </p:cNvSpPr>
          <p:nvPr/>
        </p:nvSpPr>
        <p:spPr>
          <a:xfrm xmlns:a="http://schemas.openxmlformats.org/drawingml/2006/main">
            <a:off x="5511312"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6</a:t>
            </a:r>
          </a:p>
        </p:txBody>
      </p:sp>
      <p:sp>
        <p:nvSpPr>
          <p:cNvPr id="161" name="">
            <a:extLst xmlns:a="http://schemas.openxmlformats.org/drawingml/2006/main">
              <a:ext uri="{FF2B5EF4-FFF2-40B4-BE49-F238E27FC236}">
                <a16:creationId xmlns:a16="http://schemas.microsoft.com/office/drawing/2014/main" id="{3DF976EA-0927-4AF1-ACCD-9C73FBEC1293}"/>
              </a:ext>
            </a:extLst>
          </p:cNvPr>
          <p:cNvSpPr>
            <a:spLocks xmlns:a="http://schemas.openxmlformats.org/drawingml/2006/main" noGrp="1"/>
          </p:cNvSpPr>
          <p:nvPr/>
        </p:nvSpPr>
        <p:spPr>
          <a:xfrm xmlns:a="http://schemas.openxmlformats.org/drawingml/2006/main">
            <a:off x="6660173"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2" name="">
            <a:extLst xmlns:a="http://schemas.openxmlformats.org/drawingml/2006/main">
              <a:ext uri="{FF2B5EF4-FFF2-40B4-BE49-F238E27FC236}">
                <a16:creationId xmlns:a16="http://schemas.microsoft.com/office/drawing/2014/main" id="{7C45D3F2-9437-45AB-AA20-B295DB4EA72C}"/>
              </a:ext>
            </a:extLst>
          </p:cNvPr>
          <p:cNvSpPr>
            <a:spLocks xmlns:a="http://schemas.openxmlformats.org/drawingml/2006/main" noGrp="1"/>
          </p:cNvSpPr>
          <p:nvPr/>
        </p:nvSpPr>
        <p:spPr>
          <a:xfrm xmlns:a="http://schemas.openxmlformats.org/drawingml/2006/main">
            <a:off x="6317273"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7</a:t>
            </a:r>
          </a:p>
        </p:txBody>
      </p:sp>
      <p:sp>
        <p:nvSpPr>
          <p:cNvPr id="163" name="">
            <a:extLst xmlns:a="http://schemas.openxmlformats.org/drawingml/2006/main">
              <a:ext uri="{FF2B5EF4-FFF2-40B4-BE49-F238E27FC236}">
                <a16:creationId xmlns:a16="http://schemas.microsoft.com/office/drawing/2014/main" id="{AD4F303C-54F5-4338-B9E0-66CE7A6C9CA3}"/>
              </a:ext>
            </a:extLst>
          </p:cNvPr>
          <p:cNvSpPr>
            <a:spLocks xmlns:a="http://schemas.openxmlformats.org/drawingml/2006/main" noGrp="1"/>
          </p:cNvSpPr>
          <p:nvPr/>
        </p:nvSpPr>
        <p:spPr>
          <a:xfrm xmlns:a="http://schemas.openxmlformats.org/drawingml/2006/main">
            <a:off x="7466135"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4" name="">
            <a:extLst xmlns:a="http://schemas.openxmlformats.org/drawingml/2006/main">
              <a:ext uri="{FF2B5EF4-FFF2-40B4-BE49-F238E27FC236}">
                <a16:creationId xmlns:a16="http://schemas.microsoft.com/office/drawing/2014/main" id="{1EDB8CE1-C86F-4850-9C8B-A3A4C4439691}"/>
              </a:ext>
            </a:extLst>
          </p:cNvPr>
          <p:cNvSpPr>
            <a:spLocks xmlns:a="http://schemas.openxmlformats.org/drawingml/2006/main" noGrp="1"/>
          </p:cNvSpPr>
          <p:nvPr/>
        </p:nvSpPr>
        <p:spPr>
          <a:xfrm xmlns:a="http://schemas.openxmlformats.org/drawingml/2006/main">
            <a:off x="7123235"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8</a:t>
            </a:r>
          </a:p>
        </p:txBody>
      </p:sp>
      <p:sp>
        <p:nvSpPr>
          <p:cNvPr id="165" name="">
            <a:extLst xmlns:a="http://schemas.openxmlformats.org/drawingml/2006/main">
              <a:ext uri="{FF2B5EF4-FFF2-40B4-BE49-F238E27FC236}">
                <a16:creationId xmlns:a16="http://schemas.microsoft.com/office/drawing/2014/main" id="{1CF92744-1164-4BD1-BF93-1957304D3EB1}"/>
              </a:ext>
            </a:extLst>
          </p:cNvPr>
          <p:cNvSpPr>
            <a:spLocks xmlns:a="http://schemas.openxmlformats.org/drawingml/2006/main" noGrp="1"/>
          </p:cNvSpPr>
          <p:nvPr/>
        </p:nvSpPr>
        <p:spPr>
          <a:xfrm xmlns:a="http://schemas.openxmlformats.org/drawingml/2006/main">
            <a:off x="4000500" y="4019550"/>
            <a:ext cx="419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⟨ε⟩ [eV]</a:t>
            </a:r>
          </a:p>
        </p:txBody>
      </p:sp>
      <p:sp>
        <p:nvSpPr>
          <p:cNvPr id="167" name="">
            <a:extLst xmlns:a="http://schemas.openxmlformats.org/drawingml/2006/main">
              <a:ext uri="{FF2B5EF4-FFF2-40B4-BE49-F238E27FC236}">
                <a16:creationId xmlns:a16="http://schemas.microsoft.com/office/drawing/2014/main" id="{A6592915-937F-49D3-B894-12806164488F}"/>
              </a:ext>
            </a:extLst>
          </p:cNvPr>
          <p:cNvSpPr>
            <a:spLocks xmlns:a="http://schemas.openxmlformats.org/drawingml/2006/main" noGrp="1"/>
          </p:cNvSpPr>
          <p:nvPr/>
        </p:nvSpPr>
        <p:spPr>
          <a:xfrm xmlns:a="http://schemas.openxmlformats.org/drawingml/2006/main">
            <a:off x="666750" y="4791075"/>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wₑ = nₑ⟨ε⟩</a:t>
            </a:r>
          </a:p>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∂wₑ/∂t + ∇·Γε = Qrh − Σj Δεj Rj</a:t>
            </a:r>
          </a:p>
        </p:txBody>
      </p:sp>
      <p:sp>
        <p:nvSpPr>
          <p:cNvPr id="169" name="">
            <a:extLst xmlns:a="http://schemas.openxmlformats.org/drawingml/2006/main">
              <a:ext uri="{FF2B5EF4-FFF2-40B4-BE49-F238E27FC236}">
                <a16:creationId xmlns:a16="http://schemas.microsoft.com/office/drawing/2014/main" id="{F0C211AA-DC29-43E0-BE00-D54D58176C57}"/>
              </a:ext>
            </a:extLst>
          </p:cNvPr>
          <p:cNvSpPr>
            <a:spLocks xmlns:a="http://schemas.openxmlformats.org/drawingml/2006/main" noGrp="1"/>
          </p:cNvSpPr>
          <p:nvPr/>
        </p:nvSpPr>
        <p:spPr>
          <a:xfrm xmlns:a="http://schemas.openxmlformats.org/drawingml/2006/main">
            <a:off x="6172200" y="4791075"/>
            <a:ext cx="519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035" b="0" i="0">
                <a:solidFill>
                  <a:srgbClr val="2F2F2F"/>
                </a:solidFill>
                <a:latin typeface="Noto Sans JP"/>
                <a:ea typeface="Noto Sans JP"/>
                <a:cs typeface="Noto Sans JP"/>
              </a:defRPr>
            </a:pPr>
            <a:r>
              <a:rPr sz="1035" b="0" i="0">
                <a:solidFill>
                  <a:srgbClr val="2F2F2F"/>
                </a:solidFill>
                <a:latin typeface="Noto Sans JP"/>
                <a:ea typeface="Noto Sans JP"/>
                <a:cs typeface="Noto Sans JP"/>
              </a:rPr>
              <a:t>最大値：標準COMSOL</a:t>
            </a:r>
            <a:r>
              <a:rPr sz="1035" b="0" i="0">
                <a:solidFill>
                  <a:srgbClr val="2F2F2F"/>
                </a:solidFill>
                <a:latin typeface="Noto Sans JP"/>
                <a:ea typeface="Noto Sans JP"/>
                <a:cs typeface="Noto Sans JP"/>
              </a:rPr>
              <a:t> 5.79、</a:t>
            </a:r>
            <a:r>
              <a:rPr sz="1035" b="0" i="0">
                <a:solidFill>
                  <a:srgbClr val="2F2F2F"/>
                </a:solidFill>
                <a:latin typeface="Noto Sans JP"/>
                <a:ea typeface="Noto Sans JP"/>
                <a:cs typeface="Noto Sans JP"/>
              </a:rPr>
              <a:t>two-term</a:t>
            </a:r>
            <a:r>
              <a:rPr sz="1035" b="0" i="0">
                <a:solidFill>
                  <a:srgbClr val="2F2F2F"/>
                </a:solidFill>
                <a:latin typeface="Noto Sans JP"/>
                <a:ea typeface="Noto Sans JP"/>
                <a:cs typeface="Noto Sans JP"/>
              </a:rPr>
              <a:t> 8.82 eV。⟨ε⟩は</a:t>
            </a:r>
            <a:r>
              <a:rPr sz="1035" b="0" i="0">
                <a:solidFill>
                  <a:srgbClr val="2F2F2F"/>
                </a:solidFill>
                <a:latin typeface="Noto Sans JP"/>
                <a:ea typeface="Noto Sans JP"/>
                <a:cs typeface="Noto Sans JP"/>
              </a:rPr>
              <a:t>1電子当たりの平均エネルギー</a:t>
            </a:r>
            <a:r>
              <a:rPr sz="1035" b="0" i="0">
                <a:solidFill>
                  <a:srgbClr val="2F2F2F"/>
                </a:solidFill>
                <a:latin typeface="Noto Sans JP"/>
                <a:ea typeface="Noto Sans JP"/>
                <a:cs typeface="Noto Sans JP"/>
              </a:rPr>
              <a:t>で、nₑ極大と同義ではない。</a:t>
            </a:r>
          </a:p>
        </p:txBody>
      </p:sp>
      <p:sp>
        <p:nvSpPr>
          <p:cNvPr id="172" name="">
            <a:extLst xmlns:a="http://schemas.openxmlformats.org/drawingml/2006/main">
              <a:ext uri="{FF2B5EF4-FFF2-40B4-BE49-F238E27FC236}">
                <a16:creationId xmlns:a16="http://schemas.microsoft.com/office/drawing/2014/main" id="{687622BA-10F8-462C-A234-FF558189CCBC}"/>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電子数重み付き</a:t>
            </a:r>
            <a:r>
              <a:rPr sz="1275" b="1" i="0">
                <a:solidFill>
                  <a:srgbClr val="6DBB20"/>
                </a:solidFill>
                <a:latin typeface="Noto Sans JP"/>
                <a:ea typeface="Noto Sans JP"/>
                <a:cs typeface="Noto Sans JP"/>
              </a:rPr>
              <a:t> ⟨ε⟩の</a:t>
            </a:r>
            <a:r>
              <a:rPr sz="1275" b="1" i="0">
                <a:solidFill>
                  <a:srgbClr val="6DBB20"/>
                </a:solidFill>
                <a:latin typeface="Noto Sans JP"/>
                <a:ea typeface="Noto Sans JP"/>
                <a:cs typeface="Noto Sans JP"/>
              </a:rPr>
              <a:t>標準COMSOL比</a:t>
            </a:r>
            <a:r>
              <a:rPr sz="1275" b="1" i="0">
                <a:solidFill>
                  <a:srgbClr val="6DBB20"/>
                </a:solidFill>
                <a:latin typeface="Noto Sans JP"/>
                <a:ea typeface="Noto Sans JP"/>
                <a:cs typeface="Noto Sans JP"/>
              </a:rPr>
              <a:t>（2T / MC / P1）= +46.7% / +46.1% / +45.9%。</a:t>
            </a:r>
          </a:p>
        </p:txBody>
      </p:sp>
      <p:sp>
        <p:nvSpPr>
          <p:cNvPr id="173" name="">
            <a:extLst xmlns:a="http://schemas.openxmlformats.org/drawingml/2006/main">
              <a:ext uri="{FF2B5EF4-FFF2-40B4-BE49-F238E27FC236}">
                <a16:creationId xmlns:a16="http://schemas.microsoft.com/office/drawing/2014/main" id="{4204205E-4321-4DC0-81BA-EAFAA2429F71}"/>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outputs/argon_gec_icp/comparison_exports/{original,two_term,monte_carlo,propagator}/fields_common_time.csv</a:t>
            </a:r>
          </a:p>
        </p:txBody>
      </p:sp>
      <p:sp>
        <p:nvSpPr>
          <p:cNvPr id="179" name="title">
            <a:extLst xmlns:a="http://schemas.openxmlformats.org/drawingml/2006/main">
              <a:ext uri="{FF2B5EF4-FFF2-40B4-BE49-F238E27FC236}">
                <a16:creationId xmlns:a16="http://schemas.microsoft.com/office/drawing/2014/main" id="{EF27CB9F-D6C6-48C5-A7E0-7FFC61BA420C}"/>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電子平均エネルギー：Swarm EEDFで高エネルギー領域が拡大</a:t>
            </a:r>
          </a:p>
        </p:txBody>
      </p:sp>
      <p:sp>
        <p:nvSpPr>
          <p:cNvPr id="180" name="">
            <a:extLst xmlns:a="http://schemas.openxmlformats.org/drawingml/2006/main">
              <a:ext uri="{FF2B5EF4-FFF2-40B4-BE49-F238E27FC236}">
                <a16:creationId xmlns:a16="http://schemas.microsoft.com/office/drawing/2014/main" id="{692047F0-E043-4664-915F-0EFCEAE6EC08}"/>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81" name="section">
            <a:extLst xmlns:a="http://schemas.openxmlformats.org/drawingml/2006/main">
              <a:ext uri="{FF2B5EF4-FFF2-40B4-BE49-F238E27FC236}">
                <a16:creationId xmlns:a16="http://schemas.microsoft.com/office/drawing/2014/main" id="{5F44620F-23A6-48B6-ADE5-BD72E7FCF195}"/>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167013816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0C328D9-73AE-4019-824D-5D624BA46E49}"/>
              </a:ext>
            </a:extLst>
          </p:cNvPr>
          <p:cNvSpPr>
            <a:spLocks xmlns:a="http://schemas.openxmlformats.org/drawingml/2006/main" noGrp="1"/>
          </p:cNvSpPr>
          <p:nvPr/>
        </p:nvSpPr>
        <p:spPr>
          <a:xfrm xmlns:a="http://schemas.openxmlformats.org/drawingml/2006/main">
            <a:off x="400050" y="102870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標準COMSOL / two-term / Monte Carlo / propagatorを共通カラースケール</a:t>
            </a:r>
            <a:r>
              <a:rPr sz="1275" b="0" i="0">
                <a:solidFill>
                  <a:srgbClr val="008DB6"/>
                </a:solidFill>
                <a:latin typeface="Noto Sans JP"/>
                <a:ea typeface="Noto Sans JP"/>
                <a:cs typeface="Noto Sans JP"/>
              </a:rPr>
              <a:t>・t = 1 ms・4545共通節点で比較</a:t>
            </a:r>
          </a:p>
        </p:txBody>
      </p:sp>
      <p:sp>
        <p:nvSpPr>
          <p:cNvPr id="7" name="">
            <a:extLst xmlns:a="http://schemas.openxmlformats.org/drawingml/2006/main">
              <a:ext uri="{FF2B5EF4-FFF2-40B4-BE49-F238E27FC236}">
                <a16:creationId xmlns:a16="http://schemas.microsoft.com/office/drawing/2014/main" id="{C6B70B83-33C0-4FDD-9FC2-47742BB6C271}"/>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4001BB46-B2FF-41D5-B5A4-6C5289B0CEAC}"/>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51</a:t>
            </a:r>
          </a:p>
        </p:txBody>
      </p:sp>
      <p:sp>
        <p:nvSpPr>
          <p:cNvPr id="9" name="">
            <a:extLst xmlns:a="http://schemas.openxmlformats.org/drawingml/2006/main">
              <a:ext uri="{FF2B5EF4-FFF2-40B4-BE49-F238E27FC236}">
                <a16:creationId xmlns:a16="http://schemas.microsoft.com/office/drawing/2014/main" id="{C9B458CD-9E1F-40AC-8A33-55B9776EFE90}"/>
              </a:ext>
            </a:extLst>
          </p:cNvPr>
          <p:cNvSpPr>
            <a:spLocks xmlns:a="http://schemas.openxmlformats.org/drawingml/2006/main" noGrp="1"/>
          </p:cNvSpPr>
          <p:nvPr/>
        </p:nvSpPr>
        <p:spPr>
          <a:xfrm xmlns:a="http://schemas.openxmlformats.org/drawingml/2006/main">
            <a:off x="371475" y="1409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標準COMSOL</a:t>
            </a:r>
          </a:p>
        </p:txBody>
      </p:sp>
      <p:sp>
        <p:nvSpPr>
          <p:cNvPr id="10" name="">
            <a:extLst xmlns:a="http://schemas.openxmlformats.org/drawingml/2006/main">
              <a:ext uri="{FF2B5EF4-FFF2-40B4-BE49-F238E27FC236}">
                <a16:creationId xmlns:a16="http://schemas.microsoft.com/office/drawing/2014/main" id="{B95D0084-3789-45BE-8144-2E7D1A3BB37D}"/>
              </a:ext>
            </a:extLst>
          </p:cNvPr>
          <p:cNvSpPr>
            <a:spLocks xmlns:a="http://schemas.openxmlformats.org/drawingml/2006/main" noGrp="1"/>
          </p:cNvSpPr>
          <p:nvPr/>
        </p:nvSpPr>
        <p:spPr>
          <a:xfrm xmlns:a="http://schemas.openxmlformats.org/drawingml/2006/main">
            <a:off x="561975" y="16859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187" name=""/>
          <p:cNvPicPr>
            <a:picLocks xmlns:a="http://schemas.openxmlformats.org/drawingml/2006/main" noChangeAspect="1"/>
          </p:cNvPicPr>
          <p:nvPr/>
        </p:nvPicPr>
        <p:blipFill>
          <a:blip xmlns:r="http://schemas.openxmlformats.org/officeDocument/2006/relationships" xmlns:a="http://schemas.openxmlformats.org/drawingml/2006/main" r:embed="Rd090af9cfdef467d"/>
          <a:stretch xmlns:a="http://schemas.openxmlformats.org/drawingml/2006/main"/>
        </p:blipFill>
        <p:spPr>
          <a:xfrm xmlns:a="http://schemas.openxmlformats.org/drawingml/2006/main">
            <a:off x="561975" y="1571625"/>
            <a:ext cx="2419350" cy="181451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2929071-49DF-405C-B7C1-D8D8431B7566}"/>
              </a:ext>
            </a:extLst>
          </p:cNvPr>
          <p:cNvSpPr>
            <a:spLocks xmlns:a="http://schemas.openxmlformats.org/drawingml/2006/main" noGrp="1"/>
          </p:cNvSpPr>
          <p:nvPr/>
        </p:nvSpPr>
        <p:spPr>
          <a:xfrm xmlns:a="http://schemas.openxmlformats.org/drawingml/2006/main">
            <a:off x="561975"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3" name="">
            <a:extLst xmlns:a="http://schemas.openxmlformats.org/drawingml/2006/main">
              <a:ext uri="{FF2B5EF4-FFF2-40B4-BE49-F238E27FC236}">
                <a16:creationId xmlns:a16="http://schemas.microsoft.com/office/drawing/2014/main" id="{2C604CD3-BA06-446A-85F4-16E3B01CD09F}"/>
              </a:ext>
            </a:extLst>
          </p:cNvPr>
          <p:cNvSpPr>
            <a:spLocks xmlns:a="http://schemas.openxmlformats.org/drawingml/2006/main" noGrp="1"/>
          </p:cNvSpPr>
          <p:nvPr/>
        </p:nvSpPr>
        <p:spPr>
          <a:xfrm xmlns:a="http://schemas.openxmlformats.org/drawingml/2006/main">
            <a:off x="438150"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86F8723C-A6EF-493C-87C2-5872484A58E1}"/>
              </a:ext>
            </a:extLst>
          </p:cNvPr>
          <p:cNvSpPr>
            <a:spLocks xmlns:a="http://schemas.openxmlformats.org/drawingml/2006/main" noGrp="1"/>
          </p:cNvSpPr>
          <p:nvPr/>
        </p:nvSpPr>
        <p:spPr>
          <a:xfrm xmlns:a="http://schemas.openxmlformats.org/drawingml/2006/main">
            <a:off x="1426029"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5" name="">
            <a:extLst xmlns:a="http://schemas.openxmlformats.org/drawingml/2006/main">
              <a:ext uri="{FF2B5EF4-FFF2-40B4-BE49-F238E27FC236}">
                <a16:creationId xmlns:a16="http://schemas.microsoft.com/office/drawing/2014/main" id="{DDC087C8-5220-448B-A382-0052BAC3361E}"/>
              </a:ext>
            </a:extLst>
          </p:cNvPr>
          <p:cNvSpPr>
            <a:spLocks xmlns:a="http://schemas.openxmlformats.org/drawingml/2006/main" noGrp="1"/>
          </p:cNvSpPr>
          <p:nvPr/>
        </p:nvSpPr>
        <p:spPr>
          <a:xfrm xmlns:a="http://schemas.openxmlformats.org/drawingml/2006/main">
            <a:off x="1302204"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16" name="">
            <a:extLst xmlns:a="http://schemas.openxmlformats.org/drawingml/2006/main">
              <a:ext uri="{FF2B5EF4-FFF2-40B4-BE49-F238E27FC236}">
                <a16:creationId xmlns:a16="http://schemas.microsoft.com/office/drawing/2014/main" id="{59FDC368-5C64-4933-88B4-D3CDC9CF736E}"/>
              </a:ext>
            </a:extLst>
          </p:cNvPr>
          <p:cNvSpPr>
            <a:spLocks xmlns:a="http://schemas.openxmlformats.org/drawingml/2006/main" noGrp="1"/>
          </p:cNvSpPr>
          <p:nvPr/>
        </p:nvSpPr>
        <p:spPr>
          <a:xfrm xmlns:a="http://schemas.openxmlformats.org/drawingml/2006/main">
            <a:off x="2290082"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7" name="">
            <a:extLst xmlns:a="http://schemas.openxmlformats.org/drawingml/2006/main">
              <a:ext uri="{FF2B5EF4-FFF2-40B4-BE49-F238E27FC236}">
                <a16:creationId xmlns:a16="http://schemas.microsoft.com/office/drawing/2014/main" id="{684D74FA-C4C9-4E79-9D46-49EF8929F6EF}"/>
              </a:ext>
            </a:extLst>
          </p:cNvPr>
          <p:cNvSpPr>
            <a:spLocks xmlns:a="http://schemas.openxmlformats.org/drawingml/2006/main" noGrp="1"/>
          </p:cNvSpPr>
          <p:nvPr/>
        </p:nvSpPr>
        <p:spPr>
          <a:xfrm xmlns:a="http://schemas.openxmlformats.org/drawingml/2006/main">
            <a:off x="2166257"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18" name="">
            <a:extLst xmlns:a="http://schemas.openxmlformats.org/drawingml/2006/main">
              <a:ext uri="{FF2B5EF4-FFF2-40B4-BE49-F238E27FC236}">
                <a16:creationId xmlns:a16="http://schemas.microsoft.com/office/drawing/2014/main" id="{5FB9CFF9-F443-4C81-9E15-5E47A6AF93AA}"/>
              </a:ext>
            </a:extLst>
          </p:cNvPr>
          <p:cNvSpPr>
            <a:spLocks xmlns:a="http://schemas.openxmlformats.org/drawingml/2006/main" noGrp="1"/>
          </p:cNvSpPr>
          <p:nvPr/>
        </p:nvSpPr>
        <p:spPr>
          <a:xfrm xmlns:a="http://schemas.openxmlformats.org/drawingml/2006/main">
            <a:off x="2981325"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9" name="">
            <a:extLst xmlns:a="http://schemas.openxmlformats.org/drawingml/2006/main">
              <a:ext uri="{FF2B5EF4-FFF2-40B4-BE49-F238E27FC236}">
                <a16:creationId xmlns:a16="http://schemas.microsoft.com/office/drawing/2014/main" id="{704381C9-D690-43F8-BBEA-AB39A550E013}"/>
              </a:ext>
            </a:extLst>
          </p:cNvPr>
          <p:cNvSpPr>
            <a:spLocks xmlns:a="http://schemas.openxmlformats.org/drawingml/2006/main" noGrp="1"/>
          </p:cNvSpPr>
          <p:nvPr/>
        </p:nvSpPr>
        <p:spPr>
          <a:xfrm xmlns:a="http://schemas.openxmlformats.org/drawingml/2006/main">
            <a:off x="2857500"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20" name="">
            <a:extLst xmlns:a="http://schemas.openxmlformats.org/drawingml/2006/main">
              <a:ext uri="{FF2B5EF4-FFF2-40B4-BE49-F238E27FC236}">
                <a16:creationId xmlns:a16="http://schemas.microsoft.com/office/drawing/2014/main" id="{91685ECF-AB06-4B9D-B862-3BC6DB5CC9B4}"/>
              </a:ext>
            </a:extLst>
          </p:cNvPr>
          <p:cNvSpPr>
            <a:spLocks xmlns:a="http://schemas.openxmlformats.org/drawingml/2006/main" noGrp="1"/>
          </p:cNvSpPr>
          <p:nvPr/>
        </p:nvSpPr>
        <p:spPr>
          <a:xfrm xmlns:a="http://schemas.openxmlformats.org/drawingml/2006/main">
            <a:off x="514350" y="35004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1" name="">
            <a:extLst xmlns:a="http://schemas.openxmlformats.org/drawingml/2006/main">
              <a:ext uri="{FF2B5EF4-FFF2-40B4-BE49-F238E27FC236}">
                <a16:creationId xmlns:a16="http://schemas.microsoft.com/office/drawing/2014/main" id="{305B1EA4-BC14-4C9D-B027-D86445225C66}"/>
              </a:ext>
            </a:extLst>
          </p:cNvPr>
          <p:cNvSpPr>
            <a:spLocks xmlns:a="http://schemas.openxmlformats.org/drawingml/2006/main" noGrp="1"/>
          </p:cNvSpPr>
          <p:nvPr/>
        </p:nvSpPr>
        <p:spPr>
          <a:xfrm xmlns:a="http://schemas.openxmlformats.org/drawingml/2006/main">
            <a:off x="200025" y="34337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22" name="">
            <a:extLst xmlns:a="http://schemas.openxmlformats.org/drawingml/2006/main">
              <a:ext uri="{FF2B5EF4-FFF2-40B4-BE49-F238E27FC236}">
                <a16:creationId xmlns:a16="http://schemas.microsoft.com/office/drawing/2014/main" id="{13280FB9-603F-4E49-8B71-7DEFF331E6ED}"/>
              </a:ext>
            </a:extLst>
          </p:cNvPr>
          <p:cNvSpPr>
            <a:spLocks xmlns:a="http://schemas.openxmlformats.org/drawingml/2006/main" noGrp="1"/>
          </p:cNvSpPr>
          <p:nvPr/>
        </p:nvSpPr>
        <p:spPr>
          <a:xfrm xmlns:a="http://schemas.openxmlformats.org/drawingml/2006/main">
            <a:off x="514350" y="30684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3" name="">
            <a:extLst xmlns:a="http://schemas.openxmlformats.org/drawingml/2006/main">
              <a:ext uri="{FF2B5EF4-FFF2-40B4-BE49-F238E27FC236}">
                <a16:creationId xmlns:a16="http://schemas.microsoft.com/office/drawing/2014/main" id="{F9910902-254C-4435-BA3A-ECA40636D547}"/>
              </a:ext>
            </a:extLst>
          </p:cNvPr>
          <p:cNvSpPr>
            <a:spLocks xmlns:a="http://schemas.openxmlformats.org/drawingml/2006/main" noGrp="1"/>
          </p:cNvSpPr>
          <p:nvPr/>
        </p:nvSpPr>
        <p:spPr>
          <a:xfrm xmlns:a="http://schemas.openxmlformats.org/drawingml/2006/main">
            <a:off x="200025" y="30017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24" name="">
            <a:extLst xmlns:a="http://schemas.openxmlformats.org/drawingml/2006/main">
              <a:ext uri="{FF2B5EF4-FFF2-40B4-BE49-F238E27FC236}">
                <a16:creationId xmlns:a16="http://schemas.microsoft.com/office/drawing/2014/main" id="{91B2303F-0694-423C-9D7C-CACF0D7A84A0}"/>
              </a:ext>
            </a:extLst>
          </p:cNvPr>
          <p:cNvSpPr>
            <a:spLocks xmlns:a="http://schemas.openxmlformats.org/drawingml/2006/main" noGrp="1"/>
          </p:cNvSpPr>
          <p:nvPr/>
        </p:nvSpPr>
        <p:spPr>
          <a:xfrm xmlns:a="http://schemas.openxmlformats.org/drawingml/2006/main">
            <a:off x="514350" y="23771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5" name="">
            <a:extLst xmlns:a="http://schemas.openxmlformats.org/drawingml/2006/main">
              <a:ext uri="{FF2B5EF4-FFF2-40B4-BE49-F238E27FC236}">
                <a16:creationId xmlns:a16="http://schemas.microsoft.com/office/drawing/2014/main" id="{EC649796-34F1-454B-AB1B-A71BA404CA2C}"/>
              </a:ext>
            </a:extLst>
          </p:cNvPr>
          <p:cNvSpPr>
            <a:spLocks xmlns:a="http://schemas.openxmlformats.org/drawingml/2006/main" noGrp="1"/>
          </p:cNvSpPr>
          <p:nvPr/>
        </p:nvSpPr>
        <p:spPr>
          <a:xfrm xmlns:a="http://schemas.openxmlformats.org/drawingml/2006/main">
            <a:off x="200025" y="23104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26" name="">
            <a:extLst xmlns:a="http://schemas.openxmlformats.org/drawingml/2006/main">
              <a:ext uri="{FF2B5EF4-FFF2-40B4-BE49-F238E27FC236}">
                <a16:creationId xmlns:a16="http://schemas.microsoft.com/office/drawing/2014/main" id="{B35B9947-B79B-4057-ACA7-43C7A6347C6B}"/>
              </a:ext>
            </a:extLst>
          </p:cNvPr>
          <p:cNvSpPr>
            <a:spLocks xmlns:a="http://schemas.openxmlformats.org/drawingml/2006/main" noGrp="1"/>
          </p:cNvSpPr>
          <p:nvPr/>
        </p:nvSpPr>
        <p:spPr>
          <a:xfrm xmlns:a="http://schemas.openxmlformats.org/drawingml/2006/main">
            <a:off x="514350" y="16859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7" name="">
            <a:extLst xmlns:a="http://schemas.openxmlformats.org/drawingml/2006/main">
              <a:ext uri="{FF2B5EF4-FFF2-40B4-BE49-F238E27FC236}">
                <a16:creationId xmlns:a16="http://schemas.microsoft.com/office/drawing/2014/main" id="{5273A523-6CDB-4F45-B02C-30DB380313D4}"/>
              </a:ext>
            </a:extLst>
          </p:cNvPr>
          <p:cNvSpPr>
            <a:spLocks xmlns:a="http://schemas.openxmlformats.org/drawingml/2006/main" noGrp="1"/>
          </p:cNvSpPr>
          <p:nvPr/>
        </p:nvSpPr>
        <p:spPr>
          <a:xfrm xmlns:a="http://schemas.openxmlformats.org/drawingml/2006/main">
            <a:off x="200025" y="16192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28" name="">
            <a:extLst xmlns:a="http://schemas.openxmlformats.org/drawingml/2006/main">
              <a:ext uri="{FF2B5EF4-FFF2-40B4-BE49-F238E27FC236}">
                <a16:creationId xmlns:a16="http://schemas.microsoft.com/office/drawing/2014/main" id="{2612917D-9F40-448B-997D-4224D098F632}"/>
              </a:ext>
            </a:extLst>
          </p:cNvPr>
          <p:cNvSpPr>
            <a:spLocks xmlns:a="http://schemas.openxmlformats.org/drawingml/2006/main" noGrp="1"/>
          </p:cNvSpPr>
          <p:nvPr/>
        </p:nvSpPr>
        <p:spPr>
          <a:xfrm xmlns:a="http://schemas.openxmlformats.org/drawingml/2006/main">
            <a:off x="1438275" y="36909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29" name="">
            <a:extLst xmlns:a="http://schemas.openxmlformats.org/drawingml/2006/main">
              <a:ext uri="{FF2B5EF4-FFF2-40B4-BE49-F238E27FC236}">
                <a16:creationId xmlns:a16="http://schemas.microsoft.com/office/drawing/2014/main" id="{862B53DE-F039-48A1-A704-59400DCAB722}"/>
              </a:ext>
            </a:extLst>
          </p:cNvPr>
          <p:cNvSpPr>
            <a:spLocks xmlns:a="http://schemas.openxmlformats.org/drawingml/2006/main" noGrp="1"/>
          </p:cNvSpPr>
          <p:nvPr/>
        </p:nvSpPr>
        <p:spPr>
          <a:xfrm xmlns:a="http://schemas.openxmlformats.org/drawingml/2006/main">
            <a:off x="142875" y="2507456"/>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z [cm]</a:t>
            </a:r>
          </a:p>
        </p:txBody>
      </p:sp>
      <p:sp>
        <p:nvSpPr>
          <p:cNvPr id="30" name="">
            <a:extLst xmlns:a="http://schemas.openxmlformats.org/drawingml/2006/main">
              <a:ext uri="{FF2B5EF4-FFF2-40B4-BE49-F238E27FC236}">
                <a16:creationId xmlns:a16="http://schemas.microsoft.com/office/drawing/2014/main" id="{E10E6020-9BCF-4B75-84AD-87AD94FBAD0C}"/>
              </a:ext>
            </a:extLst>
          </p:cNvPr>
          <p:cNvSpPr>
            <a:spLocks xmlns:a="http://schemas.openxmlformats.org/drawingml/2006/main" noGrp="1"/>
          </p:cNvSpPr>
          <p:nvPr/>
        </p:nvSpPr>
        <p:spPr>
          <a:xfrm xmlns:a="http://schemas.openxmlformats.org/drawingml/2006/main">
            <a:off x="3333750" y="1409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two-term</a:t>
            </a:r>
          </a:p>
        </p:txBody>
      </p:sp>
      <p:sp>
        <p:nvSpPr>
          <p:cNvPr id="31" name="">
            <a:extLst xmlns:a="http://schemas.openxmlformats.org/drawingml/2006/main">
              <a:ext uri="{FF2B5EF4-FFF2-40B4-BE49-F238E27FC236}">
                <a16:creationId xmlns:a16="http://schemas.microsoft.com/office/drawing/2014/main" id="{0C8DE40D-8102-4ACC-8637-E9CAE1C41A8A}"/>
              </a:ext>
            </a:extLst>
          </p:cNvPr>
          <p:cNvSpPr>
            <a:spLocks xmlns:a="http://schemas.openxmlformats.org/drawingml/2006/main" noGrp="1"/>
          </p:cNvSpPr>
          <p:nvPr/>
        </p:nvSpPr>
        <p:spPr>
          <a:xfrm xmlns:a="http://schemas.openxmlformats.org/drawingml/2006/main">
            <a:off x="3524250" y="16859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08" name=""/>
          <p:cNvPicPr>
            <a:picLocks xmlns:a="http://schemas.openxmlformats.org/drawingml/2006/main" noChangeAspect="1"/>
          </p:cNvPicPr>
          <p:nvPr/>
        </p:nvPicPr>
        <p:blipFill>
          <a:blip xmlns:r="http://schemas.openxmlformats.org/officeDocument/2006/relationships" xmlns:a="http://schemas.openxmlformats.org/drawingml/2006/main" r:embed="R1fee4f5242c7474e"/>
          <a:stretch xmlns:a="http://schemas.openxmlformats.org/drawingml/2006/main"/>
        </p:blipFill>
        <p:spPr>
          <a:xfrm xmlns:a="http://schemas.openxmlformats.org/drawingml/2006/main">
            <a:off x="3524250" y="1571625"/>
            <a:ext cx="2419350" cy="1814513"/>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96F3077D-14C5-4896-B784-0FC985125E97}"/>
              </a:ext>
            </a:extLst>
          </p:cNvPr>
          <p:cNvSpPr>
            <a:spLocks xmlns:a="http://schemas.openxmlformats.org/drawingml/2006/main" noGrp="1"/>
          </p:cNvSpPr>
          <p:nvPr/>
        </p:nvSpPr>
        <p:spPr>
          <a:xfrm xmlns:a="http://schemas.openxmlformats.org/drawingml/2006/main">
            <a:off x="3524250"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4" name="">
            <a:extLst xmlns:a="http://schemas.openxmlformats.org/drawingml/2006/main">
              <a:ext uri="{FF2B5EF4-FFF2-40B4-BE49-F238E27FC236}">
                <a16:creationId xmlns:a16="http://schemas.microsoft.com/office/drawing/2014/main" id="{B2DD36D6-74B0-4C2A-9D20-235B70389408}"/>
              </a:ext>
            </a:extLst>
          </p:cNvPr>
          <p:cNvSpPr>
            <a:spLocks xmlns:a="http://schemas.openxmlformats.org/drawingml/2006/main" noGrp="1"/>
          </p:cNvSpPr>
          <p:nvPr/>
        </p:nvSpPr>
        <p:spPr>
          <a:xfrm xmlns:a="http://schemas.openxmlformats.org/drawingml/2006/main">
            <a:off x="3400425"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35" name="">
            <a:extLst xmlns:a="http://schemas.openxmlformats.org/drawingml/2006/main">
              <a:ext uri="{FF2B5EF4-FFF2-40B4-BE49-F238E27FC236}">
                <a16:creationId xmlns:a16="http://schemas.microsoft.com/office/drawing/2014/main" id="{E6ED60A2-5BD3-4B4E-BAEB-FD0B5AB53096}"/>
              </a:ext>
            </a:extLst>
          </p:cNvPr>
          <p:cNvSpPr>
            <a:spLocks xmlns:a="http://schemas.openxmlformats.org/drawingml/2006/main" noGrp="1"/>
          </p:cNvSpPr>
          <p:nvPr/>
        </p:nvSpPr>
        <p:spPr>
          <a:xfrm xmlns:a="http://schemas.openxmlformats.org/drawingml/2006/main">
            <a:off x="4388304"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6" name="">
            <a:extLst xmlns:a="http://schemas.openxmlformats.org/drawingml/2006/main">
              <a:ext uri="{FF2B5EF4-FFF2-40B4-BE49-F238E27FC236}">
                <a16:creationId xmlns:a16="http://schemas.microsoft.com/office/drawing/2014/main" id="{DD77CF71-4DBA-494D-B498-58EAED7A5272}"/>
              </a:ext>
            </a:extLst>
          </p:cNvPr>
          <p:cNvSpPr>
            <a:spLocks xmlns:a="http://schemas.openxmlformats.org/drawingml/2006/main" noGrp="1"/>
          </p:cNvSpPr>
          <p:nvPr/>
        </p:nvSpPr>
        <p:spPr>
          <a:xfrm xmlns:a="http://schemas.openxmlformats.org/drawingml/2006/main">
            <a:off x="4264479"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37" name="">
            <a:extLst xmlns:a="http://schemas.openxmlformats.org/drawingml/2006/main">
              <a:ext uri="{FF2B5EF4-FFF2-40B4-BE49-F238E27FC236}">
                <a16:creationId xmlns:a16="http://schemas.microsoft.com/office/drawing/2014/main" id="{61E90564-910E-4304-BBD8-2861118B2607}"/>
              </a:ext>
            </a:extLst>
          </p:cNvPr>
          <p:cNvSpPr>
            <a:spLocks xmlns:a="http://schemas.openxmlformats.org/drawingml/2006/main" noGrp="1"/>
          </p:cNvSpPr>
          <p:nvPr/>
        </p:nvSpPr>
        <p:spPr>
          <a:xfrm xmlns:a="http://schemas.openxmlformats.org/drawingml/2006/main">
            <a:off x="5252357"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8" name="">
            <a:extLst xmlns:a="http://schemas.openxmlformats.org/drawingml/2006/main">
              <a:ext uri="{FF2B5EF4-FFF2-40B4-BE49-F238E27FC236}">
                <a16:creationId xmlns:a16="http://schemas.microsoft.com/office/drawing/2014/main" id="{CA3BCE9E-2CCA-40EC-A336-8A7B512DF3CA}"/>
              </a:ext>
            </a:extLst>
          </p:cNvPr>
          <p:cNvSpPr>
            <a:spLocks xmlns:a="http://schemas.openxmlformats.org/drawingml/2006/main" noGrp="1"/>
          </p:cNvSpPr>
          <p:nvPr/>
        </p:nvSpPr>
        <p:spPr>
          <a:xfrm xmlns:a="http://schemas.openxmlformats.org/drawingml/2006/main">
            <a:off x="5128532"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39" name="">
            <a:extLst xmlns:a="http://schemas.openxmlformats.org/drawingml/2006/main">
              <a:ext uri="{FF2B5EF4-FFF2-40B4-BE49-F238E27FC236}">
                <a16:creationId xmlns:a16="http://schemas.microsoft.com/office/drawing/2014/main" id="{DB1EC6A7-5C7A-43E3-8C74-A02340EE8C86}"/>
              </a:ext>
            </a:extLst>
          </p:cNvPr>
          <p:cNvSpPr>
            <a:spLocks xmlns:a="http://schemas.openxmlformats.org/drawingml/2006/main" noGrp="1"/>
          </p:cNvSpPr>
          <p:nvPr/>
        </p:nvSpPr>
        <p:spPr>
          <a:xfrm xmlns:a="http://schemas.openxmlformats.org/drawingml/2006/main">
            <a:off x="5943600"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0" name="">
            <a:extLst xmlns:a="http://schemas.openxmlformats.org/drawingml/2006/main">
              <a:ext uri="{FF2B5EF4-FFF2-40B4-BE49-F238E27FC236}">
                <a16:creationId xmlns:a16="http://schemas.microsoft.com/office/drawing/2014/main" id="{911FBEE6-1B57-434C-B2CF-4CEF420B60AD}"/>
              </a:ext>
            </a:extLst>
          </p:cNvPr>
          <p:cNvSpPr>
            <a:spLocks xmlns:a="http://schemas.openxmlformats.org/drawingml/2006/main" noGrp="1"/>
          </p:cNvSpPr>
          <p:nvPr/>
        </p:nvSpPr>
        <p:spPr>
          <a:xfrm xmlns:a="http://schemas.openxmlformats.org/drawingml/2006/main">
            <a:off x="5819775"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41" name="">
            <a:extLst xmlns:a="http://schemas.openxmlformats.org/drawingml/2006/main">
              <a:ext uri="{FF2B5EF4-FFF2-40B4-BE49-F238E27FC236}">
                <a16:creationId xmlns:a16="http://schemas.microsoft.com/office/drawing/2014/main" id="{4757E34F-FD9A-47E8-AB8D-BEAEFC524665}"/>
              </a:ext>
            </a:extLst>
          </p:cNvPr>
          <p:cNvSpPr>
            <a:spLocks xmlns:a="http://schemas.openxmlformats.org/drawingml/2006/main" noGrp="1"/>
          </p:cNvSpPr>
          <p:nvPr/>
        </p:nvSpPr>
        <p:spPr>
          <a:xfrm xmlns:a="http://schemas.openxmlformats.org/drawingml/2006/main">
            <a:off x="3476625" y="35004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2" name="">
            <a:extLst xmlns:a="http://schemas.openxmlformats.org/drawingml/2006/main">
              <a:ext uri="{FF2B5EF4-FFF2-40B4-BE49-F238E27FC236}">
                <a16:creationId xmlns:a16="http://schemas.microsoft.com/office/drawing/2014/main" id="{1CE68267-92F6-424C-8D65-E5A45C326DF5}"/>
              </a:ext>
            </a:extLst>
          </p:cNvPr>
          <p:cNvSpPr>
            <a:spLocks xmlns:a="http://schemas.openxmlformats.org/drawingml/2006/main" noGrp="1"/>
          </p:cNvSpPr>
          <p:nvPr/>
        </p:nvSpPr>
        <p:spPr>
          <a:xfrm xmlns:a="http://schemas.openxmlformats.org/drawingml/2006/main">
            <a:off x="3162300" y="34337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43" name="">
            <a:extLst xmlns:a="http://schemas.openxmlformats.org/drawingml/2006/main">
              <a:ext uri="{FF2B5EF4-FFF2-40B4-BE49-F238E27FC236}">
                <a16:creationId xmlns:a16="http://schemas.microsoft.com/office/drawing/2014/main" id="{2FE4591C-80A8-42DA-887C-98467B1C1207}"/>
              </a:ext>
            </a:extLst>
          </p:cNvPr>
          <p:cNvSpPr>
            <a:spLocks xmlns:a="http://schemas.openxmlformats.org/drawingml/2006/main" noGrp="1"/>
          </p:cNvSpPr>
          <p:nvPr/>
        </p:nvSpPr>
        <p:spPr>
          <a:xfrm xmlns:a="http://schemas.openxmlformats.org/drawingml/2006/main">
            <a:off x="3476625" y="30684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4" name="">
            <a:extLst xmlns:a="http://schemas.openxmlformats.org/drawingml/2006/main">
              <a:ext uri="{FF2B5EF4-FFF2-40B4-BE49-F238E27FC236}">
                <a16:creationId xmlns:a16="http://schemas.microsoft.com/office/drawing/2014/main" id="{28267777-0889-42E5-913C-E7FC69F66752}"/>
              </a:ext>
            </a:extLst>
          </p:cNvPr>
          <p:cNvSpPr>
            <a:spLocks xmlns:a="http://schemas.openxmlformats.org/drawingml/2006/main" noGrp="1"/>
          </p:cNvSpPr>
          <p:nvPr/>
        </p:nvSpPr>
        <p:spPr>
          <a:xfrm xmlns:a="http://schemas.openxmlformats.org/drawingml/2006/main">
            <a:off x="3162300" y="30017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45" name="">
            <a:extLst xmlns:a="http://schemas.openxmlformats.org/drawingml/2006/main">
              <a:ext uri="{FF2B5EF4-FFF2-40B4-BE49-F238E27FC236}">
                <a16:creationId xmlns:a16="http://schemas.microsoft.com/office/drawing/2014/main" id="{929A89E3-007D-47E8-ABE6-AB345CF7F22D}"/>
              </a:ext>
            </a:extLst>
          </p:cNvPr>
          <p:cNvSpPr>
            <a:spLocks xmlns:a="http://schemas.openxmlformats.org/drawingml/2006/main" noGrp="1"/>
          </p:cNvSpPr>
          <p:nvPr/>
        </p:nvSpPr>
        <p:spPr>
          <a:xfrm xmlns:a="http://schemas.openxmlformats.org/drawingml/2006/main">
            <a:off x="3476625" y="23771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6" name="">
            <a:extLst xmlns:a="http://schemas.openxmlformats.org/drawingml/2006/main">
              <a:ext uri="{FF2B5EF4-FFF2-40B4-BE49-F238E27FC236}">
                <a16:creationId xmlns:a16="http://schemas.microsoft.com/office/drawing/2014/main" id="{F50C8244-272D-4585-9C53-DBDFFD7F38B6}"/>
              </a:ext>
            </a:extLst>
          </p:cNvPr>
          <p:cNvSpPr>
            <a:spLocks xmlns:a="http://schemas.openxmlformats.org/drawingml/2006/main" noGrp="1"/>
          </p:cNvSpPr>
          <p:nvPr/>
        </p:nvSpPr>
        <p:spPr>
          <a:xfrm xmlns:a="http://schemas.openxmlformats.org/drawingml/2006/main">
            <a:off x="3162300" y="23104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47" name="">
            <a:extLst xmlns:a="http://schemas.openxmlformats.org/drawingml/2006/main">
              <a:ext uri="{FF2B5EF4-FFF2-40B4-BE49-F238E27FC236}">
                <a16:creationId xmlns:a16="http://schemas.microsoft.com/office/drawing/2014/main" id="{95B9E773-422B-456A-A84A-67F84E59A7BF}"/>
              </a:ext>
            </a:extLst>
          </p:cNvPr>
          <p:cNvSpPr>
            <a:spLocks xmlns:a="http://schemas.openxmlformats.org/drawingml/2006/main" noGrp="1"/>
          </p:cNvSpPr>
          <p:nvPr/>
        </p:nvSpPr>
        <p:spPr>
          <a:xfrm xmlns:a="http://schemas.openxmlformats.org/drawingml/2006/main">
            <a:off x="3476625" y="16859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8" name="">
            <a:extLst xmlns:a="http://schemas.openxmlformats.org/drawingml/2006/main">
              <a:ext uri="{FF2B5EF4-FFF2-40B4-BE49-F238E27FC236}">
                <a16:creationId xmlns:a16="http://schemas.microsoft.com/office/drawing/2014/main" id="{A168DF2C-DE89-4B58-86B3-885473EF386B}"/>
              </a:ext>
            </a:extLst>
          </p:cNvPr>
          <p:cNvSpPr>
            <a:spLocks xmlns:a="http://schemas.openxmlformats.org/drawingml/2006/main" noGrp="1"/>
          </p:cNvSpPr>
          <p:nvPr/>
        </p:nvSpPr>
        <p:spPr>
          <a:xfrm xmlns:a="http://schemas.openxmlformats.org/drawingml/2006/main">
            <a:off x="3162300" y="16192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49" name="">
            <a:extLst xmlns:a="http://schemas.openxmlformats.org/drawingml/2006/main">
              <a:ext uri="{FF2B5EF4-FFF2-40B4-BE49-F238E27FC236}">
                <a16:creationId xmlns:a16="http://schemas.microsoft.com/office/drawing/2014/main" id="{B81529C8-6DEF-4903-9471-513353A29A46}"/>
              </a:ext>
            </a:extLst>
          </p:cNvPr>
          <p:cNvSpPr>
            <a:spLocks xmlns:a="http://schemas.openxmlformats.org/drawingml/2006/main" noGrp="1"/>
          </p:cNvSpPr>
          <p:nvPr/>
        </p:nvSpPr>
        <p:spPr>
          <a:xfrm xmlns:a="http://schemas.openxmlformats.org/drawingml/2006/main">
            <a:off x="4400550" y="36909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50" name="">
            <a:extLst xmlns:a="http://schemas.openxmlformats.org/drawingml/2006/main">
              <a:ext uri="{FF2B5EF4-FFF2-40B4-BE49-F238E27FC236}">
                <a16:creationId xmlns:a16="http://schemas.microsoft.com/office/drawing/2014/main" id="{6B14FA47-9604-45C8-AF99-6066A67C5BE9}"/>
              </a:ext>
            </a:extLst>
          </p:cNvPr>
          <p:cNvSpPr>
            <a:spLocks xmlns:a="http://schemas.openxmlformats.org/drawingml/2006/main" noGrp="1"/>
          </p:cNvSpPr>
          <p:nvPr/>
        </p:nvSpPr>
        <p:spPr>
          <a:xfrm xmlns:a="http://schemas.openxmlformats.org/drawingml/2006/main">
            <a:off x="6296025" y="1409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Monte Carlo</a:t>
            </a:r>
          </a:p>
        </p:txBody>
      </p:sp>
      <p:sp>
        <p:nvSpPr>
          <p:cNvPr id="51" name="">
            <a:extLst xmlns:a="http://schemas.openxmlformats.org/drawingml/2006/main">
              <a:ext uri="{FF2B5EF4-FFF2-40B4-BE49-F238E27FC236}">
                <a16:creationId xmlns:a16="http://schemas.microsoft.com/office/drawing/2014/main" id="{B509E3B0-61F0-46CE-85B3-0AE31CA81AB6}"/>
              </a:ext>
            </a:extLst>
          </p:cNvPr>
          <p:cNvSpPr>
            <a:spLocks xmlns:a="http://schemas.openxmlformats.org/drawingml/2006/main" noGrp="1"/>
          </p:cNvSpPr>
          <p:nvPr/>
        </p:nvSpPr>
        <p:spPr>
          <a:xfrm xmlns:a="http://schemas.openxmlformats.org/drawingml/2006/main">
            <a:off x="6486525" y="16859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28" name=""/>
          <p:cNvPicPr>
            <a:picLocks xmlns:a="http://schemas.openxmlformats.org/drawingml/2006/main" noChangeAspect="1"/>
          </p:cNvPicPr>
          <p:nvPr/>
        </p:nvPicPr>
        <p:blipFill>
          <a:blip xmlns:r="http://schemas.openxmlformats.org/officeDocument/2006/relationships" xmlns:a="http://schemas.openxmlformats.org/drawingml/2006/main" r:embed="Rfc23bf3f979d4af6"/>
          <a:stretch xmlns:a="http://schemas.openxmlformats.org/drawingml/2006/main"/>
        </p:blipFill>
        <p:spPr>
          <a:xfrm xmlns:a="http://schemas.openxmlformats.org/drawingml/2006/main">
            <a:off x="6486525" y="1571625"/>
            <a:ext cx="2419350" cy="1814513"/>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41C2077B-54F3-41A2-B58B-325C3F51AD82}"/>
              </a:ext>
            </a:extLst>
          </p:cNvPr>
          <p:cNvSpPr>
            <a:spLocks xmlns:a="http://schemas.openxmlformats.org/drawingml/2006/main" noGrp="1"/>
          </p:cNvSpPr>
          <p:nvPr/>
        </p:nvSpPr>
        <p:spPr>
          <a:xfrm xmlns:a="http://schemas.openxmlformats.org/drawingml/2006/main">
            <a:off x="6486525"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4" name="">
            <a:extLst xmlns:a="http://schemas.openxmlformats.org/drawingml/2006/main">
              <a:ext uri="{FF2B5EF4-FFF2-40B4-BE49-F238E27FC236}">
                <a16:creationId xmlns:a16="http://schemas.microsoft.com/office/drawing/2014/main" id="{E2DD1574-8E89-43C3-A142-37554097DA8E}"/>
              </a:ext>
            </a:extLst>
          </p:cNvPr>
          <p:cNvSpPr>
            <a:spLocks xmlns:a="http://schemas.openxmlformats.org/drawingml/2006/main" noGrp="1"/>
          </p:cNvSpPr>
          <p:nvPr/>
        </p:nvSpPr>
        <p:spPr>
          <a:xfrm xmlns:a="http://schemas.openxmlformats.org/drawingml/2006/main">
            <a:off x="6362700"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55" name="">
            <a:extLst xmlns:a="http://schemas.openxmlformats.org/drawingml/2006/main">
              <a:ext uri="{FF2B5EF4-FFF2-40B4-BE49-F238E27FC236}">
                <a16:creationId xmlns:a16="http://schemas.microsoft.com/office/drawing/2014/main" id="{A7E328D2-C947-4F8B-BA16-4709B9963003}"/>
              </a:ext>
            </a:extLst>
          </p:cNvPr>
          <p:cNvSpPr>
            <a:spLocks xmlns:a="http://schemas.openxmlformats.org/drawingml/2006/main" noGrp="1"/>
          </p:cNvSpPr>
          <p:nvPr/>
        </p:nvSpPr>
        <p:spPr>
          <a:xfrm xmlns:a="http://schemas.openxmlformats.org/drawingml/2006/main">
            <a:off x="7350579"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6" name="">
            <a:extLst xmlns:a="http://schemas.openxmlformats.org/drawingml/2006/main">
              <a:ext uri="{FF2B5EF4-FFF2-40B4-BE49-F238E27FC236}">
                <a16:creationId xmlns:a16="http://schemas.microsoft.com/office/drawing/2014/main" id="{2B8F7100-E7D6-4378-8DDE-B09B54E01CA8}"/>
              </a:ext>
            </a:extLst>
          </p:cNvPr>
          <p:cNvSpPr>
            <a:spLocks xmlns:a="http://schemas.openxmlformats.org/drawingml/2006/main" noGrp="1"/>
          </p:cNvSpPr>
          <p:nvPr/>
        </p:nvSpPr>
        <p:spPr>
          <a:xfrm xmlns:a="http://schemas.openxmlformats.org/drawingml/2006/main">
            <a:off x="7226754"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57" name="">
            <a:extLst xmlns:a="http://schemas.openxmlformats.org/drawingml/2006/main">
              <a:ext uri="{FF2B5EF4-FFF2-40B4-BE49-F238E27FC236}">
                <a16:creationId xmlns:a16="http://schemas.microsoft.com/office/drawing/2014/main" id="{171EAAF4-E1E7-4BCC-8355-7916B8173927}"/>
              </a:ext>
            </a:extLst>
          </p:cNvPr>
          <p:cNvSpPr>
            <a:spLocks xmlns:a="http://schemas.openxmlformats.org/drawingml/2006/main" noGrp="1"/>
          </p:cNvSpPr>
          <p:nvPr/>
        </p:nvSpPr>
        <p:spPr>
          <a:xfrm xmlns:a="http://schemas.openxmlformats.org/drawingml/2006/main">
            <a:off x="8214632"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8" name="">
            <a:extLst xmlns:a="http://schemas.openxmlformats.org/drawingml/2006/main">
              <a:ext uri="{FF2B5EF4-FFF2-40B4-BE49-F238E27FC236}">
                <a16:creationId xmlns:a16="http://schemas.microsoft.com/office/drawing/2014/main" id="{17A6A65C-E1E4-4F15-B6EF-0F9779822DE0}"/>
              </a:ext>
            </a:extLst>
          </p:cNvPr>
          <p:cNvSpPr>
            <a:spLocks xmlns:a="http://schemas.openxmlformats.org/drawingml/2006/main" noGrp="1"/>
          </p:cNvSpPr>
          <p:nvPr/>
        </p:nvSpPr>
        <p:spPr>
          <a:xfrm xmlns:a="http://schemas.openxmlformats.org/drawingml/2006/main">
            <a:off x="8090807"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59" name="">
            <a:extLst xmlns:a="http://schemas.openxmlformats.org/drawingml/2006/main">
              <a:ext uri="{FF2B5EF4-FFF2-40B4-BE49-F238E27FC236}">
                <a16:creationId xmlns:a16="http://schemas.microsoft.com/office/drawing/2014/main" id="{78DA0C2E-B410-45C2-8245-EFE36234910B}"/>
              </a:ext>
            </a:extLst>
          </p:cNvPr>
          <p:cNvSpPr>
            <a:spLocks xmlns:a="http://schemas.openxmlformats.org/drawingml/2006/main" noGrp="1"/>
          </p:cNvSpPr>
          <p:nvPr/>
        </p:nvSpPr>
        <p:spPr>
          <a:xfrm xmlns:a="http://schemas.openxmlformats.org/drawingml/2006/main">
            <a:off x="8905875"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0" name="">
            <a:extLst xmlns:a="http://schemas.openxmlformats.org/drawingml/2006/main">
              <a:ext uri="{FF2B5EF4-FFF2-40B4-BE49-F238E27FC236}">
                <a16:creationId xmlns:a16="http://schemas.microsoft.com/office/drawing/2014/main" id="{1B186AB9-9F5C-4340-8F6D-F35E5678B214}"/>
              </a:ext>
            </a:extLst>
          </p:cNvPr>
          <p:cNvSpPr>
            <a:spLocks xmlns:a="http://schemas.openxmlformats.org/drawingml/2006/main" noGrp="1"/>
          </p:cNvSpPr>
          <p:nvPr/>
        </p:nvSpPr>
        <p:spPr>
          <a:xfrm xmlns:a="http://schemas.openxmlformats.org/drawingml/2006/main">
            <a:off x="8782050"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61" name="">
            <a:extLst xmlns:a="http://schemas.openxmlformats.org/drawingml/2006/main">
              <a:ext uri="{FF2B5EF4-FFF2-40B4-BE49-F238E27FC236}">
                <a16:creationId xmlns:a16="http://schemas.microsoft.com/office/drawing/2014/main" id="{8DC00D2F-1F7D-4934-99FC-E4289442DA1B}"/>
              </a:ext>
            </a:extLst>
          </p:cNvPr>
          <p:cNvSpPr>
            <a:spLocks xmlns:a="http://schemas.openxmlformats.org/drawingml/2006/main" noGrp="1"/>
          </p:cNvSpPr>
          <p:nvPr/>
        </p:nvSpPr>
        <p:spPr>
          <a:xfrm xmlns:a="http://schemas.openxmlformats.org/drawingml/2006/main">
            <a:off x="6438900" y="35004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2" name="">
            <a:extLst xmlns:a="http://schemas.openxmlformats.org/drawingml/2006/main">
              <a:ext uri="{FF2B5EF4-FFF2-40B4-BE49-F238E27FC236}">
                <a16:creationId xmlns:a16="http://schemas.microsoft.com/office/drawing/2014/main" id="{289EF795-AC91-46D8-8A57-CA09B04429E0}"/>
              </a:ext>
            </a:extLst>
          </p:cNvPr>
          <p:cNvSpPr>
            <a:spLocks xmlns:a="http://schemas.openxmlformats.org/drawingml/2006/main" noGrp="1"/>
          </p:cNvSpPr>
          <p:nvPr/>
        </p:nvSpPr>
        <p:spPr>
          <a:xfrm xmlns:a="http://schemas.openxmlformats.org/drawingml/2006/main">
            <a:off x="6124575" y="34337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63" name="">
            <a:extLst xmlns:a="http://schemas.openxmlformats.org/drawingml/2006/main">
              <a:ext uri="{FF2B5EF4-FFF2-40B4-BE49-F238E27FC236}">
                <a16:creationId xmlns:a16="http://schemas.microsoft.com/office/drawing/2014/main" id="{F41D408A-9AE5-425D-B01E-C25F3AF12C74}"/>
              </a:ext>
            </a:extLst>
          </p:cNvPr>
          <p:cNvSpPr>
            <a:spLocks xmlns:a="http://schemas.openxmlformats.org/drawingml/2006/main" noGrp="1"/>
          </p:cNvSpPr>
          <p:nvPr/>
        </p:nvSpPr>
        <p:spPr>
          <a:xfrm xmlns:a="http://schemas.openxmlformats.org/drawingml/2006/main">
            <a:off x="6438900" y="30684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4" name="">
            <a:extLst xmlns:a="http://schemas.openxmlformats.org/drawingml/2006/main">
              <a:ext uri="{FF2B5EF4-FFF2-40B4-BE49-F238E27FC236}">
                <a16:creationId xmlns:a16="http://schemas.microsoft.com/office/drawing/2014/main" id="{EF5BB10E-0CF7-42BE-8AB0-DDBBD0600910}"/>
              </a:ext>
            </a:extLst>
          </p:cNvPr>
          <p:cNvSpPr>
            <a:spLocks xmlns:a="http://schemas.openxmlformats.org/drawingml/2006/main" noGrp="1"/>
          </p:cNvSpPr>
          <p:nvPr/>
        </p:nvSpPr>
        <p:spPr>
          <a:xfrm xmlns:a="http://schemas.openxmlformats.org/drawingml/2006/main">
            <a:off x="6124575" y="30017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65" name="">
            <a:extLst xmlns:a="http://schemas.openxmlformats.org/drawingml/2006/main">
              <a:ext uri="{FF2B5EF4-FFF2-40B4-BE49-F238E27FC236}">
                <a16:creationId xmlns:a16="http://schemas.microsoft.com/office/drawing/2014/main" id="{2313C538-B303-49BF-8181-DAE7BF9AE0A9}"/>
              </a:ext>
            </a:extLst>
          </p:cNvPr>
          <p:cNvSpPr>
            <a:spLocks xmlns:a="http://schemas.openxmlformats.org/drawingml/2006/main" noGrp="1"/>
          </p:cNvSpPr>
          <p:nvPr/>
        </p:nvSpPr>
        <p:spPr>
          <a:xfrm xmlns:a="http://schemas.openxmlformats.org/drawingml/2006/main">
            <a:off x="6438900" y="23771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6" name="">
            <a:extLst xmlns:a="http://schemas.openxmlformats.org/drawingml/2006/main">
              <a:ext uri="{FF2B5EF4-FFF2-40B4-BE49-F238E27FC236}">
                <a16:creationId xmlns:a16="http://schemas.microsoft.com/office/drawing/2014/main" id="{41CCC0A6-960F-4FD1-899E-C30BAEA6B9E3}"/>
              </a:ext>
            </a:extLst>
          </p:cNvPr>
          <p:cNvSpPr>
            <a:spLocks xmlns:a="http://schemas.openxmlformats.org/drawingml/2006/main" noGrp="1"/>
          </p:cNvSpPr>
          <p:nvPr/>
        </p:nvSpPr>
        <p:spPr>
          <a:xfrm xmlns:a="http://schemas.openxmlformats.org/drawingml/2006/main">
            <a:off x="6124575" y="23104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67" name="">
            <a:extLst xmlns:a="http://schemas.openxmlformats.org/drawingml/2006/main">
              <a:ext uri="{FF2B5EF4-FFF2-40B4-BE49-F238E27FC236}">
                <a16:creationId xmlns:a16="http://schemas.microsoft.com/office/drawing/2014/main" id="{1F6CBFC8-37B0-45CF-A505-AA6A3C4A0364}"/>
              </a:ext>
            </a:extLst>
          </p:cNvPr>
          <p:cNvSpPr>
            <a:spLocks xmlns:a="http://schemas.openxmlformats.org/drawingml/2006/main" noGrp="1"/>
          </p:cNvSpPr>
          <p:nvPr/>
        </p:nvSpPr>
        <p:spPr>
          <a:xfrm xmlns:a="http://schemas.openxmlformats.org/drawingml/2006/main">
            <a:off x="6438900" y="16859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8" name="">
            <a:extLst xmlns:a="http://schemas.openxmlformats.org/drawingml/2006/main">
              <a:ext uri="{FF2B5EF4-FFF2-40B4-BE49-F238E27FC236}">
                <a16:creationId xmlns:a16="http://schemas.microsoft.com/office/drawing/2014/main" id="{2415BEFC-1405-412F-BEA5-5D764FF5AC9C}"/>
              </a:ext>
            </a:extLst>
          </p:cNvPr>
          <p:cNvSpPr>
            <a:spLocks xmlns:a="http://schemas.openxmlformats.org/drawingml/2006/main" noGrp="1"/>
          </p:cNvSpPr>
          <p:nvPr/>
        </p:nvSpPr>
        <p:spPr>
          <a:xfrm xmlns:a="http://schemas.openxmlformats.org/drawingml/2006/main">
            <a:off x="6124575" y="16192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69" name="">
            <a:extLst xmlns:a="http://schemas.openxmlformats.org/drawingml/2006/main">
              <a:ext uri="{FF2B5EF4-FFF2-40B4-BE49-F238E27FC236}">
                <a16:creationId xmlns:a16="http://schemas.microsoft.com/office/drawing/2014/main" id="{AFFC3656-B7B8-42F1-9827-231326B5A223}"/>
              </a:ext>
            </a:extLst>
          </p:cNvPr>
          <p:cNvSpPr>
            <a:spLocks xmlns:a="http://schemas.openxmlformats.org/drawingml/2006/main" noGrp="1"/>
          </p:cNvSpPr>
          <p:nvPr/>
        </p:nvSpPr>
        <p:spPr>
          <a:xfrm xmlns:a="http://schemas.openxmlformats.org/drawingml/2006/main">
            <a:off x="7362825" y="36909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70" name="">
            <a:extLst xmlns:a="http://schemas.openxmlformats.org/drawingml/2006/main">
              <a:ext uri="{FF2B5EF4-FFF2-40B4-BE49-F238E27FC236}">
                <a16:creationId xmlns:a16="http://schemas.microsoft.com/office/drawing/2014/main" id="{0F41EBA3-285C-49BC-917A-781CDA6F1C79}"/>
              </a:ext>
            </a:extLst>
          </p:cNvPr>
          <p:cNvSpPr>
            <a:spLocks xmlns:a="http://schemas.openxmlformats.org/drawingml/2006/main" noGrp="1"/>
          </p:cNvSpPr>
          <p:nvPr/>
        </p:nvSpPr>
        <p:spPr>
          <a:xfrm xmlns:a="http://schemas.openxmlformats.org/drawingml/2006/main">
            <a:off x="9258300" y="1409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propagator P1</a:t>
            </a:r>
          </a:p>
        </p:txBody>
      </p:sp>
      <p:sp>
        <p:nvSpPr>
          <p:cNvPr id="71" name="">
            <a:extLst xmlns:a="http://schemas.openxmlformats.org/drawingml/2006/main">
              <a:ext uri="{FF2B5EF4-FFF2-40B4-BE49-F238E27FC236}">
                <a16:creationId xmlns:a16="http://schemas.microsoft.com/office/drawing/2014/main" id="{4F40000C-517F-48A2-8F37-B336550B5B7A}"/>
              </a:ext>
            </a:extLst>
          </p:cNvPr>
          <p:cNvSpPr>
            <a:spLocks xmlns:a="http://schemas.openxmlformats.org/drawingml/2006/main" noGrp="1"/>
          </p:cNvSpPr>
          <p:nvPr/>
        </p:nvSpPr>
        <p:spPr>
          <a:xfrm xmlns:a="http://schemas.openxmlformats.org/drawingml/2006/main">
            <a:off x="9448800" y="16859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48" name=""/>
          <p:cNvPicPr>
            <a:picLocks xmlns:a="http://schemas.openxmlformats.org/drawingml/2006/main" noChangeAspect="1"/>
          </p:cNvPicPr>
          <p:nvPr/>
        </p:nvPicPr>
        <p:blipFill>
          <a:blip xmlns:r="http://schemas.openxmlformats.org/officeDocument/2006/relationships" xmlns:a="http://schemas.openxmlformats.org/drawingml/2006/main" r:embed="R5b3a18501fd046ff"/>
          <a:stretch xmlns:a="http://schemas.openxmlformats.org/drawingml/2006/main"/>
        </p:blipFill>
        <p:spPr>
          <a:xfrm xmlns:a="http://schemas.openxmlformats.org/drawingml/2006/main">
            <a:off x="9448800" y="1571625"/>
            <a:ext cx="2419350" cy="1814513"/>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A71730EA-A144-45EC-8D2E-7A885EA962D0}"/>
              </a:ext>
            </a:extLst>
          </p:cNvPr>
          <p:cNvSpPr>
            <a:spLocks xmlns:a="http://schemas.openxmlformats.org/drawingml/2006/main" noGrp="1"/>
          </p:cNvSpPr>
          <p:nvPr/>
        </p:nvSpPr>
        <p:spPr>
          <a:xfrm xmlns:a="http://schemas.openxmlformats.org/drawingml/2006/main">
            <a:off x="9448800"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4" name="">
            <a:extLst xmlns:a="http://schemas.openxmlformats.org/drawingml/2006/main">
              <a:ext uri="{FF2B5EF4-FFF2-40B4-BE49-F238E27FC236}">
                <a16:creationId xmlns:a16="http://schemas.microsoft.com/office/drawing/2014/main" id="{245D12DE-DA4A-4A67-A670-029EE9381196}"/>
              </a:ext>
            </a:extLst>
          </p:cNvPr>
          <p:cNvSpPr>
            <a:spLocks xmlns:a="http://schemas.openxmlformats.org/drawingml/2006/main" noGrp="1"/>
          </p:cNvSpPr>
          <p:nvPr/>
        </p:nvSpPr>
        <p:spPr>
          <a:xfrm xmlns:a="http://schemas.openxmlformats.org/drawingml/2006/main">
            <a:off x="9324975"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75" name="">
            <a:extLst xmlns:a="http://schemas.openxmlformats.org/drawingml/2006/main">
              <a:ext uri="{FF2B5EF4-FFF2-40B4-BE49-F238E27FC236}">
                <a16:creationId xmlns:a16="http://schemas.microsoft.com/office/drawing/2014/main" id="{10AE79F3-B20B-403F-BEDC-AD9CB4F2997A}"/>
              </a:ext>
            </a:extLst>
          </p:cNvPr>
          <p:cNvSpPr>
            <a:spLocks xmlns:a="http://schemas.openxmlformats.org/drawingml/2006/main" noGrp="1"/>
          </p:cNvSpPr>
          <p:nvPr/>
        </p:nvSpPr>
        <p:spPr>
          <a:xfrm xmlns:a="http://schemas.openxmlformats.org/drawingml/2006/main">
            <a:off x="10312854"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6" name="">
            <a:extLst xmlns:a="http://schemas.openxmlformats.org/drawingml/2006/main">
              <a:ext uri="{FF2B5EF4-FFF2-40B4-BE49-F238E27FC236}">
                <a16:creationId xmlns:a16="http://schemas.microsoft.com/office/drawing/2014/main" id="{ABE67779-43E8-4FDE-B3A4-2D8C5C017428}"/>
              </a:ext>
            </a:extLst>
          </p:cNvPr>
          <p:cNvSpPr>
            <a:spLocks xmlns:a="http://schemas.openxmlformats.org/drawingml/2006/main" noGrp="1"/>
          </p:cNvSpPr>
          <p:nvPr/>
        </p:nvSpPr>
        <p:spPr>
          <a:xfrm xmlns:a="http://schemas.openxmlformats.org/drawingml/2006/main">
            <a:off x="10189029"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77" name="">
            <a:extLst xmlns:a="http://schemas.openxmlformats.org/drawingml/2006/main">
              <a:ext uri="{FF2B5EF4-FFF2-40B4-BE49-F238E27FC236}">
                <a16:creationId xmlns:a16="http://schemas.microsoft.com/office/drawing/2014/main" id="{4BB0C8E6-77FF-4DEE-8FE4-CC2FB0004E45}"/>
              </a:ext>
            </a:extLst>
          </p:cNvPr>
          <p:cNvSpPr>
            <a:spLocks xmlns:a="http://schemas.openxmlformats.org/drawingml/2006/main" noGrp="1"/>
          </p:cNvSpPr>
          <p:nvPr/>
        </p:nvSpPr>
        <p:spPr>
          <a:xfrm xmlns:a="http://schemas.openxmlformats.org/drawingml/2006/main">
            <a:off x="11176907"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8" name="">
            <a:extLst xmlns:a="http://schemas.openxmlformats.org/drawingml/2006/main">
              <a:ext uri="{FF2B5EF4-FFF2-40B4-BE49-F238E27FC236}">
                <a16:creationId xmlns:a16="http://schemas.microsoft.com/office/drawing/2014/main" id="{733E4663-E238-4E7D-B0D4-36E97E3EB0B7}"/>
              </a:ext>
            </a:extLst>
          </p:cNvPr>
          <p:cNvSpPr>
            <a:spLocks xmlns:a="http://schemas.openxmlformats.org/drawingml/2006/main" noGrp="1"/>
          </p:cNvSpPr>
          <p:nvPr/>
        </p:nvSpPr>
        <p:spPr>
          <a:xfrm xmlns:a="http://schemas.openxmlformats.org/drawingml/2006/main">
            <a:off x="11053082"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79" name="">
            <a:extLst xmlns:a="http://schemas.openxmlformats.org/drawingml/2006/main">
              <a:ext uri="{FF2B5EF4-FFF2-40B4-BE49-F238E27FC236}">
                <a16:creationId xmlns:a16="http://schemas.microsoft.com/office/drawing/2014/main" id="{781F6BEE-E2B9-460B-B125-7BA2B476B76B}"/>
              </a:ext>
            </a:extLst>
          </p:cNvPr>
          <p:cNvSpPr>
            <a:spLocks xmlns:a="http://schemas.openxmlformats.org/drawingml/2006/main" noGrp="1"/>
          </p:cNvSpPr>
          <p:nvPr/>
        </p:nvSpPr>
        <p:spPr>
          <a:xfrm xmlns:a="http://schemas.openxmlformats.org/drawingml/2006/main">
            <a:off x="11868150" y="35004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0" name="">
            <a:extLst xmlns:a="http://schemas.openxmlformats.org/drawingml/2006/main">
              <a:ext uri="{FF2B5EF4-FFF2-40B4-BE49-F238E27FC236}">
                <a16:creationId xmlns:a16="http://schemas.microsoft.com/office/drawing/2014/main" id="{253C81AD-8B12-4077-8EFB-C3FFEFA9FF44}"/>
              </a:ext>
            </a:extLst>
          </p:cNvPr>
          <p:cNvSpPr>
            <a:spLocks xmlns:a="http://schemas.openxmlformats.org/drawingml/2006/main" noGrp="1"/>
          </p:cNvSpPr>
          <p:nvPr/>
        </p:nvSpPr>
        <p:spPr>
          <a:xfrm xmlns:a="http://schemas.openxmlformats.org/drawingml/2006/main">
            <a:off x="11744325" y="35575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81" name="">
            <a:extLst xmlns:a="http://schemas.openxmlformats.org/drawingml/2006/main">
              <a:ext uri="{FF2B5EF4-FFF2-40B4-BE49-F238E27FC236}">
                <a16:creationId xmlns:a16="http://schemas.microsoft.com/office/drawing/2014/main" id="{A7A88636-0041-4691-9562-69263824CFBF}"/>
              </a:ext>
            </a:extLst>
          </p:cNvPr>
          <p:cNvSpPr>
            <a:spLocks xmlns:a="http://schemas.openxmlformats.org/drawingml/2006/main" noGrp="1"/>
          </p:cNvSpPr>
          <p:nvPr/>
        </p:nvSpPr>
        <p:spPr>
          <a:xfrm xmlns:a="http://schemas.openxmlformats.org/drawingml/2006/main">
            <a:off x="9401175" y="35004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2" name="">
            <a:extLst xmlns:a="http://schemas.openxmlformats.org/drawingml/2006/main">
              <a:ext uri="{FF2B5EF4-FFF2-40B4-BE49-F238E27FC236}">
                <a16:creationId xmlns:a16="http://schemas.microsoft.com/office/drawing/2014/main" id="{5EDBECC7-3F06-4E4C-ADAB-7AC32004D452}"/>
              </a:ext>
            </a:extLst>
          </p:cNvPr>
          <p:cNvSpPr>
            <a:spLocks xmlns:a="http://schemas.openxmlformats.org/drawingml/2006/main" noGrp="1"/>
          </p:cNvSpPr>
          <p:nvPr/>
        </p:nvSpPr>
        <p:spPr>
          <a:xfrm xmlns:a="http://schemas.openxmlformats.org/drawingml/2006/main">
            <a:off x="9086850" y="34337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83" name="">
            <a:extLst xmlns:a="http://schemas.openxmlformats.org/drawingml/2006/main">
              <a:ext uri="{FF2B5EF4-FFF2-40B4-BE49-F238E27FC236}">
                <a16:creationId xmlns:a16="http://schemas.microsoft.com/office/drawing/2014/main" id="{33E2C0A4-D935-4087-8CE1-D8B5881A077F}"/>
              </a:ext>
            </a:extLst>
          </p:cNvPr>
          <p:cNvSpPr>
            <a:spLocks xmlns:a="http://schemas.openxmlformats.org/drawingml/2006/main" noGrp="1"/>
          </p:cNvSpPr>
          <p:nvPr/>
        </p:nvSpPr>
        <p:spPr>
          <a:xfrm xmlns:a="http://schemas.openxmlformats.org/drawingml/2006/main">
            <a:off x="9401175" y="30684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4" name="">
            <a:extLst xmlns:a="http://schemas.openxmlformats.org/drawingml/2006/main">
              <a:ext uri="{FF2B5EF4-FFF2-40B4-BE49-F238E27FC236}">
                <a16:creationId xmlns:a16="http://schemas.microsoft.com/office/drawing/2014/main" id="{C2DF8004-7D71-4FD5-AD56-B42F85A4970F}"/>
              </a:ext>
            </a:extLst>
          </p:cNvPr>
          <p:cNvSpPr>
            <a:spLocks xmlns:a="http://schemas.openxmlformats.org/drawingml/2006/main" noGrp="1"/>
          </p:cNvSpPr>
          <p:nvPr/>
        </p:nvSpPr>
        <p:spPr>
          <a:xfrm xmlns:a="http://schemas.openxmlformats.org/drawingml/2006/main">
            <a:off x="9086850" y="30017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85" name="">
            <a:extLst xmlns:a="http://schemas.openxmlformats.org/drawingml/2006/main">
              <a:ext uri="{FF2B5EF4-FFF2-40B4-BE49-F238E27FC236}">
                <a16:creationId xmlns:a16="http://schemas.microsoft.com/office/drawing/2014/main" id="{21DA122C-4BFE-4D31-9A1C-18FD467F6401}"/>
              </a:ext>
            </a:extLst>
          </p:cNvPr>
          <p:cNvSpPr>
            <a:spLocks xmlns:a="http://schemas.openxmlformats.org/drawingml/2006/main" noGrp="1"/>
          </p:cNvSpPr>
          <p:nvPr/>
        </p:nvSpPr>
        <p:spPr>
          <a:xfrm xmlns:a="http://schemas.openxmlformats.org/drawingml/2006/main">
            <a:off x="9401175" y="23771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6" name="">
            <a:extLst xmlns:a="http://schemas.openxmlformats.org/drawingml/2006/main">
              <a:ext uri="{FF2B5EF4-FFF2-40B4-BE49-F238E27FC236}">
                <a16:creationId xmlns:a16="http://schemas.microsoft.com/office/drawing/2014/main" id="{E37FB67D-A312-468A-AE11-60DFF8502E95}"/>
              </a:ext>
            </a:extLst>
          </p:cNvPr>
          <p:cNvSpPr>
            <a:spLocks xmlns:a="http://schemas.openxmlformats.org/drawingml/2006/main" noGrp="1"/>
          </p:cNvSpPr>
          <p:nvPr/>
        </p:nvSpPr>
        <p:spPr>
          <a:xfrm xmlns:a="http://schemas.openxmlformats.org/drawingml/2006/main">
            <a:off x="9086850" y="23104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87" name="">
            <a:extLst xmlns:a="http://schemas.openxmlformats.org/drawingml/2006/main">
              <a:ext uri="{FF2B5EF4-FFF2-40B4-BE49-F238E27FC236}">
                <a16:creationId xmlns:a16="http://schemas.microsoft.com/office/drawing/2014/main" id="{75EC0067-C7B8-4CBC-8D60-F6CB81AEDA78}"/>
              </a:ext>
            </a:extLst>
          </p:cNvPr>
          <p:cNvSpPr>
            <a:spLocks xmlns:a="http://schemas.openxmlformats.org/drawingml/2006/main" noGrp="1"/>
          </p:cNvSpPr>
          <p:nvPr/>
        </p:nvSpPr>
        <p:spPr>
          <a:xfrm xmlns:a="http://schemas.openxmlformats.org/drawingml/2006/main">
            <a:off x="9401175" y="16859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8" name="">
            <a:extLst xmlns:a="http://schemas.openxmlformats.org/drawingml/2006/main">
              <a:ext uri="{FF2B5EF4-FFF2-40B4-BE49-F238E27FC236}">
                <a16:creationId xmlns:a16="http://schemas.microsoft.com/office/drawing/2014/main" id="{7F622B32-2E2C-4592-A032-F152FB43517B}"/>
              </a:ext>
            </a:extLst>
          </p:cNvPr>
          <p:cNvSpPr>
            <a:spLocks xmlns:a="http://schemas.openxmlformats.org/drawingml/2006/main" noGrp="1"/>
          </p:cNvSpPr>
          <p:nvPr/>
        </p:nvSpPr>
        <p:spPr>
          <a:xfrm xmlns:a="http://schemas.openxmlformats.org/drawingml/2006/main">
            <a:off x="9086850" y="16192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89" name="">
            <a:extLst xmlns:a="http://schemas.openxmlformats.org/drawingml/2006/main">
              <a:ext uri="{FF2B5EF4-FFF2-40B4-BE49-F238E27FC236}">
                <a16:creationId xmlns:a16="http://schemas.microsoft.com/office/drawing/2014/main" id="{324D2E6F-9118-497C-8927-6CC96611B332}"/>
              </a:ext>
            </a:extLst>
          </p:cNvPr>
          <p:cNvSpPr>
            <a:spLocks xmlns:a="http://schemas.openxmlformats.org/drawingml/2006/main" noGrp="1"/>
          </p:cNvSpPr>
          <p:nvPr/>
        </p:nvSpPr>
        <p:spPr>
          <a:xfrm xmlns:a="http://schemas.openxmlformats.org/drawingml/2006/main">
            <a:off x="10325100" y="36909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90" name="">
            <a:extLst xmlns:a="http://schemas.openxmlformats.org/drawingml/2006/main">
              <a:ext uri="{FF2B5EF4-FFF2-40B4-BE49-F238E27FC236}">
                <a16:creationId xmlns:a16="http://schemas.microsoft.com/office/drawing/2014/main" id="{92D670FB-732E-4A59-9C1B-5023999174BD}"/>
              </a:ext>
            </a:extLst>
          </p:cNvPr>
          <p:cNvSpPr>
            <a:spLocks xmlns:a="http://schemas.openxmlformats.org/drawingml/2006/main" noGrp="1"/>
          </p:cNvSpPr>
          <p:nvPr/>
        </p:nvSpPr>
        <p:spPr>
          <a:xfrm xmlns:a="http://schemas.openxmlformats.org/drawingml/2006/main">
            <a:off x="4000500" y="4343400"/>
            <a:ext cx="69294" cy="123825"/>
          </a:xfrm>
          <a:prstGeom xmlns:a="http://schemas.openxmlformats.org/drawingml/2006/main" prst="rect">
            <a:avLst/>
          </a:prstGeom>
          <a:solidFill xmlns:a="http://schemas.openxmlformats.org/drawingml/2006/main">
            <a:srgbClr val="440457"/>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80CB2FA3-9848-488B-83A3-653B8878ABC3}"/>
              </a:ext>
            </a:extLst>
          </p:cNvPr>
          <p:cNvSpPr>
            <a:spLocks xmlns:a="http://schemas.openxmlformats.org/drawingml/2006/main" noGrp="1"/>
          </p:cNvSpPr>
          <p:nvPr/>
        </p:nvSpPr>
        <p:spPr>
          <a:xfrm xmlns:a="http://schemas.openxmlformats.org/drawingml/2006/main">
            <a:off x="4065984" y="4343400"/>
            <a:ext cx="69294" cy="123825"/>
          </a:xfrm>
          <a:prstGeom xmlns:a="http://schemas.openxmlformats.org/drawingml/2006/main" prst="rect">
            <a:avLst/>
          </a:prstGeom>
          <a:solidFill xmlns:a="http://schemas.openxmlformats.org/drawingml/2006/main">
            <a:srgbClr val="45095C"/>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8F2FEF5C-68AF-400F-B24D-00B7983A7875}"/>
              </a:ext>
            </a:extLst>
          </p:cNvPr>
          <p:cNvSpPr>
            <a:spLocks xmlns:a="http://schemas.openxmlformats.org/drawingml/2006/main" noGrp="1"/>
          </p:cNvSpPr>
          <p:nvPr/>
        </p:nvSpPr>
        <p:spPr>
          <a:xfrm xmlns:a="http://schemas.openxmlformats.org/drawingml/2006/main">
            <a:off x="4131469" y="4343400"/>
            <a:ext cx="69294" cy="123825"/>
          </a:xfrm>
          <a:prstGeom xmlns:a="http://schemas.openxmlformats.org/drawingml/2006/main" prst="rect">
            <a:avLst/>
          </a:prstGeom>
          <a:solidFill xmlns:a="http://schemas.openxmlformats.org/drawingml/2006/main">
            <a:srgbClr val="450F61"/>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EC899DC3-DF21-4156-A2ED-2E4725D00589}"/>
              </a:ext>
            </a:extLst>
          </p:cNvPr>
          <p:cNvSpPr>
            <a:spLocks xmlns:a="http://schemas.openxmlformats.org/drawingml/2006/main" noGrp="1"/>
          </p:cNvSpPr>
          <p:nvPr/>
        </p:nvSpPr>
        <p:spPr>
          <a:xfrm xmlns:a="http://schemas.openxmlformats.org/drawingml/2006/main">
            <a:off x="4196953" y="4343400"/>
            <a:ext cx="69294" cy="123825"/>
          </a:xfrm>
          <a:prstGeom xmlns:a="http://schemas.openxmlformats.org/drawingml/2006/main" prst="rect">
            <a:avLst/>
          </a:prstGeom>
          <a:solidFill xmlns:a="http://schemas.openxmlformats.org/drawingml/2006/main">
            <a:srgbClr val="461466"/>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8CC6E17D-A487-4098-8EC4-5E806E4EB41D}"/>
              </a:ext>
            </a:extLst>
          </p:cNvPr>
          <p:cNvSpPr>
            <a:spLocks xmlns:a="http://schemas.openxmlformats.org/drawingml/2006/main" noGrp="1"/>
          </p:cNvSpPr>
          <p:nvPr/>
        </p:nvSpPr>
        <p:spPr>
          <a:xfrm xmlns:a="http://schemas.openxmlformats.org/drawingml/2006/main">
            <a:off x="4262438" y="4343400"/>
            <a:ext cx="69294" cy="123825"/>
          </a:xfrm>
          <a:prstGeom xmlns:a="http://schemas.openxmlformats.org/drawingml/2006/main" prst="rect">
            <a:avLst/>
          </a:prstGeom>
          <a:solidFill xmlns:a="http://schemas.openxmlformats.org/drawingml/2006/main">
            <a:srgbClr val="471A6B"/>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5599C5DC-30A3-4CB5-9CE6-6A40981F2C1F}"/>
              </a:ext>
            </a:extLst>
          </p:cNvPr>
          <p:cNvSpPr>
            <a:spLocks xmlns:a="http://schemas.openxmlformats.org/drawingml/2006/main" noGrp="1"/>
          </p:cNvSpPr>
          <p:nvPr/>
        </p:nvSpPr>
        <p:spPr>
          <a:xfrm xmlns:a="http://schemas.openxmlformats.org/drawingml/2006/main">
            <a:off x="4327922" y="4343400"/>
            <a:ext cx="69294" cy="123825"/>
          </a:xfrm>
          <a:prstGeom xmlns:a="http://schemas.openxmlformats.org/drawingml/2006/main" prst="rect">
            <a:avLst/>
          </a:prstGeom>
          <a:solidFill xmlns:a="http://schemas.openxmlformats.org/drawingml/2006/main">
            <a:srgbClr val="471F70"/>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27038BBA-FB9E-4D0C-A208-A08195649702}"/>
              </a:ext>
            </a:extLst>
          </p:cNvPr>
          <p:cNvSpPr>
            <a:spLocks xmlns:a="http://schemas.openxmlformats.org/drawingml/2006/main" noGrp="1"/>
          </p:cNvSpPr>
          <p:nvPr/>
        </p:nvSpPr>
        <p:spPr>
          <a:xfrm xmlns:a="http://schemas.openxmlformats.org/drawingml/2006/main">
            <a:off x="4393406" y="4343400"/>
            <a:ext cx="69294" cy="123825"/>
          </a:xfrm>
          <a:prstGeom xmlns:a="http://schemas.openxmlformats.org/drawingml/2006/main" prst="rect">
            <a:avLst/>
          </a:prstGeom>
          <a:solidFill xmlns:a="http://schemas.openxmlformats.org/drawingml/2006/main">
            <a:srgbClr val="482575"/>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BC633738-8B96-4AAF-8EDC-06FDBE7B2F37}"/>
              </a:ext>
            </a:extLst>
          </p:cNvPr>
          <p:cNvSpPr>
            <a:spLocks xmlns:a="http://schemas.openxmlformats.org/drawingml/2006/main" noGrp="1"/>
          </p:cNvSpPr>
          <p:nvPr/>
        </p:nvSpPr>
        <p:spPr>
          <a:xfrm xmlns:a="http://schemas.openxmlformats.org/drawingml/2006/main">
            <a:off x="4458891" y="4343400"/>
            <a:ext cx="69294" cy="123825"/>
          </a:xfrm>
          <a:prstGeom xmlns:a="http://schemas.openxmlformats.org/drawingml/2006/main" prst="rect">
            <a:avLst/>
          </a:prstGeom>
          <a:solidFill xmlns:a="http://schemas.openxmlformats.org/drawingml/2006/main">
            <a:srgbClr val="472A79"/>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D8936D38-59A8-4232-A52F-748041EBDE93}"/>
              </a:ext>
            </a:extLst>
          </p:cNvPr>
          <p:cNvSpPr>
            <a:spLocks xmlns:a="http://schemas.openxmlformats.org/drawingml/2006/main" noGrp="1"/>
          </p:cNvSpPr>
          <p:nvPr/>
        </p:nvSpPr>
        <p:spPr>
          <a:xfrm xmlns:a="http://schemas.openxmlformats.org/drawingml/2006/main">
            <a:off x="4524375" y="4343400"/>
            <a:ext cx="69294" cy="123825"/>
          </a:xfrm>
          <a:prstGeom xmlns:a="http://schemas.openxmlformats.org/drawingml/2006/main" prst="rect">
            <a:avLst/>
          </a:prstGeom>
          <a:solidFill xmlns:a="http://schemas.openxmlformats.org/drawingml/2006/main">
            <a:srgbClr val="462E7B"/>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620CD749-965F-4562-AB9D-E2DBBCF97053}"/>
              </a:ext>
            </a:extLst>
          </p:cNvPr>
          <p:cNvSpPr>
            <a:spLocks xmlns:a="http://schemas.openxmlformats.org/drawingml/2006/main" noGrp="1"/>
          </p:cNvSpPr>
          <p:nvPr/>
        </p:nvSpPr>
        <p:spPr>
          <a:xfrm xmlns:a="http://schemas.openxmlformats.org/drawingml/2006/main">
            <a:off x="4589859" y="4343400"/>
            <a:ext cx="69294" cy="123825"/>
          </a:xfrm>
          <a:prstGeom xmlns:a="http://schemas.openxmlformats.org/drawingml/2006/main" prst="rect">
            <a:avLst/>
          </a:prstGeom>
          <a:solidFill xmlns:a="http://schemas.openxmlformats.org/drawingml/2006/main">
            <a:srgbClr val="45337E"/>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578863F8-9836-4A98-924C-E29952282C44}"/>
              </a:ext>
            </a:extLst>
          </p:cNvPr>
          <p:cNvSpPr>
            <a:spLocks xmlns:a="http://schemas.openxmlformats.org/drawingml/2006/main" noGrp="1"/>
          </p:cNvSpPr>
          <p:nvPr/>
        </p:nvSpPr>
        <p:spPr>
          <a:xfrm xmlns:a="http://schemas.openxmlformats.org/drawingml/2006/main">
            <a:off x="4655344" y="4343400"/>
            <a:ext cx="69294" cy="123825"/>
          </a:xfrm>
          <a:prstGeom xmlns:a="http://schemas.openxmlformats.org/drawingml/2006/main" prst="rect">
            <a:avLst/>
          </a:prstGeom>
          <a:solidFill xmlns:a="http://schemas.openxmlformats.org/drawingml/2006/main">
            <a:srgbClr val="433880"/>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E7F8E55A-9B89-4E08-A8F8-390F74EFB255}"/>
              </a:ext>
            </a:extLst>
          </p:cNvPr>
          <p:cNvSpPr>
            <a:spLocks xmlns:a="http://schemas.openxmlformats.org/drawingml/2006/main" noGrp="1"/>
          </p:cNvSpPr>
          <p:nvPr/>
        </p:nvSpPr>
        <p:spPr>
          <a:xfrm xmlns:a="http://schemas.openxmlformats.org/drawingml/2006/main">
            <a:off x="4720828" y="4343400"/>
            <a:ext cx="69294" cy="123825"/>
          </a:xfrm>
          <a:prstGeom xmlns:a="http://schemas.openxmlformats.org/drawingml/2006/main" prst="rect">
            <a:avLst/>
          </a:prstGeom>
          <a:solidFill xmlns:a="http://schemas.openxmlformats.org/drawingml/2006/main">
            <a:srgbClr val="423C82"/>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E067A0E1-7131-464F-808B-E31D8587C1F2}"/>
              </a:ext>
            </a:extLst>
          </p:cNvPr>
          <p:cNvSpPr>
            <a:spLocks xmlns:a="http://schemas.openxmlformats.org/drawingml/2006/main" noGrp="1"/>
          </p:cNvSpPr>
          <p:nvPr/>
        </p:nvSpPr>
        <p:spPr>
          <a:xfrm xmlns:a="http://schemas.openxmlformats.org/drawingml/2006/main">
            <a:off x="4786313" y="4343400"/>
            <a:ext cx="69294" cy="123825"/>
          </a:xfrm>
          <a:prstGeom xmlns:a="http://schemas.openxmlformats.org/drawingml/2006/main" prst="rect">
            <a:avLst/>
          </a:prstGeom>
          <a:solidFill xmlns:a="http://schemas.openxmlformats.org/drawingml/2006/main">
            <a:srgbClr val="404185"/>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F29AA82C-59BB-4203-89E2-1D62C7A0E133}"/>
              </a:ext>
            </a:extLst>
          </p:cNvPr>
          <p:cNvSpPr>
            <a:spLocks xmlns:a="http://schemas.openxmlformats.org/drawingml/2006/main" noGrp="1"/>
          </p:cNvSpPr>
          <p:nvPr/>
        </p:nvSpPr>
        <p:spPr>
          <a:xfrm xmlns:a="http://schemas.openxmlformats.org/drawingml/2006/main">
            <a:off x="4851797" y="4343400"/>
            <a:ext cx="69294" cy="123825"/>
          </a:xfrm>
          <a:prstGeom xmlns:a="http://schemas.openxmlformats.org/drawingml/2006/main" prst="rect">
            <a:avLst/>
          </a:prstGeom>
          <a:solidFill xmlns:a="http://schemas.openxmlformats.org/drawingml/2006/main">
            <a:srgbClr val="3F4687"/>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D3D74D86-DF3E-4F9D-B0B9-091FD6C02ED3}"/>
              </a:ext>
            </a:extLst>
          </p:cNvPr>
          <p:cNvSpPr>
            <a:spLocks xmlns:a="http://schemas.openxmlformats.org/drawingml/2006/main" noGrp="1"/>
          </p:cNvSpPr>
          <p:nvPr/>
        </p:nvSpPr>
        <p:spPr>
          <a:xfrm xmlns:a="http://schemas.openxmlformats.org/drawingml/2006/main">
            <a:off x="4917281" y="4343400"/>
            <a:ext cx="69294" cy="123825"/>
          </a:xfrm>
          <a:prstGeom xmlns:a="http://schemas.openxmlformats.org/drawingml/2006/main" prst="rect">
            <a:avLst/>
          </a:prstGeom>
          <a:solidFill xmlns:a="http://schemas.openxmlformats.org/drawingml/2006/main">
            <a:srgbClr val="3D4A89"/>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563A4322-E50B-48BE-ADBE-FCE0E778E103}"/>
              </a:ext>
            </a:extLst>
          </p:cNvPr>
          <p:cNvSpPr>
            <a:spLocks xmlns:a="http://schemas.openxmlformats.org/drawingml/2006/main" noGrp="1"/>
          </p:cNvSpPr>
          <p:nvPr/>
        </p:nvSpPr>
        <p:spPr>
          <a:xfrm xmlns:a="http://schemas.openxmlformats.org/drawingml/2006/main">
            <a:off x="4982766" y="4343400"/>
            <a:ext cx="69294" cy="123825"/>
          </a:xfrm>
          <a:prstGeom xmlns:a="http://schemas.openxmlformats.org/drawingml/2006/main" prst="rect">
            <a:avLst/>
          </a:prstGeom>
          <a:solidFill xmlns:a="http://schemas.openxmlformats.org/drawingml/2006/main">
            <a:srgbClr val="3C4F8A"/>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10397B88-FBC9-4743-A49F-DEBD108E19B3}"/>
              </a:ext>
            </a:extLst>
          </p:cNvPr>
          <p:cNvSpPr>
            <a:spLocks xmlns:a="http://schemas.openxmlformats.org/drawingml/2006/main" noGrp="1"/>
          </p:cNvSpPr>
          <p:nvPr/>
        </p:nvSpPr>
        <p:spPr>
          <a:xfrm xmlns:a="http://schemas.openxmlformats.org/drawingml/2006/main">
            <a:off x="5048250" y="4343400"/>
            <a:ext cx="69294" cy="123825"/>
          </a:xfrm>
          <a:prstGeom xmlns:a="http://schemas.openxmlformats.org/drawingml/2006/main" prst="rect">
            <a:avLst/>
          </a:prstGeom>
          <a:solidFill xmlns:a="http://schemas.openxmlformats.org/drawingml/2006/main">
            <a:srgbClr val="3A538B"/>
          </a:solidFill>
          <a:ln xmlns:a="http://schemas.openxmlformats.org/drawingml/2006/main" w="0">
            <a:noFill/>
            <a:prstDash val="solid"/>
          </a:ln>
        </p:spPr>
      </p:sp>
      <p:sp>
        <p:nvSpPr>
          <p:cNvPr id="107" name="">
            <a:extLst xmlns:a="http://schemas.openxmlformats.org/drawingml/2006/main">
              <a:ext uri="{FF2B5EF4-FFF2-40B4-BE49-F238E27FC236}">
                <a16:creationId xmlns:a16="http://schemas.microsoft.com/office/drawing/2014/main" id="{2CAEB470-1067-4EE4-A2D4-0BD72E469AA5}"/>
              </a:ext>
            </a:extLst>
          </p:cNvPr>
          <p:cNvSpPr>
            <a:spLocks xmlns:a="http://schemas.openxmlformats.org/drawingml/2006/main" noGrp="1"/>
          </p:cNvSpPr>
          <p:nvPr/>
        </p:nvSpPr>
        <p:spPr>
          <a:xfrm xmlns:a="http://schemas.openxmlformats.org/drawingml/2006/main">
            <a:off x="5113734" y="4343400"/>
            <a:ext cx="69294" cy="123825"/>
          </a:xfrm>
          <a:prstGeom xmlns:a="http://schemas.openxmlformats.org/drawingml/2006/main" prst="rect">
            <a:avLst/>
          </a:prstGeom>
          <a:solidFill xmlns:a="http://schemas.openxmlformats.org/drawingml/2006/main">
            <a:srgbClr val="38578B"/>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53D9494A-AF7D-419E-849B-1AB4314F9AD4}"/>
              </a:ext>
            </a:extLst>
          </p:cNvPr>
          <p:cNvSpPr>
            <a:spLocks xmlns:a="http://schemas.openxmlformats.org/drawingml/2006/main" noGrp="1"/>
          </p:cNvSpPr>
          <p:nvPr/>
        </p:nvSpPr>
        <p:spPr>
          <a:xfrm xmlns:a="http://schemas.openxmlformats.org/drawingml/2006/main">
            <a:off x="5179219" y="4343400"/>
            <a:ext cx="69294" cy="123825"/>
          </a:xfrm>
          <a:prstGeom xmlns:a="http://schemas.openxmlformats.org/drawingml/2006/main" prst="rect">
            <a:avLst/>
          </a:prstGeom>
          <a:solidFill xmlns:a="http://schemas.openxmlformats.org/drawingml/2006/main">
            <a:srgbClr val="365C8C"/>
          </a:solidFill>
          <a:ln xmlns:a="http://schemas.openxmlformats.org/drawingml/2006/main" w="0">
            <a:noFill/>
            <a:prstDash val="solid"/>
          </a:ln>
        </p:spPr>
      </p:sp>
      <p:sp>
        <p:nvSpPr>
          <p:cNvPr id="109" name="">
            <a:extLst xmlns:a="http://schemas.openxmlformats.org/drawingml/2006/main">
              <a:ext uri="{FF2B5EF4-FFF2-40B4-BE49-F238E27FC236}">
                <a16:creationId xmlns:a16="http://schemas.microsoft.com/office/drawing/2014/main" id="{6C34383B-60BB-4244-AAF9-F1A7BE6099DE}"/>
              </a:ext>
            </a:extLst>
          </p:cNvPr>
          <p:cNvSpPr>
            <a:spLocks xmlns:a="http://schemas.openxmlformats.org/drawingml/2006/main" noGrp="1"/>
          </p:cNvSpPr>
          <p:nvPr/>
        </p:nvSpPr>
        <p:spPr>
          <a:xfrm xmlns:a="http://schemas.openxmlformats.org/drawingml/2006/main">
            <a:off x="5244703" y="4343400"/>
            <a:ext cx="69294" cy="123825"/>
          </a:xfrm>
          <a:prstGeom xmlns:a="http://schemas.openxmlformats.org/drawingml/2006/main" prst="rect">
            <a:avLst/>
          </a:prstGeom>
          <a:solidFill xmlns:a="http://schemas.openxmlformats.org/drawingml/2006/main">
            <a:srgbClr val="34608D"/>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BC96E33E-78F6-4B24-9E8E-C1CE506B7687}"/>
              </a:ext>
            </a:extLst>
          </p:cNvPr>
          <p:cNvSpPr>
            <a:spLocks xmlns:a="http://schemas.openxmlformats.org/drawingml/2006/main" noGrp="1"/>
          </p:cNvSpPr>
          <p:nvPr/>
        </p:nvSpPr>
        <p:spPr>
          <a:xfrm xmlns:a="http://schemas.openxmlformats.org/drawingml/2006/main">
            <a:off x="5310188" y="4343400"/>
            <a:ext cx="69294" cy="123825"/>
          </a:xfrm>
          <a:prstGeom xmlns:a="http://schemas.openxmlformats.org/drawingml/2006/main" prst="rect">
            <a:avLst/>
          </a:prstGeom>
          <a:solidFill xmlns:a="http://schemas.openxmlformats.org/drawingml/2006/main">
            <a:srgbClr val="33648D"/>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CB41846A-783B-43AA-B025-22ED50E4D9AB}"/>
              </a:ext>
            </a:extLst>
          </p:cNvPr>
          <p:cNvSpPr>
            <a:spLocks xmlns:a="http://schemas.openxmlformats.org/drawingml/2006/main" noGrp="1"/>
          </p:cNvSpPr>
          <p:nvPr/>
        </p:nvSpPr>
        <p:spPr>
          <a:xfrm xmlns:a="http://schemas.openxmlformats.org/drawingml/2006/main">
            <a:off x="5375672" y="4343400"/>
            <a:ext cx="69294" cy="123825"/>
          </a:xfrm>
          <a:prstGeom xmlns:a="http://schemas.openxmlformats.org/drawingml/2006/main" prst="rect">
            <a:avLst/>
          </a:prstGeom>
          <a:solidFill xmlns:a="http://schemas.openxmlformats.org/drawingml/2006/main">
            <a:srgbClr val="31698E"/>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3F7A1379-FAE1-4F98-BABF-254CCE5440B3}"/>
              </a:ext>
            </a:extLst>
          </p:cNvPr>
          <p:cNvSpPr>
            <a:spLocks xmlns:a="http://schemas.openxmlformats.org/drawingml/2006/main" noGrp="1"/>
          </p:cNvSpPr>
          <p:nvPr/>
        </p:nvSpPr>
        <p:spPr>
          <a:xfrm xmlns:a="http://schemas.openxmlformats.org/drawingml/2006/main">
            <a:off x="5441156" y="4343400"/>
            <a:ext cx="69294" cy="123825"/>
          </a:xfrm>
          <a:prstGeom xmlns:a="http://schemas.openxmlformats.org/drawingml/2006/main" prst="rect">
            <a:avLst/>
          </a:prstGeom>
          <a:solidFill xmlns:a="http://schemas.openxmlformats.org/drawingml/2006/main">
            <a:srgbClr val="2F6C8E"/>
          </a:solidFill>
          <a:ln xmlns:a="http://schemas.openxmlformats.org/drawingml/2006/main" w="0">
            <a:noFill/>
            <a:prstDash val="solid"/>
          </a:ln>
        </p:spPr>
      </p:sp>
      <p:sp>
        <p:nvSpPr>
          <p:cNvPr id="113" name="">
            <a:extLst xmlns:a="http://schemas.openxmlformats.org/drawingml/2006/main">
              <a:ext uri="{FF2B5EF4-FFF2-40B4-BE49-F238E27FC236}">
                <a16:creationId xmlns:a16="http://schemas.microsoft.com/office/drawing/2014/main" id="{E26C8791-0088-4318-8893-F3D083E612F1}"/>
              </a:ext>
            </a:extLst>
          </p:cNvPr>
          <p:cNvSpPr>
            <a:spLocks xmlns:a="http://schemas.openxmlformats.org/drawingml/2006/main" noGrp="1"/>
          </p:cNvSpPr>
          <p:nvPr/>
        </p:nvSpPr>
        <p:spPr>
          <a:xfrm xmlns:a="http://schemas.openxmlformats.org/drawingml/2006/main">
            <a:off x="5506641" y="4343400"/>
            <a:ext cx="69294" cy="123825"/>
          </a:xfrm>
          <a:prstGeom xmlns:a="http://schemas.openxmlformats.org/drawingml/2006/main" prst="rect">
            <a:avLst/>
          </a:prstGeom>
          <a:solidFill xmlns:a="http://schemas.openxmlformats.org/drawingml/2006/main">
            <a:srgbClr val="2E708E"/>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22C2B56E-7C5C-42D6-A1B8-8D45F35E935A}"/>
              </a:ext>
            </a:extLst>
          </p:cNvPr>
          <p:cNvSpPr>
            <a:spLocks xmlns:a="http://schemas.openxmlformats.org/drawingml/2006/main" noGrp="1"/>
          </p:cNvSpPr>
          <p:nvPr/>
        </p:nvSpPr>
        <p:spPr>
          <a:xfrm xmlns:a="http://schemas.openxmlformats.org/drawingml/2006/main">
            <a:off x="5572125" y="4343400"/>
            <a:ext cx="69294" cy="123825"/>
          </a:xfrm>
          <a:prstGeom xmlns:a="http://schemas.openxmlformats.org/drawingml/2006/main" prst="rect">
            <a:avLst/>
          </a:prstGeom>
          <a:solidFill xmlns:a="http://schemas.openxmlformats.org/drawingml/2006/main">
            <a:srgbClr val="2C748E"/>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027DB70E-BA26-4E06-A2EB-B94D024C0733}"/>
              </a:ext>
            </a:extLst>
          </p:cNvPr>
          <p:cNvSpPr>
            <a:spLocks xmlns:a="http://schemas.openxmlformats.org/drawingml/2006/main" noGrp="1"/>
          </p:cNvSpPr>
          <p:nvPr/>
        </p:nvSpPr>
        <p:spPr>
          <a:xfrm xmlns:a="http://schemas.openxmlformats.org/drawingml/2006/main">
            <a:off x="5637609" y="4343400"/>
            <a:ext cx="69294" cy="123825"/>
          </a:xfrm>
          <a:prstGeom xmlns:a="http://schemas.openxmlformats.org/drawingml/2006/main" prst="rect">
            <a:avLst/>
          </a:prstGeom>
          <a:solidFill xmlns:a="http://schemas.openxmlformats.org/drawingml/2006/main">
            <a:srgbClr val="2B778E"/>
          </a:solidFill>
          <a:ln xmlns:a="http://schemas.openxmlformats.org/drawingml/2006/main" w="0">
            <a:noFill/>
            <a:prstDash val="solid"/>
          </a:ln>
        </p:spPr>
      </p:sp>
      <p:sp>
        <p:nvSpPr>
          <p:cNvPr id="116" name="">
            <a:extLst xmlns:a="http://schemas.openxmlformats.org/drawingml/2006/main">
              <a:ext uri="{FF2B5EF4-FFF2-40B4-BE49-F238E27FC236}">
                <a16:creationId xmlns:a16="http://schemas.microsoft.com/office/drawing/2014/main" id="{58BBD4E2-2524-48FF-8792-D7D227662717}"/>
              </a:ext>
            </a:extLst>
          </p:cNvPr>
          <p:cNvSpPr>
            <a:spLocks xmlns:a="http://schemas.openxmlformats.org/drawingml/2006/main" noGrp="1"/>
          </p:cNvSpPr>
          <p:nvPr/>
        </p:nvSpPr>
        <p:spPr>
          <a:xfrm xmlns:a="http://schemas.openxmlformats.org/drawingml/2006/main">
            <a:off x="5703094" y="4343400"/>
            <a:ext cx="69294" cy="123825"/>
          </a:xfrm>
          <a:prstGeom xmlns:a="http://schemas.openxmlformats.org/drawingml/2006/main" prst="rect">
            <a:avLst/>
          </a:prstGeom>
          <a:solidFill xmlns:a="http://schemas.openxmlformats.org/drawingml/2006/main">
            <a:srgbClr val="297B8E"/>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B5529788-27F7-4094-BD53-CE6AD2ACFE7C}"/>
              </a:ext>
            </a:extLst>
          </p:cNvPr>
          <p:cNvSpPr>
            <a:spLocks xmlns:a="http://schemas.openxmlformats.org/drawingml/2006/main" noGrp="1"/>
          </p:cNvSpPr>
          <p:nvPr/>
        </p:nvSpPr>
        <p:spPr>
          <a:xfrm xmlns:a="http://schemas.openxmlformats.org/drawingml/2006/main">
            <a:off x="5768578" y="4343400"/>
            <a:ext cx="69294" cy="123825"/>
          </a:xfrm>
          <a:prstGeom xmlns:a="http://schemas.openxmlformats.org/drawingml/2006/main" prst="rect">
            <a:avLst/>
          </a:prstGeom>
          <a:solidFill xmlns:a="http://schemas.openxmlformats.org/drawingml/2006/main">
            <a:srgbClr val="277F8E"/>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BDFE1E5A-193F-4EB6-B960-E499D63707C7}"/>
              </a:ext>
            </a:extLst>
          </p:cNvPr>
          <p:cNvSpPr>
            <a:spLocks xmlns:a="http://schemas.openxmlformats.org/drawingml/2006/main" noGrp="1"/>
          </p:cNvSpPr>
          <p:nvPr/>
        </p:nvSpPr>
        <p:spPr>
          <a:xfrm xmlns:a="http://schemas.openxmlformats.org/drawingml/2006/main">
            <a:off x="5834063" y="4343400"/>
            <a:ext cx="69294" cy="123825"/>
          </a:xfrm>
          <a:prstGeom xmlns:a="http://schemas.openxmlformats.org/drawingml/2006/main" prst="rect">
            <a:avLst/>
          </a:prstGeom>
          <a:solidFill xmlns:a="http://schemas.openxmlformats.org/drawingml/2006/main">
            <a:srgbClr val="26828E"/>
          </a:solidFill>
          <a:ln xmlns:a="http://schemas.openxmlformats.org/drawingml/2006/main" w="0">
            <a:noFill/>
            <a:prstDash val="solid"/>
          </a:ln>
        </p:spPr>
      </p:sp>
      <p:sp>
        <p:nvSpPr>
          <p:cNvPr id="119" name="">
            <a:extLst xmlns:a="http://schemas.openxmlformats.org/drawingml/2006/main">
              <a:ext uri="{FF2B5EF4-FFF2-40B4-BE49-F238E27FC236}">
                <a16:creationId xmlns:a16="http://schemas.microsoft.com/office/drawing/2014/main" id="{8BBF0807-BB5B-4CB7-B89E-62A3EA4BE43E}"/>
              </a:ext>
            </a:extLst>
          </p:cNvPr>
          <p:cNvSpPr>
            <a:spLocks xmlns:a="http://schemas.openxmlformats.org/drawingml/2006/main" noGrp="1"/>
          </p:cNvSpPr>
          <p:nvPr/>
        </p:nvSpPr>
        <p:spPr>
          <a:xfrm xmlns:a="http://schemas.openxmlformats.org/drawingml/2006/main">
            <a:off x="5899547" y="4343400"/>
            <a:ext cx="69294" cy="123825"/>
          </a:xfrm>
          <a:prstGeom xmlns:a="http://schemas.openxmlformats.org/drawingml/2006/main" prst="rect">
            <a:avLst/>
          </a:prstGeom>
          <a:solidFill xmlns:a="http://schemas.openxmlformats.org/drawingml/2006/main">
            <a:srgbClr val="25868D"/>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A69D4C24-7BA1-40AC-B595-EAC307938175}"/>
              </a:ext>
            </a:extLst>
          </p:cNvPr>
          <p:cNvSpPr>
            <a:spLocks xmlns:a="http://schemas.openxmlformats.org/drawingml/2006/main" noGrp="1"/>
          </p:cNvSpPr>
          <p:nvPr/>
        </p:nvSpPr>
        <p:spPr>
          <a:xfrm xmlns:a="http://schemas.openxmlformats.org/drawingml/2006/main">
            <a:off x="5965031" y="4343400"/>
            <a:ext cx="69294" cy="123825"/>
          </a:xfrm>
          <a:prstGeom xmlns:a="http://schemas.openxmlformats.org/drawingml/2006/main" prst="rect">
            <a:avLst/>
          </a:prstGeom>
          <a:solidFill xmlns:a="http://schemas.openxmlformats.org/drawingml/2006/main">
            <a:srgbClr val="248A8D"/>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369E0A2B-1E51-4BB5-82B4-5B309F708725}"/>
              </a:ext>
            </a:extLst>
          </p:cNvPr>
          <p:cNvSpPr>
            <a:spLocks xmlns:a="http://schemas.openxmlformats.org/drawingml/2006/main" noGrp="1"/>
          </p:cNvSpPr>
          <p:nvPr/>
        </p:nvSpPr>
        <p:spPr>
          <a:xfrm xmlns:a="http://schemas.openxmlformats.org/drawingml/2006/main">
            <a:off x="6030516" y="4343400"/>
            <a:ext cx="69294" cy="123825"/>
          </a:xfrm>
          <a:prstGeom xmlns:a="http://schemas.openxmlformats.org/drawingml/2006/main" prst="rect">
            <a:avLst/>
          </a:prstGeom>
          <a:solidFill xmlns:a="http://schemas.openxmlformats.org/drawingml/2006/main">
            <a:srgbClr val="238E8C"/>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72424572-EF5D-4E91-917C-F15CB5DA5B24}"/>
              </a:ext>
            </a:extLst>
          </p:cNvPr>
          <p:cNvSpPr>
            <a:spLocks xmlns:a="http://schemas.openxmlformats.org/drawingml/2006/main" noGrp="1"/>
          </p:cNvSpPr>
          <p:nvPr/>
        </p:nvSpPr>
        <p:spPr>
          <a:xfrm xmlns:a="http://schemas.openxmlformats.org/drawingml/2006/main">
            <a:off x="6096000" y="4343400"/>
            <a:ext cx="69294" cy="123825"/>
          </a:xfrm>
          <a:prstGeom xmlns:a="http://schemas.openxmlformats.org/drawingml/2006/main" prst="rect">
            <a:avLst/>
          </a:prstGeom>
          <a:solidFill xmlns:a="http://schemas.openxmlformats.org/drawingml/2006/main">
            <a:srgbClr val="22928B"/>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6A5AA5B6-9C24-43B5-8241-0CD151CFAD01}"/>
              </a:ext>
            </a:extLst>
          </p:cNvPr>
          <p:cNvSpPr>
            <a:spLocks xmlns:a="http://schemas.openxmlformats.org/drawingml/2006/main" noGrp="1"/>
          </p:cNvSpPr>
          <p:nvPr/>
        </p:nvSpPr>
        <p:spPr>
          <a:xfrm xmlns:a="http://schemas.openxmlformats.org/drawingml/2006/main">
            <a:off x="6161484" y="4343400"/>
            <a:ext cx="69294" cy="123825"/>
          </a:xfrm>
          <a:prstGeom xmlns:a="http://schemas.openxmlformats.org/drawingml/2006/main" prst="rect">
            <a:avLst/>
          </a:prstGeom>
          <a:solidFill xmlns:a="http://schemas.openxmlformats.org/drawingml/2006/main">
            <a:srgbClr val="21968A"/>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012F59AC-3F1A-4C6C-BA9B-DB4F8EBCFAC1}"/>
              </a:ext>
            </a:extLst>
          </p:cNvPr>
          <p:cNvSpPr>
            <a:spLocks xmlns:a="http://schemas.openxmlformats.org/drawingml/2006/main" noGrp="1"/>
          </p:cNvSpPr>
          <p:nvPr/>
        </p:nvSpPr>
        <p:spPr>
          <a:xfrm xmlns:a="http://schemas.openxmlformats.org/drawingml/2006/main">
            <a:off x="6226969" y="4343400"/>
            <a:ext cx="69294" cy="123825"/>
          </a:xfrm>
          <a:prstGeom xmlns:a="http://schemas.openxmlformats.org/drawingml/2006/main" prst="rect">
            <a:avLst/>
          </a:prstGeom>
          <a:solidFill xmlns:a="http://schemas.openxmlformats.org/drawingml/2006/main">
            <a:srgbClr val="209A8A"/>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22676F43-1CDC-4FA9-BA9C-5D476CFB7BCC}"/>
              </a:ext>
            </a:extLst>
          </p:cNvPr>
          <p:cNvSpPr>
            <a:spLocks xmlns:a="http://schemas.openxmlformats.org/drawingml/2006/main" noGrp="1"/>
          </p:cNvSpPr>
          <p:nvPr/>
        </p:nvSpPr>
        <p:spPr>
          <a:xfrm xmlns:a="http://schemas.openxmlformats.org/drawingml/2006/main">
            <a:off x="6292453" y="4343400"/>
            <a:ext cx="69294" cy="123825"/>
          </a:xfrm>
          <a:prstGeom xmlns:a="http://schemas.openxmlformats.org/drawingml/2006/main" prst="rect">
            <a:avLst/>
          </a:prstGeom>
          <a:solidFill xmlns:a="http://schemas.openxmlformats.org/drawingml/2006/main">
            <a:srgbClr val="1F9E89"/>
          </a:solidFill>
          <a:ln xmlns:a="http://schemas.openxmlformats.org/drawingml/2006/main" w="0">
            <a:noFill/>
            <a:prstDash val="solid"/>
          </a:ln>
        </p:spPr>
      </p:sp>
      <p:sp>
        <p:nvSpPr>
          <p:cNvPr id="126" name="">
            <a:extLst xmlns:a="http://schemas.openxmlformats.org/drawingml/2006/main">
              <a:ext uri="{FF2B5EF4-FFF2-40B4-BE49-F238E27FC236}">
                <a16:creationId xmlns:a16="http://schemas.microsoft.com/office/drawing/2014/main" id="{1D73A8AE-A650-44A7-A7AB-05C18E156A32}"/>
              </a:ext>
            </a:extLst>
          </p:cNvPr>
          <p:cNvSpPr>
            <a:spLocks xmlns:a="http://schemas.openxmlformats.org/drawingml/2006/main" noGrp="1"/>
          </p:cNvSpPr>
          <p:nvPr/>
        </p:nvSpPr>
        <p:spPr>
          <a:xfrm xmlns:a="http://schemas.openxmlformats.org/drawingml/2006/main">
            <a:off x="6357938" y="4343400"/>
            <a:ext cx="69294" cy="123825"/>
          </a:xfrm>
          <a:prstGeom xmlns:a="http://schemas.openxmlformats.org/drawingml/2006/main" prst="rect">
            <a:avLst/>
          </a:prstGeom>
          <a:solidFill xmlns:a="http://schemas.openxmlformats.org/drawingml/2006/main">
            <a:srgbClr val="22A187"/>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0A642A3E-0E9C-45B8-BA84-16CDABF4EAA2}"/>
              </a:ext>
            </a:extLst>
          </p:cNvPr>
          <p:cNvSpPr>
            <a:spLocks xmlns:a="http://schemas.openxmlformats.org/drawingml/2006/main" noGrp="1"/>
          </p:cNvSpPr>
          <p:nvPr/>
        </p:nvSpPr>
        <p:spPr>
          <a:xfrm xmlns:a="http://schemas.openxmlformats.org/drawingml/2006/main">
            <a:off x="6423422" y="4343400"/>
            <a:ext cx="69294" cy="123825"/>
          </a:xfrm>
          <a:prstGeom xmlns:a="http://schemas.openxmlformats.org/drawingml/2006/main" prst="rect">
            <a:avLst/>
          </a:prstGeom>
          <a:solidFill xmlns:a="http://schemas.openxmlformats.org/drawingml/2006/main">
            <a:srgbClr val="25A585"/>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98FAD568-1160-4C7C-9DD5-A35890538360}"/>
              </a:ext>
            </a:extLst>
          </p:cNvPr>
          <p:cNvSpPr>
            <a:spLocks xmlns:a="http://schemas.openxmlformats.org/drawingml/2006/main" noGrp="1"/>
          </p:cNvSpPr>
          <p:nvPr/>
        </p:nvSpPr>
        <p:spPr>
          <a:xfrm xmlns:a="http://schemas.openxmlformats.org/drawingml/2006/main">
            <a:off x="6488906" y="4343400"/>
            <a:ext cx="69294" cy="123825"/>
          </a:xfrm>
          <a:prstGeom xmlns:a="http://schemas.openxmlformats.org/drawingml/2006/main" prst="rect">
            <a:avLst/>
          </a:prstGeom>
          <a:solidFill xmlns:a="http://schemas.openxmlformats.org/drawingml/2006/main">
            <a:srgbClr val="28A882"/>
          </a:solidFill>
          <a:ln xmlns:a="http://schemas.openxmlformats.org/drawingml/2006/main" w="0">
            <a:noFill/>
            <a:prstDash val="solid"/>
          </a:ln>
        </p:spPr>
      </p:sp>
      <p:sp>
        <p:nvSpPr>
          <p:cNvPr id="129" name="">
            <a:extLst xmlns:a="http://schemas.openxmlformats.org/drawingml/2006/main">
              <a:ext uri="{FF2B5EF4-FFF2-40B4-BE49-F238E27FC236}">
                <a16:creationId xmlns:a16="http://schemas.microsoft.com/office/drawing/2014/main" id="{04F5526F-8A6D-4FAC-B120-91DCF19F075D}"/>
              </a:ext>
            </a:extLst>
          </p:cNvPr>
          <p:cNvSpPr>
            <a:spLocks xmlns:a="http://schemas.openxmlformats.org/drawingml/2006/main" noGrp="1"/>
          </p:cNvSpPr>
          <p:nvPr/>
        </p:nvSpPr>
        <p:spPr>
          <a:xfrm xmlns:a="http://schemas.openxmlformats.org/drawingml/2006/main">
            <a:off x="6554391" y="4343400"/>
            <a:ext cx="69294" cy="123825"/>
          </a:xfrm>
          <a:prstGeom xmlns:a="http://schemas.openxmlformats.org/drawingml/2006/main" prst="rect">
            <a:avLst/>
          </a:prstGeom>
          <a:solidFill xmlns:a="http://schemas.openxmlformats.org/drawingml/2006/main">
            <a:srgbClr val="2BAC80"/>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41B20B4C-CB35-4E9D-8CB2-2C37F7FCB4B4}"/>
              </a:ext>
            </a:extLst>
          </p:cNvPr>
          <p:cNvSpPr>
            <a:spLocks xmlns:a="http://schemas.openxmlformats.org/drawingml/2006/main" noGrp="1"/>
          </p:cNvSpPr>
          <p:nvPr/>
        </p:nvSpPr>
        <p:spPr>
          <a:xfrm xmlns:a="http://schemas.openxmlformats.org/drawingml/2006/main">
            <a:off x="6619875" y="4343400"/>
            <a:ext cx="69294" cy="123825"/>
          </a:xfrm>
          <a:prstGeom xmlns:a="http://schemas.openxmlformats.org/drawingml/2006/main" prst="rect">
            <a:avLst/>
          </a:prstGeom>
          <a:solidFill xmlns:a="http://schemas.openxmlformats.org/drawingml/2006/main">
            <a:srgbClr val="2EAF7E"/>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1B4A55F6-D72C-458A-817C-F04346A6BE84}"/>
              </a:ext>
            </a:extLst>
          </p:cNvPr>
          <p:cNvSpPr>
            <a:spLocks xmlns:a="http://schemas.openxmlformats.org/drawingml/2006/main" noGrp="1"/>
          </p:cNvSpPr>
          <p:nvPr/>
        </p:nvSpPr>
        <p:spPr>
          <a:xfrm xmlns:a="http://schemas.openxmlformats.org/drawingml/2006/main">
            <a:off x="6685359" y="4343400"/>
            <a:ext cx="69294" cy="123825"/>
          </a:xfrm>
          <a:prstGeom xmlns:a="http://schemas.openxmlformats.org/drawingml/2006/main" prst="rect">
            <a:avLst/>
          </a:prstGeom>
          <a:solidFill xmlns:a="http://schemas.openxmlformats.org/drawingml/2006/main">
            <a:srgbClr val="31B37C"/>
          </a:solidFill>
          <a:ln xmlns:a="http://schemas.openxmlformats.org/drawingml/2006/main" w="0">
            <a:noFill/>
            <a:prstDash val="solid"/>
          </a:ln>
        </p:spPr>
      </p:sp>
      <p:sp>
        <p:nvSpPr>
          <p:cNvPr id="132" name="">
            <a:extLst xmlns:a="http://schemas.openxmlformats.org/drawingml/2006/main">
              <a:ext uri="{FF2B5EF4-FFF2-40B4-BE49-F238E27FC236}">
                <a16:creationId xmlns:a16="http://schemas.microsoft.com/office/drawing/2014/main" id="{7C2FDF34-77A2-4DC1-8CE1-0D1FE8D84A47}"/>
              </a:ext>
            </a:extLst>
          </p:cNvPr>
          <p:cNvSpPr>
            <a:spLocks xmlns:a="http://schemas.openxmlformats.org/drawingml/2006/main" noGrp="1"/>
          </p:cNvSpPr>
          <p:nvPr/>
        </p:nvSpPr>
        <p:spPr>
          <a:xfrm xmlns:a="http://schemas.openxmlformats.org/drawingml/2006/main">
            <a:off x="6750844" y="4343400"/>
            <a:ext cx="69294" cy="123825"/>
          </a:xfrm>
          <a:prstGeom xmlns:a="http://schemas.openxmlformats.org/drawingml/2006/main" prst="rect">
            <a:avLst/>
          </a:prstGeom>
          <a:solidFill xmlns:a="http://schemas.openxmlformats.org/drawingml/2006/main">
            <a:srgbClr val="34B679"/>
          </a:solidFill>
          <a:ln xmlns:a="http://schemas.openxmlformats.org/drawingml/2006/main" w="0">
            <a:noFill/>
            <a:prstDash val="solid"/>
          </a:ln>
        </p:spPr>
      </p:sp>
      <p:sp>
        <p:nvSpPr>
          <p:cNvPr id="133" name="">
            <a:extLst xmlns:a="http://schemas.openxmlformats.org/drawingml/2006/main">
              <a:ext uri="{FF2B5EF4-FFF2-40B4-BE49-F238E27FC236}">
                <a16:creationId xmlns:a16="http://schemas.microsoft.com/office/drawing/2014/main" id="{431FA25A-2AEA-4CA5-B2C2-252414A41481}"/>
              </a:ext>
            </a:extLst>
          </p:cNvPr>
          <p:cNvSpPr>
            <a:spLocks xmlns:a="http://schemas.openxmlformats.org/drawingml/2006/main" noGrp="1"/>
          </p:cNvSpPr>
          <p:nvPr/>
        </p:nvSpPr>
        <p:spPr>
          <a:xfrm xmlns:a="http://schemas.openxmlformats.org/drawingml/2006/main">
            <a:off x="6816328" y="4343400"/>
            <a:ext cx="69294" cy="123825"/>
          </a:xfrm>
          <a:prstGeom xmlns:a="http://schemas.openxmlformats.org/drawingml/2006/main" prst="rect">
            <a:avLst/>
          </a:prstGeom>
          <a:solidFill xmlns:a="http://schemas.openxmlformats.org/drawingml/2006/main">
            <a:srgbClr val="3CBA75"/>
          </a:solidFill>
          <a:ln xmlns:a="http://schemas.openxmlformats.org/drawingml/2006/main" w="0">
            <a:noFill/>
            <a:prstDash val="solid"/>
          </a:ln>
        </p:spPr>
      </p:sp>
      <p:sp>
        <p:nvSpPr>
          <p:cNvPr id="134" name="">
            <a:extLst xmlns:a="http://schemas.openxmlformats.org/drawingml/2006/main">
              <a:ext uri="{FF2B5EF4-FFF2-40B4-BE49-F238E27FC236}">
                <a16:creationId xmlns:a16="http://schemas.microsoft.com/office/drawing/2014/main" id="{4410D8BD-418D-4CE3-A7AF-51F496810258}"/>
              </a:ext>
            </a:extLst>
          </p:cNvPr>
          <p:cNvSpPr>
            <a:spLocks xmlns:a="http://schemas.openxmlformats.org/drawingml/2006/main" noGrp="1"/>
          </p:cNvSpPr>
          <p:nvPr/>
        </p:nvSpPr>
        <p:spPr>
          <a:xfrm xmlns:a="http://schemas.openxmlformats.org/drawingml/2006/main">
            <a:off x="6881813" y="4343400"/>
            <a:ext cx="69294" cy="123825"/>
          </a:xfrm>
          <a:prstGeom xmlns:a="http://schemas.openxmlformats.org/drawingml/2006/main" prst="rect">
            <a:avLst/>
          </a:prstGeom>
          <a:solidFill xmlns:a="http://schemas.openxmlformats.org/drawingml/2006/main">
            <a:srgbClr val="43BD71"/>
          </a:solidFill>
          <a:ln xmlns:a="http://schemas.openxmlformats.org/drawingml/2006/main" w="0">
            <a:noFill/>
            <a:prstDash val="solid"/>
          </a:ln>
        </p:spPr>
      </p:sp>
      <p:sp>
        <p:nvSpPr>
          <p:cNvPr id="135" name="">
            <a:extLst xmlns:a="http://schemas.openxmlformats.org/drawingml/2006/main">
              <a:ext uri="{FF2B5EF4-FFF2-40B4-BE49-F238E27FC236}">
                <a16:creationId xmlns:a16="http://schemas.microsoft.com/office/drawing/2014/main" id="{8AA2AC90-7FA4-4027-9840-0D927C42CA7A}"/>
              </a:ext>
            </a:extLst>
          </p:cNvPr>
          <p:cNvSpPr>
            <a:spLocks xmlns:a="http://schemas.openxmlformats.org/drawingml/2006/main" noGrp="1"/>
          </p:cNvSpPr>
          <p:nvPr/>
        </p:nvSpPr>
        <p:spPr>
          <a:xfrm xmlns:a="http://schemas.openxmlformats.org/drawingml/2006/main">
            <a:off x="6947297" y="4343400"/>
            <a:ext cx="69294" cy="123825"/>
          </a:xfrm>
          <a:prstGeom xmlns:a="http://schemas.openxmlformats.org/drawingml/2006/main" prst="rect">
            <a:avLst/>
          </a:prstGeom>
          <a:solidFill xmlns:a="http://schemas.openxmlformats.org/drawingml/2006/main">
            <a:srgbClr val="4BC06C"/>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24F691DD-6EE8-40BD-A68A-02DCE6ED6338}"/>
              </a:ext>
            </a:extLst>
          </p:cNvPr>
          <p:cNvSpPr>
            <a:spLocks xmlns:a="http://schemas.openxmlformats.org/drawingml/2006/main" noGrp="1"/>
          </p:cNvSpPr>
          <p:nvPr/>
        </p:nvSpPr>
        <p:spPr>
          <a:xfrm xmlns:a="http://schemas.openxmlformats.org/drawingml/2006/main">
            <a:off x="7012781" y="4343400"/>
            <a:ext cx="69294" cy="123825"/>
          </a:xfrm>
          <a:prstGeom xmlns:a="http://schemas.openxmlformats.org/drawingml/2006/main" prst="rect">
            <a:avLst/>
          </a:prstGeom>
          <a:solidFill xmlns:a="http://schemas.openxmlformats.org/drawingml/2006/main">
            <a:srgbClr val="53C368"/>
          </a:solidFill>
          <a:ln xmlns:a="http://schemas.openxmlformats.org/drawingml/2006/main" w="0">
            <a:noFill/>
            <a:prstDash val="solid"/>
          </a:ln>
        </p:spPr>
      </p:sp>
      <p:sp>
        <p:nvSpPr>
          <p:cNvPr id="137" name="">
            <a:extLst xmlns:a="http://schemas.openxmlformats.org/drawingml/2006/main">
              <a:ext uri="{FF2B5EF4-FFF2-40B4-BE49-F238E27FC236}">
                <a16:creationId xmlns:a16="http://schemas.microsoft.com/office/drawing/2014/main" id="{ACF9E32A-A00F-4A97-A094-4097EE39A049}"/>
              </a:ext>
            </a:extLst>
          </p:cNvPr>
          <p:cNvSpPr>
            <a:spLocks xmlns:a="http://schemas.openxmlformats.org/drawingml/2006/main" noGrp="1"/>
          </p:cNvSpPr>
          <p:nvPr/>
        </p:nvSpPr>
        <p:spPr>
          <a:xfrm xmlns:a="http://schemas.openxmlformats.org/drawingml/2006/main">
            <a:off x="7078266" y="4343400"/>
            <a:ext cx="69294" cy="123825"/>
          </a:xfrm>
          <a:prstGeom xmlns:a="http://schemas.openxmlformats.org/drawingml/2006/main" prst="rect">
            <a:avLst/>
          </a:prstGeom>
          <a:solidFill xmlns:a="http://schemas.openxmlformats.org/drawingml/2006/main">
            <a:srgbClr val="5BC663"/>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8ED3D6E3-6BD6-4639-9F00-DBCBB8FD9BE3}"/>
              </a:ext>
            </a:extLst>
          </p:cNvPr>
          <p:cNvSpPr>
            <a:spLocks xmlns:a="http://schemas.openxmlformats.org/drawingml/2006/main" noGrp="1"/>
          </p:cNvSpPr>
          <p:nvPr/>
        </p:nvSpPr>
        <p:spPr>
          <a:xfrm xmlns:a="http://schemas.openxmlformats.org/drawingml/2006/main">
            <a:off x="7143750" y="4343400"/>
            <a:ext cx="69294" cy="123825"/>
          </a:xfrm>
          <a:prstGeom xmlns:a="http://schemas.openxmlformats.org/drawingml/2006/main" prst="rect">
            <a:avLst/>
          </a:prstGeom>
          <a:solidFill xmlns:a="http://schemas.openxmlformats.org/drawingml/2006/main">
            <a:srgbClr val="63C95F"/>
          </a:solidFill>
          <a:ln xmlns:a="http://schemas.openxmlformats.org/drawingml/2006/main" w="0">
            <a:noFill/>
            <a:prstDash val="solid"/>
          </a:ln>
        </p:spPr>
      </p:sp>
      <p:sp>
        <p:nvSpPr>
          <p:cNvPr id="139" name="">
            <a:extLst xmlns:a="http://schemas.openxmlformats.org/drawingml/2006/main">
              <a:ext uri="{FF2B5EF4-FFF2-40B4-BE49-F238E27FC236}">
                <a16:creationId xmlns:a16="http://schemas.microsoft.com/office/drawing/2014/main" id="{83158924-35CC-4791-AAE2-74C443BF9BFC}"/>
              </a:ext>
            </a:extLst>
          </p:cNvPr>
          <p:cNvSpPr>
            <a:spLocks xmlns:a="http://schemas.openxmlformats.org/drawingml/2006/main" noGrp="1"/>
          </p:cNvSpPr>
          <p:nvPr/>
        </p:nvSpPr>
        <p:spPr>
          <a:xfrm xmlns:a="http://schemas.openxmlformats.org/drawingml/2006/main">
            <a:off x="7209234" y="4343400"/>
            <a:ext cx="69294" cy="123825"/>
          </a:xfrm>
          <a:prstGeom xmlns:a="http://schemas.openxmlformats.org/drawingml/2006/main" prst="rect">
            <a:avLst/>
          </a:prstGeom>
          <a:solidFill xmlns:a="http://schemas.openxmlformats.org/drawingml/2006/main">
            <a:srgbClr val="6BCC5A"/>
          </a:solidFill>
          <a:ln xmlns:a="http://schemas.openxmlformats.org/drawingml/2006/main" w="0">
            <a:noFill/>
            <a:prstDash val="solid"/>
          </a:ln>
        </p:spPr>
      </p:sp>
      <p:sp>
        <p:nvSpPr>
          <p:cNvPr id="140" name="">
            <a:extLst xmlns:a="http://schemas.openxmlformats.org/drawingml/2006/main">
              <a:ext uri="{FF2B5EF4-FFF2-40B4-BE49-F238E27FC236}">
                <a16:creationId xmlns:a16="http://schemas.microsoft.com/office/drawing/2014/main" id="{1D745BDE-2C94-474F-BBB5-FAD9B57E4219}"/>
              </a:ext>
            </a:extLst>
          </p:cNvPr>
          <p:cNvSpPr>
            <a:spLocks xmlns:a="http://schemas.openxmlformats.org/drawingml/2006/main" noGrp="1"/>
          </p:cNvSpPr>
          <p:nvPr/>
        </p:nvSpPr>
        <p:spPr>
          <a:xfrm xmlns:a="http://schemas.openxmlformats.org/drawingml/2006/main">
            <a:off x="7274719" y="4343400"/>
            <a:ext cx="69294" cy="123825"/>
          </a:xfrm>
          <a:prstGeom xmlns:a="http://schemas.openxmlformats.org/drawingml/2006/main" prst="rect">
            <a:avLst/>
          </a:prstGeom>
          <a:solidFill xmlns:a="http://schemas.openxmlformats.org/drawingml/2006/main">
            <a:srgbClr val="74CF54"/>
          </a:solidFill>
          <a:ln xmlns:a="http://schemas.openxmlformats.org/drawingml/2006/main" w="0">
            <a:noFill/>
            <a:prstDash val="solid"/>
          </a:ln>
        </p:spPr>
      </p:sp>
      <p:sp>
        <p:nvSpPr>
          <p:cNvPr id="141" name="">
            <a:extLst xmlns:a="http://schemas.openxmlformats.org/drawingml/2006/main">
              <a:ext uri="{FF2B5EF4-FFF2-40B4-BE49-F238E27FC236}">
                <a16:creationId xmlns:a16="http://schemas.microsoft.com/office/drawing/2014/main" id="{DD2EA5EF-753E-4E16-A5CA-6956DD8EC746}"/>
              </a:ext>
            </a:extLst>
          </p:cNvPr>
          <p:cNvSpPr>
            <a:spLocks xmlns:a="http://schemas.openxmlformats.org/drawingml/2006/main" noGrp="1"/>
          </p:cNvSpPr>
          <p:nvPr/>
        </p:nvSpPr>
        <p:spPr>
          <a:xfrm xmlns:a="http://schemas.openxmlformats.org/drawingml/2006/main">
            <a:off x="7340203" y="4343400"/>
            <a:ext cx="69294" cy="123825"/>
          </a:xfrm>
          <a:prstGeom xmlns:a="http://schemas.openxmlformats.org/drawingml/2006/main" prst="rect">
            <a:avLst/>
          </a:prstGeom>
          <a:solidFill xmlns:a="http://schemas.openxmlformats.org/drawingml/2006/main">
            <a:srgbClr val="7ED14E"/>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568D68AF-52D0-4F41-9597-9F0E19BAC71C}"/>
              </a:ext>
            </a:extLst>
          </p:cNvPr>
          <p:cNvSpPr>
            <a:spLocks xmlns:a="http://schemas.openxmlformats.org/drawingml/2006/main" noGrp="1"/>
          </p:cNvSpPr>
          <p:nvPr/>
        </p:nvSpPr>
        <p:spPr>
          <a:xfrm xmlns:a="http://schemas.openxmlformats.org/drawingml/2006/main">
            <a:off x="7405688" y="4343400"/>
            <a:ext cx="69294" cy="123825"/>
          </a:xfrm>
          <a:prstGeom xmlns:a="http://schemas.openxmlformats.org/drawingml/2006/main" prst="rect">
            <a:avLst/>
          </a:prstGeom>
          <a:solidFill xmlns:a="http://schemas.openxmlformats.org/drawingml/2006/main">
            <a:srgbClr val="88D448"/>
          </a:solidFill>
          <a:ln xmlns:a="http://schemas.openxmlformats.org/drawingml/2006/main" w="0">
            <a:noFill/>
            <a:prstDash val="solid"/>
          </a:ln>
        </p:spPr>
      </p:sp>
      <p:sp>
        <p:nvSpPr>
          <p:cNvPr id="143" name="">
            <a:extLst xmlns:a="http://schemas.openxmlformats.org/drawingml/2006/main">
              <a:ext uri="{FF2B5EF4-FFF2-40B4-BE49-F238E27FC236}">
                <a16:creationId xmlns:a16="http://schemas.microsoft.com/office/drawing/2014/main" id="{05F2C408-B3A0-412E-AA45-DD7470B27B6A}"/>
              </a:ext>
            </a:extLst>
          </p:cNvPr>
          <p:cNvSpPr>
            <a:spLocks xmlns:a="http://schemas.openxmlformats.org/drawingml/2006/main" noGrp="1"/>
          </p:cNvSpPr>
          <p:nvPr/>
        </p:nvSpPr>
        <p:spPr>
          <a:xfrm xmlns:a="http://schemas.openxmlformats.org/drawingml/2006/main">
            <a:off x="7471172" y="4343400"/>
            <a:ext cx="69294" cy="123825"/>
          </a:xfrm>
          <a:prstGeom xmlns:a="http://schemas.openxmlformats.org/drawingml/2006/main" prst="rect">
            <a:avLst/>
          </a:prstGeom>
          <a:solidFill xmlns:a="http://schemas.openxmlformats.org/drawingml/2006/main">
            <a:srgbClr val="92D641"/>
          </a:solidFill>
          <a:ln xmlns:a="http://schemas.openxmlformats.org/drawingml/2006/main" w="0">
            <a:noFill/>
            <a:prstDash val="solid"/>
          </a:ln>
        </p:spPr>
      </p:sp>
      <p:sp>
        <p:nvSpPr>
          <p:cNvPr id="144" name="">
            <a:extLst xmlns:a="http://schemas.openxmlformats.org/drawingml/2006/main">
              <a:ext uri="{FF2B5EF4-FFF2-40B4-BE49-F238E27FC236}">
                <a16:creationId xmlns:a16="http://schemas.microsoft.com/office/drawing/2014/main" id="{14785897-F201-46B4-A24F-CEC5574D2F3E}"/>
              </a:ext>
            </a:extLst>
          </p:cNvPr>
          <p:cNvSpPr>
            <a:spLocks xmlns:a="http://schemas.openxmlformats.org/drawingml/2006/main" noGrp="1"/>
          </p:cNvSpPr>
          <p:nvPr/>
        </p:nvSpPr>
        <p:spPr>
          <a:xfrm xmlns:a="http://schemas.openxmlformats.org/drawingml/2006/main">
            <a:off x="7536656" y="4343400"/>
            <a:ext cx="69294" cy="123825"/>
          </a:xfrm>
          <a:prstGeom xmlns:a="http://schemas.openxmlformats.org/drawingml/2006/main" prst="rect">
            <a:avLst/>
          </a:prstGeom>
          <a:solidFill xmlns:a="http://schemas.openxmlformats.org/drawingml/2006/main">
            <a:srgbClr val="9CD83B"/>
          </a:solidFill>
          <a:ln xmlns:a="http://schemas.openxmlformats.org/drawingml/2006/main" w="0">
            <a:noFill/>
            <a:prstDash val="solid"/>
          </a:ln>
        </p:spPr>
      </p:sp>
      <p:sp>
        <p:nvSpPr>
          <p:cNvPr id="145" name="">
            <a:extLst xmlns:a="http://schemas.openxmlformats.org/drawingml/2006/main">
              <a:ext uri="{FF2B5EF4-FFF2-40B4-BE49-F238E27FC236}">
                <a16:creationId xmlns:a16="http://schemas.microsoft.com/office/drawing/2014/main" id="{8C9B12F1-3EE0-4F2B-89DD-0DF7E084C5D0}"/>
              </a:ext>
            </a:extLst>
          </p:cNvPr>
          <p:cNvSpPr>
            <a:spLocks xmlns:a="http://schemas.openxmlformats.org/drawingml/2006/main" noGrp="1"/>
          </p:cNvSpPr>
          <p:nvPr/>
        </p:nvSpPr>
        <p:spPr>
          <a:xfrm xmlns:a="http://schemas.openxmlformats.org/drawingml/2006/main">
            <a:off x="7602141" y="4343400"/>
            <a:ext cx="69294" cy="123825"/>
          </a:xfrm>
          <a:prstGeom xmlns:a="http://schemas.openxmlformats.org/drawingml/2006/main" prst="rect">
            <a:avLst/>
          </a:prstGeom>
          <a:solidFill xmlns:a="http://schemas.openxmlformats.org/drawingml/2006/main">
            <a:srgbClr val="A6DB35"/>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957BAC16-1EBA-4D5D-AA76-334B3BAB7743}"/>
              </a:ext>
            </a:extLst>
          </p:cNvPr>
          <p:cNvSpPr>
            <a:spLocks xmlns:a="http://schemas.openxmlformats.org/drawingml/2006/main" noGrp="1"/>
          </p:cNvSpPr>
          <p:nvPr/>
        </p:nvSpPr>
        <p:spPr>
          <a:xfrm xmlns:a="http://schemas.openxmlformats.org/drawingml/2006/main">
            <a:off x="7667625" y="4343400"/>
            <a:ext cx="69294" cy="123825"/>
          </a:xfrm>
          <a:prstGeom xmlns:a="http://schemas.openxmlformats.org/drawingml/2006/main" prst="rect">
            <a:avLst/>
          </a:prstGeom>
          <a:solidFill xmlns:a="http://schemas.openxmlformats.org/drawingml/2006/main">
            <a:srgbClr val="B0DD2E"/>
          </a:solidFill>
          <a:ln xmlns:a="http://schemas.openxmlformats.org/drawingml/2006/main" w="0">
            <a:noFill/>
            <a:prstDash val="solid"/>
          </a:ln>
        </p:spPr>
      </p:sp>
      <p:sp>
        <p:nvSpPr>
          <p:cNvPr id="147" name="">
            <a:extLst xmlns:a="http://schemas.openxmlformats.org/drawingml/2006/main">
              <a:ext uri="{FF2B5EF4-FFF2-40B4-BE49-F238E27FC236}">
                <a16:creationId xmlns:a16="http://schemas.microsoft.com/office/drawing/2014/main" id="{75FC1637-3235-41EB-A5F2-698EE416334E}"/>
              </a:ext>
            </a:extLst>
          </p:cNvPr>
          <p:cNvSpPr>
            <a:spLocks xmlns:a="http://schemas.openxmlformats.org/drawingml/2006/main" noGrp="1"/>
          </p:cNvSpPr>
          <p:nvPr/>
        </p:nvSpPr>
        <p:spPr>
          <a:xfrm xmlns:a="http://schemas.openxmlformats.org/drawingml/2006/main">
            <a:off x="7733109" y="4343400"/>
            <a:ext cx="69294" cy="123825"/>
          </a:xfrm>
          <a:prstGeom xmlns:a="http://schemas.openxmlformats.org/drawingml/2006/main" prst="rect">
            <a:avLst/>
          </a:prstGeom>
          <a:solidFill xmlns:a="http://schemas.openxmlformats.org/drawingml/2006/main">
            <a:srgbClr val="BADF2B"/>
          </a:solidFill>
          <a:ln xmlns:a="http://schemas.openxmlformats.org/drawingml/2006/main" w="0">
            <a:noFill/>
            <a:prstDash val="solid"/>
          </a:ln>
        </p:spPr>
      </p:sp>
      <p:sp>
        <p:nvSpPr>
          <p:cNvPr id="148" name="">
            <a:extLst xmlns:a="http://schemas.openxmlformats.org/drawingml/2006/main">
              <a:ext uri="{FF2B5EF4-FFF2-40B4-BE49-F238E27FC236}">
                <a16:creationId xmlns:a16="http://schemas.microsoft.com/office/drawing/2014/main" id="{6A2CDDD7-0325-40EE-8044-8DE824D6B358}"/>
              </a:ext>
            </a:extLst>
          </p:cNvPr>
          <p:cNvSpPr>
            <a:spLocks xmlns:a="http://schemas.openxmlformats.org/drawingml/2006/main" noGrp="1"/>
          </p:cNvSpPr>
          <p:nvPr/>
        </p:nvSpPr>
        <p:spPr>
          <a:xfrm xmlns:a="http://schemas.openxmlformats.org/drawingml/2006/main">
            <a:off x="7798594" y="4343400"/>
            <a:ext cx="69294" cy="123825"/>
          </a:xfrm>
          <a:prstGeom xmlns:a="http://schemas.openxmlformats.org/drawingml/2006/main" prst="rect">
            <a:avLst/>
          </a:prstGeom>
          <a:solidFill xmlns:a="http://schemas.openxmlformats.org/drawingml/2006/main">
            <a:srgbClr val="C5E02A"/>
          </a:solidFill>
          <a:ln xmlns:a="http://schemas.openxmlformats.org/drawingml/2006/main" w="0">
            <a:noFill/>
            <a:prstDash val="solid"/>
          </a:ln>
        </p:spPr>
      </p:sp>
      <p:sp>
        <p:nvSpPr>
          <p:cNvPr id="149" name="">
            <a:extLst xmlns:a="http://schemas.openxmlformats.org/drawingml/2006/main">
              <a:ext uri="{FF2B5EF4-FFF2-40B4-BE49-F238E27FC236}">
                <a16:creationId xmlns:a16="http://schemas.microsoft.com/office/drawing/2014/main" id="{460DD931-7DE9-41D7-A322-DE3134F492E6}"/>
              </a:ext>
            </a:extLst>
          </p:cNvPr>
          <p:cNvSpPr>
            <a:spLocks xmlns:a="http://schemas.openxmlformats.org/drawingml/2006/main" noGrp="1"/>
          </p:cNvSpPr>
          <p:nvPr/>
        </p:nvSpPr>
        <p:spPr>
          <a:xfrm xmlns:a="http://schemas.openxmlformats.org/drawingml/2006/main">
            <a:off x="7864078" y="4343400"/>
            <a:ext cx="69294" cy="123825"/>
          </a:xfrm>
          <a:prstGeom xmlns:a="http://schemas.openxmlformats.org/drawingml/2006/main" prst="rect">
            <a:avLst/>
          </a:prstGeom>
          <a:solidFill xmlns:a="http://schemas.openxmlformats.org/drawingml/2006/main">
            <a:srgbClr val="CFE129"/>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E0AEF5C8-B8B6-451D-AAA4-5F430394B027}"/>
              </a:ext>
            </a:extLst>
          </p:cNvPr>
          <p:cNvSpPr>
            <a:spLocks xmlns:a="http://schemas.openxmlformats.org/drawingml/2006/main" noGrp="1"/>
          </p:cNvSpPr>
          <p:nvPr/>
        </p:nvSpPr>
        <p:spPr>
          <a:xfrm xmlns:a="http://schemas.openxmlformats.org/drawingml/2006/main">
            <a:off x="7929563" y="4343400"/>
            <a:ext cx="69294" cy="123825"/>
          </a:xfrm>
          <a:prstGeom xmlns:a="http://schemas.openxmlformats.org/drawingml/2006/main" prst="rect">
            <a:avLst/>
          </a:prstGeom>
          <a:solidFill xmlns:a="http://schemas.openxmlformats.org/drawingml/2006/main">
            <a:srgbClr val="D9E328"/>
          </a:solidFill>
          <a:ln xmlns:a="http://schemas.openxmlformats.org/drawingml/2006/main" w="0">
            <a:noFill/>
            <a:prstDash val="solid"/>
          </a:ln>
        </p:spPr>
      </p:sp>
      <p:sp>
        <p:nvSpPr>
          <p:cNvPr id="151" name="">
            <a:extLst xmlns:a="http://schemas.openxmlformats.org/drawingml/2006/main">
              <a:ext uri="{FF2B5EF4-FFF2-40B4-BE49-F238E27FC236}">
                <a16:creationId xmlns:a16="http://schemas.microsoft.com/office/drawing/2014/main" id="{B59046B4-1B44-41B4-A7AD-6684C7CF098D}"/>
              </a:ext>
            </a:extLst>
          </p:cNvPr>
          <p:cNvSpPr>
            <a:spLocks xmlns:a="http://schemas.openxmlformats.org/drawingml/2006/main" noGrp="1"/>
          </p:cNvSpPr>
          <p:nvPr/>
        </p:nvSpPr>
        <p:spPr>
          <a:xfrm xmlns:a="http://schemas.openxmlformats.org/drawingml/2006/main">
            <a:off x="7995047" y="4343400"/>
            <a:ext cx="69294" cy="123825"/>
          </a:xfrm>
          <a:prstGeom xmlns:a="http://schemas.openxmlformats.org/drawingml/2006/main" prst="rect">
            <a:avLst/>
          </a:prstGeom>
          <a:solidFill xmlns:a="http://schemas.openxmlformats.org/drawingml/2006/main">
            <a:srgbClr val="E3E427"/>
          </a:solidFill>
          <a:ln xmlns:a="http://schemas.openxmlformats.org/drawingml/2006/main" w="0">
            <a:noFill/>
            <a:prstDash val="solid"/>
          </a:ln>
        </p:spPr>
      </p:sp>
      <p:sp>
        <p:nvSpPr>
          <p:cNvPr id="152" name="">
            <a:extLst xmlns:a="http://schemas.openxmlformats.org/drawingml/2006/main">
              <a:ext uri="{FF2B5EF4-FFF2-40B4-BE49-F238E27FC236}">
                <a16:creationId xmlns:a16="http://schemas.microsoft.com/office/drawing/2014/main" id="{AF2D4F01-7B0E-4CD0-B508-DCB3ECE271CA}"/>
              </a:ext>
            </a:extLst>
          </p:cNvPr>
          <p:cNvSpPr>
            <a:spLocks xmlns:a="http://schemas.openxmlformats.org/drawingml/2006/main" noGrp="1"/>
          </p:cNvSpPr>
          <p:nvPr/>
        </p:nvSpPr>
        <p:spPr>
          <a:xfrm xmlns:a="http://schemas.openxmlformats.org/drawingml/2006/main">
            <a:off x="8060531" y="4343400"/>
            <a:ext cx="69294" cy="123825"/>
          </a:xfrm>
          <a:prstGeom xmlns:a="http://schemas.openxmlformats.org/drawingml/2006/main" prst="rect">
            <a:avLst/>
          </a:prstGeom>
          <a:solidFill xmlns:a="http://schemas.openxmlformats.org/drawingml/2006/main">
            <a:srgbClr val="EEE526"/>
          </a:solidFill>
          <a:ln xmlns:a="http://schemas.openxmlformats.org/drawingml/2006/main" w="0">
            <a:noFill/>
            <a:prstDash val="solid"/>
          </a:ln>
        </p:spPr>
      </p:sp>
      <p:sp>
        <p:nvSpPr>
          <p:cNvPr id="153" name="">
            <a:extLst xmlns:a="http://schemas.openxmlformats.org/drawingml/2006/main">
              <a:ext uri="{FF2B5EF4-FFF2-40B4-BE49-F238E27FC236}">
                <a16:creationId xmlns:a16="http://schemas.microsoft.com/office/drawing/2014/main" id="{BB462F83-EF00-4DEC-A87B-DAEB35EAF64B}"/>
              </a:ext>
            </a:extLst>
          </p:cNvPr>
          <p:cNvSpPr>
            <a:spLocks xmlns:a="http://schemas.openxmlformats.org/drawingml/2006/main" noGrp="1"/>
          </p:cNvSpPr>
          <p:nvPr/>
        </p:nvSpPr>
        <p:spPr>
          <a:xfrm xmlns:a="http://schemas.openxmlformats.org/drawingml/2006/main">
            <a:off x="8126016" y="4343400"/>
            <a:ext cx="69294" cy="123825"/>
          </a:xfrm>
          <a:prstGeom xmlns:a="http://schemas.openxmlformats.org/drawingml/2006/main" prst="rect">
            <a:avLst/>
          </a:prstGeom>
          <a:solidFill xmlns:a="http://schemas.openxmlformats.org/drawingml/2006/main">
            <a:srgbClr val="F8E625"/>
          </a:solidFill>
          <a:ln xmlns:a="http://schemas.openxmlformats.org/drawingml/2006/main" w="0">
            <a:noFill/>
            <a:prstDash val="solid"/>
          </a:ln>
        </p:spPr>
      </p:sp>
      <p:sp>
        <p:nvSpPr>
          <p:cNvPr id="154" name="">
            <a:extLst xmlns:a="http://schemas.openxmlformats.org/drawingml/2006/main">
              <a:ext uri="{FF2B5EF4-FFF2-40B4-BE49-F238E27FC236}">
                <a16:creationId xmlns:a16="http://schemas.microsoft.com/office/drawing/2014/main" id="{91C7B0E3-583C-4CBB-8AC7-8A2AEE302950}"/>
              </a:ext>
            </a:extLst>
          </p:cNvPr>
          <p:cNvSpPr>
            <a:spLocks xmlns:a="http://schemas.openxmlformats.org/drawingml/2006/main" noGrp="1"/>
          </p:cNvSpPr>
          <p:nvPr/>
        </p:nvSpPr>
        <p:spPr>
          <a:xfrm xmlns:a="http://schemas.openxmlformats.org/drawingml/2006/main">
            <a:off x="4000500" y="4343400"/>
            <a:ext cx="41910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55" name="">
            <a:extLst xmlns:a="http://schemas.openxmlformats.org/drawingml/2006/main">
              <a:ext uri="{FF2B5EF4-FFF2-40B4-BE49-F238E27FC236}">
                <a16:creationId xmlns:a16="http://schemas.microsoft.com/office/drawing/2014/main" id="{8D061EB5-DE76-4C78-BA44-06E8D492AC7D}"/>
              </a:ext>
            </a:extLst>
          </p:cNvPr>
          <p:cNvSpPr>
            <a:spLocks xmlns:a="http://schemas.openxmlformats.org/drawingml/2006/main" noGrp="1"/>
          </p:cNvSpPr>
          <p:nvPr/>
        </p:nvSpPr>
        <p:spPr>
          <a:xfrm xmlns:a="http://schemas.openxmlformats.org/drawingml/2006/main">
            <a:off x="4377219" y="44672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6" name="">
            <a:extLst xmlns:a="http://schemas.openxmlformats.org/drawingml/2006/main">
              <a:ext uri="{FF2B5EF4-FFF2-40B4-BE49-F238E27FC236}">
                <a16:creationId xmlns:a16="http://schemas.microsoft.com/office/drawing/2014/main" id="{74DDF83B-D04E-4FD3-B16D-E849077C6E08}"/>
              </a:ext>
            </a:extLst>
          </p:cNvPr>
          <p:cNvSpPr>
            <a:spLocks xmlns:a="http://schemas.openxmlformats.org/drawingml/2006/main" noGrp="1"/>
          </p:cNvSpPr>
          <p:nvPr/>
        </p:nvSpPr>
        <p:spPr>
          <a:xfrm xmlns:a="http://schemas.openxmlformats.org/drawingml/2006/main">
            <a:off x="4034319" y="45053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10¹⁵</a:t>
            </a:r>
          </a:p>
        </p:txBody>
      </p:sp>
      <p:sp>
        <p:nvSpPr>
          <p:cNvPr id="157" name="">
            <a:extLst xmlns:a="http://schemas.openxmlformats.org/drawingml/2006/main">
              <a:ext uri="{FF2B5EF4-FFF2-40B4-BE49-F238E27FC236}">
                <a16:creationId xmlns:a16="http://schemas.microsoft.com/office/drawing/2014/main" id="{EA5AA719-7E51-4272-95EF-2743402AB692}"/>
              </a:ext>
            </a:extLst>
          </p:cNvPr>
          <p:cNvSpPr>
            <a:spLocks xmlns:a="http://schemas.openxmlformats.org/drawingml/2006/main" noGrp="1"/>
          </p:cNvSpPr>
          <p:nvPr/>
        </p:nvSpPr>
        <p:spPr>
          <a:xfrm xmlns:a="http://schemas.openxmlformats.org/drawingml/2006/main">
            <a:off x="5319017" y="44672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8" name="">
            <a:extLst xmlns:a="http://schemas.openxmlformats.org/drawingml/2006/main">
              <a:ext uri="{FF2B5EF4-FFF2-40B4-BE49-F238E27FC236}">
                <a16:creationId xmlns:a16="http://schemas.microsoft.com/office/drawing/2014/main" id="{78C4A3F9-8591-4560-B798-23C3B5292545}"/>
              </a:ext>
            </a:extLst>
          </p:cNvPr>
          <p:cNvSpPr>
            <a:spLocks xmlns:a="http://schemas.openxmlformats.org/drawingml/2006/main" noGrp="1"/>
          </p:cNvSpPr>
          <p:nvPr/>
        </p:nvSpPr>
        <p:spPr>
          <a:xfrm xmlns:a="http://schemas.openxmlformats.org/drawingml/2006/main">
            <a:off x="4976117" y="45053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10¹⁶</a:t>
            </a:r>
          </a:p>
        </p:txBody>
      </p:sp>
      <p:sp>
        <p:nvSpPr>
          <p:cNvPr id="159" name="">
            <a:extLst xmlns:a="http://schemas.openxmlformats.org/drawingml/2006/main">
              <a:ext uri="{FF2B5EF4-FFF2-40B4-BE49-F238E27FC236}">
                <a16:creationId xmlns:a16="http://schemas.microsoft.com/office/drawing/2014/main" id="{7C8041AF-3FC6-4A28-80AC-BBF810E774D3}"/>
              </a:ext>
            </a:extLst>
          </p:cNvPr>
          <p:cNvSpPr>
            <a:spLocks xmlns:a="http://schemas.openxmlformats.org/drawingml/2006/main" noGrp="1"/>
          </p:cNvSpPr>
          <p:nvPr/>
        </p:nvSpPr>
        <p:spPr>
          <a:xfrm xmlns:a="http://schemas.openxmlformats.org/drawingml/2006/main">
            <a:off x="6260815" y="44672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0" name="">
            <a:extLst xmlns:a="http://schemas.openxmlformats.org/drawingml/2006/main">
              <a:ext uri="{FF2B5EF4-FFF2-40B4-BE49-F238E27FC236}">
                <a16:creationId xmlns:a16="http://schemas.microsoft.com/office/drawing/2014/main" id="{99C55CC1-F094-42A5-8626-70B3B323D67C}"/>
              </a:ext>
            </a:extLst>
          </p:cNvPr>
          <p:cNvSpPr>
            <a:spLocks xmlns:a="http://schemas.openxmlformats.org/drawingml/2006/main" noGrp="1"/>
          </p:cNvSpPr>
          <p:nvPr/>
        </p:nvSpPr>
        <p:spPr>
          <a:xfrm xmlns:a="http://schemas.openxmlformats.org/drawingml/2006/main">
            <a:off x="5917915" y="45053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10¹⁷</a:t>
            </a:r>
          </a:p>
        </p:txBody>
      </p:sp>
      <p:sp>
        <p:nvSpPr>
          <p:cNvPr id="161" name="">
            <a:extLst xmlns:a="http://schemas.openxmlformats.org/drawingml/2006/main">
              <a:ext uri="{FF2B5EF4-FFF2-40B4-BE49-F238E27FC236}">
                <a16:creationId xmlns:a16="http://schemas.microsoft.com/office/drawing/2014/main" id="{EE042D2C-04EA-4CB9-9353-3E63B1E7EC96}"/>
              </a:ext>
            </a:extLst>
          </p:cNvPr>
          <p:cNvSpPr>
            <a:spLocks xmlns:a="http://schemas.openxmlformats.org/drawingml/2006/main" noGrp="1"/>
          </p:cNvSpPr>
          <p:nvPr/>
        </p:nvSpPr>
        <p:spPr>
          <a:xfrm xmlns:a="http://schemas.openxmlformats.org/drawingml/2006/main">
            <a:off x="7202612" y="44672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2" name="">
            <a:extLst xmlns:a="http://schemas.openxmlformats.org/drawingml/2006/main">
              <a:ext uri="{FF2B5EF4-FFF2-40B4-BE49-F238E27FC236}">
                <a16:creationId xmlns:a16="http://schemas.microsoft.com/office/drawing/2014/main" id="{0C94AB92-FA8E-4DD9-B33C-5D747E66EE19}"/>
              </a:ext>
            </a:extLst>
          </p:cNvPr>
          <p:cNvSpPr>
            <a:spLocks xmlns:a="http://schemas.openxmlformats.org/drawingml/2006/main" noGrp="1"/>
          </p:cNvSpPr>
          <p:nvPr/>
        </p:nvSpPr>
        <p:spPr>
          <a:xfrm xmlns:a="http://schemas.openxmlformats.org/drawingml/2006/main">
            <a:off x="6859712" y="45053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10¹⁸</a:t>
            </a:r>
          </a:p>
        </p:txBody>
      </p:sp>
      <p:sp>
        <p:nvSpPr>
          <p:cNvPr id="163" name="">
            <a:extLst xmlns:a="http://schemas.openxmlformats.org/drawingml/2006/main">
              <a:ext uri="{FF2B5EF4-FFF2-40B4-BE49-F238E27FC236}">
                <a16:creationId xmlns:a16="http://schemas.microsoft.com/office/drawing/2014/main" id="{0A7EA4BC-AB8C-41EB-879D-C53AA2D156E7}"/>
              </a:ext>
            </a:extLst>
          </p:cNvPr>
          <p:cNvSpPr>
            <a:spLocks xmlns:a="http://schemas.openxmlformats.org/drawingml/2006/main" noGrp="1"/>
          </p:cNvSpPr>
          <p:nvPr/>
        </p:nvSpPr>
        <p:spPr>
          <a:xfrm xmlns:a="http://schemas.openxmlformats.org/drawingml/2006/main">
            <a:off x="8144410" y="44672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4" name="">
            <a:extLst xmlns:a="http://schemas.openxmlformats.org/drawingml/2006/main">
              <a:ext uri="{FF2B5EF4-FFF2-40B4-BE49-F238E27FC236}">
                <a16:creationId xmlns:a16="http://schemas.microsoft.com/office/drawing/2014/main" id="{FA50E84D-CF95-4CBE-AB3E-9E58C48E8F0E}"/>
              </a:ext>
            </a:extLst>
          </p:cNvPr>
          <p:cNvSpPr>
            <a:spLocks xmlns:a="http://schemas.openxmlformats.org/drawingml/2006/main" noGrp="1"/>
          </p:cNvSpPr>
          <p:nvPr/>
        </p:nvSpPr>
        <p:spPr>
          <a:xfrm xmlns:a="http://schemas.openxmlformats.org/drawingml/2006/main">
            <a:off x="7801510" y="45053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10¹⁹</a:t>
            </a:r>
          </a:p>
        </p:txBody>
      </p:sp>
      <p:sp>
        <p:nvSpPr>
          <p:cNvPr id="165" name="">
            <a:extLst xmlns:a="http://schemas.openxmlformats.org/drawingml/2006/main">
              <a:ext uri="{FF2B5EF4-FFF2-40B4-BE49-F238E27FC236}">
                <a16:creationId xmlns:a16="http://schemas.microsoft.com/office/drawing/2014/main" id="{463B6692-BB2A-496E-8E60-AEE61AEB0DE0}"/>
              </a:ext>
            </a:extLst>
          </p:cNvPr>
          <p:cNvSpPr>
            <a:spLocks xmlns:a="http://schemas.openxmlformats.org/drawingml/2006/main" noGrp="1"/>
          </p:cNvSpPr>
          <p:nvPr/>
        </p:nvSpPr>
        <p:spPr>
          <a:xfrm xmlns:a="http://schemas.openxmlformats.org/drawingml/2006/main">
            <a:off x="4000500" y="4133850"/>
            <a:ext cx="419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log₁₀(nAr* / m⁻³)</a:t>
            </a:r>
          </a:p>
        </p:txBody>
      </p:sp>
      <p:sp>
        <p:nvSpPr>
          <p:cNvPr id="167" name="">
            <a:extLst xmlns:a="http://schemas.openxmlformats.org/drawingml/2006/main">
              <a:ext uri="{FF2B5EF4-FFF2-40B4-BE49-F238E27FC236}">
                <a16:creationId xmlns:a16="http://schemas.microsoft.com/office/drawing/2014/main" id="{3EDA1554-E766-4BB5-B7DD-C544F1E69BDF}"/>
              </a:ext>
            </a:extLst>
          </p:cNvPr>
          <p:cNvSpPr>
            <a:spLocks xmlns:a="http://schemas.openxmlformats.org/drawingml/2006/main" noGrp="1"/>
          </p:cNvSpPr>
          <p:nvPr/>
        </p:nvSpPr>
        <p:spPr>
          <a:xfrm xmlns:a="http://schemas.openxmlformats.org/drawingml/2006/main">
            <a:off x="666750" y="4791075"/>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S* = nₑ nAr kexc</a:t>
            </a:r>
          </a:p>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kexc = ∫[11.5 eV, ∞] σexc(ε)v(ε)p(ε)dε</a:t>
            </a:r>
          </a:p>
        </p:txBody>
      </p:sp>
      <p:sp>
        <p:nvSpPr>
          <p:cNvPr id="169" name="">
            <a:extLst xmlns:a="http://schemas.openxmlformats.org/drawingml/2006/main">
              <a:ext uri="{FF2B5EF4-FFF2-40B4-BE49-F238E27FC236}">
                <a16:creationId xmlns:a16="http://schemas.microsoft.com/office/drawing/2014/main" id="{32AE825B-5DC2-425C-A59C-0C47387C0583}"/>
              </a:ext>
            </a:extLst>
          </p:cNvPr>
          <p:cNvSpPr>
            <a:spLocks xmlns:a="http://schemas.openxmlformats.org/drawingml/2006/main" noGrp="1"/>
          </p:cNvSpPr>
          <p:nvPr/>
        </p:nvSpPr>
        <p:spPr>
          <a:xfrm xmlns:a="http://schemas.openxmlformats.org/drawingml/2006/main">
            <a:off x="6172200" y="4791075"/>
            <a:ext cx="519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035" b="0" i="0">
                <a:solidFill>
                  <a:srgbClr val="2F2F2F"/>
                </a:solidFill>
                <a:latin typeface="Noto Sans JP"/>
                <a:ea typeface="Noto Sans JP"/>
                <a:cs typeface="Noto Sans JP"/>
              </a:defRPr>
            </a:pPr>
            <a:r>
              <a:rPr sz="1035" b="0" i="0">
                <a:solidFill>
                  <a:srgbClr val="2F2F2F"/>
                </a:solidFill>
                <a:latin typeface="Noto Sans JP"/>
                <a:ea typeface="Noto Sans JP"/>
                <a:cs typeface="Noto Sans JP"/>
              </a:rPr>
              <a:t>nAr*は励起生成・拡散・</a:t>
            </a:r>
            <a:r>
              <a:rPr sz="1035" b="0" i="0">
                <a:solidFill>
                  <a:srgbClr val="2F2F2F"/>
                </a:solidFill>
                <a:latin typeface="Noto Sans JP"/>
                <a:ea typeface="Noto Sans JP"/>
                <a:cs typeface="Noto Sans JP"/>
              </a:rPr>
              <a:t>壁消光</a:t>
            </a:r>
            <a:r>
              <a:rPr sz="1035" b="0" i="0">
                <a:solidFill>
                  <a:srgbClr val="2F2F2F"/>
                </a:solidFill>
                <a:latin typeface="Noto Sans JP"/>
                <a:ea typeface="Noto Sans JP"/>
                <a:cs typeface="Noto Sans JP"/>
              </a:rPr>
              <a:t>・</a:t>
            </a:r>
            <a:r>
              <a:rPr sz="1035" b="0" i="0">
                <a:solidFill>
                  <a:srgbClr val="2F2F2F"/>
                </a:solidFill>
                <a:latin typeface="Noto Sans JP"/>
                <a:ea typeface="Noto Sans JP"/>
                <a:cs typeface="Noto Sans JP"/>
              </a:rPr>
              <a:t>段階電離</a:t>
            </a:r>
            <a:r>
              <a:rPr sz="1035" b="0" i="0">
                <a:solidFill>
                  <a:srgbClr val="2F2F2F"/>
                </a:solidFill>
                <a:latin typeface="Noto Sans JP"/>
                <a:ea typeface="Noto Sans JP"/>
                <a:cs typeface="Noto Sans JP"/>
              </a:rPr>
              <a:t>の履歴量。</a:t>
            </a:r>
            <a:r>
              <a:rPr sz="1035" b="0" i="0">
                <a:solidFill>
                  <a:srgbClr val="2F2F2F"/>
                </a:solidFill>
                <a:latin typeface="Noto Sans JP"/>
                <a:ea typeface="Noto Sans JP"/>
                <a:cs typeface="Noto Sans JP"/>
              </a:rPr>
              <a:t>標準COMSOLは</a:t>
            </a:r>
            <a:r>
              <a:rPr sz="1035" b="0" i="0">
                <a:solidFill>
                  <a:srgbClr val="2F2F2F"/>
                </a:solidFill>
                <a:latin typeface="Noto Sans JP"/>
                <a:ea typeface="Noto Sans JP"/>
                <a:cs typeface="Noto Sans JP"/>
              </a:rPr>
              <a:t>1 msで</a:t>
            </a:r>
            <a:r>
              <a:rPr sz="1035" b="0" i="0">
                <a:solidFill>
                  <a:srgbClr val="2F2F2F"/>
                </a:solidFill>
                <a:latin typeface="Noto Sans JP"/>
                <a:ea typeface="Noto Sans JP"/>
                <a:cs typeface="Noto Sans JP"/>
              </a:rPr>
              <a:t>準安定粒子の定常判定</a:t>
            </a:r>
            <a:r>
              <a:rPr sz="1035" b="0" i="0">
                <a:solidFill>
                  <a:srgbClr val="2F2F2F"/>
                </a:solidFill>
                <a:latin typeface="Noto Sans JP"/>
                <a:ea typeface="Noto Sans JP"/>
                <a:cs typeface="Noto Sans JP"/>
              </a:rPr>
              <a:t>のみ未通過。</a:t>
            </a:r>
          </a:p>
        </p:txBody>
      </p:sp>
      <p:sp>
        <p:nvSpPr>
          <p:cNvPr id="172" name="">
            <a:extLst xmlns:a="http://schemas.openxmlformats.org/drawingml/2006/main">
              <a:ext uri="{FF2B5EF4-FFF2-40B4-BE49-F238E27FC236}">
                <a16:creationId xmlns:a16="http://schemas.microsoft.com/office/drawing/2014/main" id="{60A4DC56-2E2B-4193-B7CE-975C096A222C}"/>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体積積分NAr*の</a:t>
            </a:r>
            <a:r>
              <a:rPr sz="1275" b="1" i="0">
                <a:solidFill>
                  <a:srgbClr val="6DBB20"/>
                </a:solidFill>
                <a:latin typeface="Noto Sans JP"/>
                <a:ea typeface="Noto Sans JP"/>
                <a:cs typeface="Noto Sans JP"/>
              </a:rPr>
              <a:t>標準COMSOL比</a:t>
            </a:r>
            <a:r>
              <a:rPr sz="1275" b="1" i="0">
                <a:solidFill>
                  <a:srgbClr val="6DBB20"/>
                </a:solidFill>
                <a:latin typeface="Noto Sans JP"/>
                <a:ea typeface="Noto Sans JP"/>
                <a:cs typeface="Noto Sans JP"/>
              </a:rPr>
              <a:t>（2T / MC / P1）= -45.0% / -45.5% / -45.5%。この差は定常値差と断定しない。</a:t>
            </a:r>
          </a:p>
        </p:txBody>
      </p:sp>
      <p:sp>
        <p:nvSpPr>
          <p:cNvPr id="173" name="">
            <a:extLst xmlns:a="http://schemas.openxmlformats.org/drawingml/2006/main">
              <a:ext uri="{FF2B5EF4-FFF2-40B4-BE49-F238E27FC236}">
                <a16:creationId xmlns:a16="http://schemas.microsoft.com/office/drawing/2014/main" id="{60AD10F9-ABB9-4D76-860F-21F1086F381B}"/>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outputs/argon_gec_icp/comparison_exports/{original,two_term,monte_carlo,propagator}/fields_common_time.csv</a:t>
            </a:r>
          </a:p>
        </p:txBody>
      </p:sp>
      <p:sp>
        <p:nvSpPr>
          <p:cNvPr id="179" name="title">
            <a:extLst xmlns:a="http://schemas.openxmlformats.org/drawingml/2006/main">
              <a:ext uri="{FF2B5EF4-FFF2-40B4-BE49-F238E27FC236}">
                <a16:creationId xmlns:a16="http://schemas.microsoft.com/office/drawing/2014/main" id="{B8018DDE-D769-4991-928C-AFEF61338FDB}"/>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Ar*準安定粒子：EEDF尾部と過渡履歴が差を増幅</a:t>
            </a:r>
          </a:p>
        </p:txBody>
      </p:sp>
      <p:sp>
        <p:nvSpPr>
          <p:cNvPr id="180" name="">
            <a:extLst xmlns:a="http://schemas.openxmlformats.org/drawingml/2006/main">
              <a:ext uri="{FF2B5EF4-FFF2-40B4-BE49-F238E27FC236}">
                <a16:creationId xmlns:a16="http://schemas.microsoft.com/office/drawing/2014/main" id="{7624971E-37DC-47EC-B04E-B1598E15A830}"/>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81" name="section">
            <a:extLst xmlns:a="http://schemas.openxmlformats.org/drawingml/2006/main">
              <a:ext uri="{FF2B5EF4-FFF2-40B4-BE49-F238E27FC236}">
                <a16:creationId xmlns:a16="http://schemas.microsoft.com/office/drawing/2014/main" id="{C8C07A46-10B1-4D02-8998-071735C54BCA}"/>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8964952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11B563C-5D32-4BF4-A20D-0DCAADD9D73D}"/>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標準COMSOL / two-term / Monte Carlo / propagatorを共通カラースケール</a:t>
            </a:r>
            <a:r>
              <a:rPr sz="1275" b="0" i="0">
                <a:solidFill>
                  <a:srgbClr val="008DB6"/>
                </a:solidFill>
                <a:latin typeface="Noto Sans JP"/>
                <a:ea typeface="Noto Sans JP"/>
                <a:cs typeface="Noto Sans JP"/>
              </a:rPr>
              <a:t>・t = 1 ms・4545共通節点で比較</a:t>
            </a:r>
          </a:p>
        </p:txBody>
      </p:sp>
      <p:sp>
        <p:nvSpPr>
          <p:cNvPr id="7" name="">
            <a:extLst xmlns:a="http://schemas.openxmlformats.org/drawingml/2006/main">
              <a:ext uri="{FF2B5EF4-FFF2-40B4-BE49-F238E27FC236}">
                <a16:creationId xmlns:a16="http://schemas.microsoft.com/office/drawing/2014/main" id="{271C9196-A6B6-480E-B1BF-7BBCCA09B65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C9B1CFE7-0891-4EF4-AE69-850120610C69}"/>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52</a:t>
            </a:r>
          </a:p>
        </p:txBody>
      </p:sp>
      <p:sp>
        <p:nvSpPr>
          <p:cNvPr id="9" name="">
            <a:extLst xmlns:a="http://schemas.openxmlformats.org/drawingml/2006/main">
              <a:ext uri="{FF2B5EF4-FFF2-40B4-BE49-F238E27FC236}">
                <a16:creationId xmlns:a16="http://schemas.microsoft.com/office/drawing/2014/main" id="{76BBF8D8-788A-4A28-9EFE-4E15A1DFDBF4}"/>
              </a:ext>
            </a:extLst>
          </p:cNvPr>
          <p:cNvSpPr>
            <a:spLocks xmlns:a="http://schemas.openxmlformats.org/drawingml/2006/main" noGrp="1"/>
          </p:cNvSpPr>
          <p:nvPr/>
        </p:nvSpPr>
        <p:spPr>
          <a:xfrm xmlns:a="http://schemas.openxmlformats.org/drawingml/2006/main">
            <a:off x="371475"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標準COMSOL</a:t>
            </a:r>
          </a:p>
        </p:txBody>
      </p:sp>
      <p:sp>
        <p:nvSpPr>
          <p:cNvPr id="10" name="">
            <a:extLst xmlns:a="http://schemas.openxmlformats.org/drawingml/2006/main">
              <a:ext uri="{FF2B5EF4-FFF2-40B4-BE49-F238E27FC236}">
                <a16:creationId xmlns:a16="http://schemas.microsoft.com/office/drawing/2014/main" id="{276FFE72-0679-4F5B-B34A-EBA1D95036E1}"/>
              </a:ext>
            </a:extLst>
          </p:cNvPr>
          <p:cNvSpPr>
            <a:spLocks xmlns:a="http://schemas.openxmlformats.org/drawingml/2006/main" noGrp="1"/>
          </p:cNvSpPr>
          <p:nvPr/>
        </p:nvSpPr>
        <p:spPr>
          <a:xfrm xmlns:a="http://schemas.openxmlformats.org/drawingml/2006/main">
            <a:off x="561975"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187" name=""/>
          <p:cNvPicPr>
            <a:picLocks xmlns:a="http://schemas.openxmlformats.org/drawingml/2006/main" noChangeAspect="1"/>
          </p:cNvPicPr>
          <p:nvPr/>
        </p:nvPicPr>
        <p:blipFill>
          <a:blip xmlns:r="http://schemas.openxmlformats.org/officeDocument/2006/relationships" xmlns:a="http://schemas.openxmlformats.org/drawingml/2006/main" r:embed="Re4198466c3434f68"/>
          <a:stretch xmlns:a="http://schemas.openxmlformats.org/drawingml/2006/main"/>
        </p:blipFill>
        <p:spPr>
          <a:xfrm xmlns:a="http://schemas.openxmlformats.org/drawingml/2006/main">
            <a:off x="561975" y="1571625"/>
            <a:ext cx="2419350" cy="181451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A119349-EE2F-4628-A0BB-6575D9165F3B}"/>
              </a:ext>
            </a:extLst>
          </p:cNvPr>
          <p:cNvSpPr>
            <a:spLocks xmlns:a="http://schemas.openxmlformats.org/drawingml/2006/main" noGrp="1"/>
          </p:cNvSpPr>
          <p:nvPr/>
        </p:nvSpPr>
        <p:spPr>
          <a:xfrm xmlns:a="http://schemas.openxmlformats.org/drawingml/2006/main">
            <a:off x="56197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3" name="">
            <a:extLst xmlns:a="http://schemas.openxmlformats.org/drawingml/2006/main">
              <a:ext uri="{FF2B5EF4-FFF2-40B4-BE49-F238E27FC236}">
                <a16:creationId xmlns:a16="http://schemas.microsoft.com/office/drawing/2014/main" id="{1B68D9F5-CCD2-4415-934C-171369A23E28}"/>
              </a:ext>
            </a:extLst>
          </p:cNvPr>
          <p:cNvSpPr>
            <a:spLocks xmlns:a="http://schemas.openxmlformats.org/drawingml/2006/main" noGrp="1"/>
          </p:cNvSpPr>
          <p:nvPr/>
        </p:nvSpPr>
        <p:spPr>
          <a:xfrm xmlns:a="http://schemas.openxmlformats.org/drawingml/2006/main">
            <a:off x="43815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C827B7A1-CC14-4047-A05C-AAD7DF6AF8AA}"/>
              </a:ext>
            </a:extLst>
          </p:cNvPr>
          <p:cNvSpPr>
            <a:spLocks xmlns:a="http://schemas.openxmlformats.org/drawingml/2006/main" noGrp="1"/>
          </p:cNvSpPr>
          <p:nvPr/>
        </p:nvSpPr>
        <p:spPr>
          <a:xfrm xmlns:a="http://schemas.openxmlformats.org/drawingml/2006/main">
            <a:off x="1426029"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5" name="">
            <a:extLst xmlns:a="http://schemas.openxmlformats.org/drawingml/2006/main">
              <a:ext uri="{FF2B5EF4-FFF2-40B4-BE49-F238E27FC236}">
                <a16:creationId xmlns:a16="http://schemas.microsoft.com/office/drawing/2014/main" id="{A0B78F12-43C5-48AC-990E-59E22CA011BE}"/>
              </a:ext>
            </a:extLst>
          </p:cNvPr>
          <p:cNvSpPr>
            <a:spLocks xmlns:a="http://schemas.openxmlformats.org/drawingml/2006/main" noGrp="1"/>
          </p:cNvSpPr>
          <p:nvPr/>
        </p:nvSpPr>
        <p:spPr>
          <a:xfrm xmlns:a="http://schemas.openxmlformats.org/drawingml/2006/main">
            <a:off x="1302204"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16" name="">
            <a:extLst xmlns:a="http://schemas.openxmlformats.org/drawingml/2006/main">
              <a:ext uri="{FF2B5EF4-FFF2-40B4-BE49-F238E27FC236}">
                <a16:creationId xmlns:a16="http://schemas.microsoft.com/office/drawing/2014/main" id="{AA7B8A8C-A508-440B-8B2E-4FB0DF48F189}"/>
              </a:ext>
            </a:extLst>
          </p:cNvPr>
          <p:cNvSpPr>
            <a:spLocks xmlns:a="http://schemas.openxmlformats.org/drawingml/2006/main" noGrp="1"/>
          </p:cNvSpPr>
          <p:nvPr/>
        </p:nvSpPr>
        <p:spPr>
          <a:xfrm xmlns:a="http://schemas.openxmlformats.org/drawingml/2006/main">
            <a:off x="2290082"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7" name="">
            <a:extLst xmlns:a="http://schemas.openxmlformats.org/drawingml/2006/main">
              <a:ext uri="{FF2B5EF4-FFF2-40B4-BE49-F238E27FC236}">
                <a16:creationId xmlns:a16="http://schemas.microsoft.com/office/drawing/2014/main" id="{5D02CACD-D70B-4EE2-AC56-6006F6D1BB14}"/>
              </a:ext>
            </a:extLst>
          </p:cNvPr>
          <p:cNvSpPr>
            <a:spLocks xmlns:a="http://schemas.openxmlformats.org/drawingml/2006/main" noGrp="1"/>
          </p:cNvSpPr>
          <p:nvPr/>
        </p:nvSpPr>
        <p:spPr>
          <a:xfrm xmlns:a="http://schemas.openxmlformats.org/drawingml/2006/main">
            <a:off x="2166257"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18" name="">
            <a:extLst xmlns:a="http://schemas.openxmlformats.org/drawingml/2006/main">
              <a:ext uri="{FF2B5EF4-FFF2-40B4-BE49-F238E27FC236}">
                <a16:creationId xmlns:a16="http://schemas.microsoft.com/office/drawing/2014/main" id="{ED3CE595-A178-43C5-82B6-E02BC5F70A60}"/>
              </a:ext>
            </a:extLst>
          </p:cNvPr>
          <p:cNvSpPr>
            <a:spLocks xmlns:a="http://schemas.openxmlformats.org/drawingml/2006/main" noGrp="1"/>
          </p:cNvSpPr>
          <p:nvPr/>
        </p:nvSpPr>
        <p:spPr>
          <a:xfrm xmlns:a="http://schemas.openxmlformats.org/drawingml/2006/main">
            <a:off x="298132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9" name="">
            <a:extLst xmlns:a="http://schemas.openxmlformats.org/drawingml/2006/main">
              <a:ext uri="{FF2B5EF4-FFF2-40B4-BE49-F238E27FC236}">
                <a16:creationId xmlns:a16="http://schemas.microsoft.com/office/drawing/2014/main" id="{9B1ACDB6-D95B-416F-A3FE-72E340D5F6E0}"/>
              </a:ext>
            </a:extLst>
          </p:cNvPr>
          <p:cNvSpPr>
            <a:spLocks xmlns:a="http://schemas.openxmlformats.org/drawingml/2006/main" noGrp="1"/>
          </p:cNvSpPr>
          <p:nvPr/>
        </p:nvSpPr>
        <p:spPr>
          <a:xfrm xmlns:a="http://schemas.openxmlformats.org/drawingml/2006/main">
            <a:off x="285750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20" name="">
            <a:extLst xmlns:a="http://schemas.openxmlformats.org/drawingml/2006/main">
              <a:ext uri="{FF2B5EF4-FFF2-40B4-BE49-F238E27FC236}">
                <a16:creationId xmlns:a16="http://schemas.microsoft.com/office/drawing/2014/main" id="{4DF7FF14-F834-42F5-AA1C-BD593D7813C4}"/>
              </a:ext>
            </a:extLst>
          </p:cNvPr>
          <p:cNvSpPr>
            <a:spLocks xmlns:a="http://schemas.openxmlformats.org/drawingml/2006/main" noGrp="1"/>
          </p:cNvSpPr>
          <p:nvPr/>
        </p:nvSpPr>
        <p:spPr>
          <a:xfrm xmlns:a="http://schemas.openxmlformats.org/drawingml/2006/main">
            <a:off x="514350"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1" name="">
            <a:extLst xmlns:a="http://schemas.openxmlformats.org/drawingml/2006/main">
              <a:ext uri="{FF2B5EF4-FFF2-40B4-BE49-F238E27FC236}">
                <a16:creationId xmlns:a16="http://schemas.microsoft.com/office/drawing/2014/main" id="{E3B1E6D5-F1F5-431F-A060-4C7E172D7036}"/>
              </a:ext>
            </a:extLst>
          </p:cNvPr>
          <p:cNvSpPr>
            <a:spLocks xmlns:a="http://schemas.openxmlformats.org/drawingml/2006/main" noGrp="1"/>
          </p:cNvSpPr>
          <p:nvPr/>
        </p:nvSpPr>
        <p:spPr>
          <a:xfrm xmlns:a="http://schemas.openxmlformats.org/drawingml/2006/main">
            <a:off x="200025"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22" name="">
            <a:extLst xmlns:a="http://schemas.openxmlformats.org/drawingml/2006/main">
              <a:ext uri="{FF2B5EF4-FFF2-40B4-BE49-F238E27FC236}">
                <a16:creationId xmlns:a16="http://schemas.microsoft.com/office/drawing/2014/main" id="{3CA5DA38-DBA9-43D0-A6A2-C6D6ED33EC0D}"/>
              </a:ext>
            </a:extLst>
          </p:cNvPr>
          <p:cNvSpPr>
            <a:spLocks xmlns:a="http://schemas.openxmlformats.org/drawingml/2006/main" noGrp="1"/>
          </p:cNvSpPr>
          <p:nvPr/>
        </p:nvSpPr>
        <p:spPr>
          <a:xfrm xmlns:a="http://schemas.openxmlformats.org/drawingml/2006/main">
            <a:off x="514350"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3" name="">
            <a:extLst xmlns:a="http://schemas.openxmlformats.org/drawingml/2006/main">
              <a:ext uri="{FF2B5EF4-FFF2-40B4-BE49-F238E27FC236}">
                <a16:creationId xmlns:a16="http://schemas.microsoft.com/office/drawing/2014/main" id="{036FFB55-6084-4F9C-B543-62BA619B9BB4}"/>
              </a:ext>
            </a:extLst>
          </p:cNvPr>
          <p:cNvSpPr>
            <a:spLocks xmlns:a="http://schemas.openxmlformats.org/drawingml/2006/main" noGrp="1"/>
          </p:cNvSpPr>
          <p:nvPr/>
        </p:nvSpPr>
        <p:spPr>
          <a:xfrm xmlns:a="http://schemas.openxmlformats.org/drawingml/2006/main">
            <a:off x="200025"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24" name="">
            <a:extLst xmlns:a="http://schemas.openxmlformats.org/drawingml/2006/main">
              <a:ext uri="{FF2B5EF4-FFF2-40B4-BE49-F238E27FC236}">
                <a16:creationId xmlns:a16="http://schemas.microsoft.com/office/drawing/2014/main" id="{D8EC17B4-0F80-4E17-8EA8-B4DEA1D2C4BB}"/>
              </a:ext>
            </a:extLst>
          </p:cNvPr>
          <p:cNvSpPr>
            <a:spLocks xmlns:a="http://schemas.openxmlformats.org/drawingml/2006/main" noGrp="1"/>
          </p:cNvSpPr>
          <p:nvPr/>
        </p:nvSpPr>
        <p:spPr>
          <a:xfrm xmlns:a="http://schemas.openxmlformats.org/drawingml/2006/main">
            <a:off x="514350"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5" name="">
            <a:extLst xmlns:a="http://schemas.openxmlformats.org/drawingml/2006/main">
              <a:ext uri="{FF2B5EF4-FFF2-40B4-BE49-F238E27FC236}">
                <a16:creationId xmlns:a16="http://schemas.microsoft.com/office/drawing/2014/main" id="{B02F2E8C-30EF-4D7E-955D-C02858476B69}"/>
              </a:ext>
            </a:extLst>
          </p:cNvPr>
          <p:cNvSpPr>
            <a:spLocks xmlns:a="http://schemas.openxmlformats.org/drawingml/2006/main" noGrp="1"/>
          </p:cNvSpPr>
          <p:nvPr/>
        </p:nvSpPr>
        <p:spPr>
          <a:xfrm xmlns:a="http://schemas.openxmlformats.org/drawingml/2006/main">
            <a:off x="200025"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26" name="">
            <a:extLst xmlns:a="http://schemas.openxmlformats.org/drawingml/2006/main">
              <a:ext uri="{FF2B5EF4-FFF2-40B4-BE49-F238E27FC236}">
                <a16:creationId xmlns:a16="http://schemas.microsoft.com/office/drawing/2014/main" id="{96F129EF-C84C-4175-A5F6-4AA8EE850849}"/>
              </a:ext>
            </a:extLst>
          </p:cNvPr>
          <p:cNvSpPr>
            <a:spLocks xmlns:a="http://schemas.openxmlformats.org/drawingml/2006/main" noGrp="1"/>
          </p:cNvSpPr>
          <p:nvPr/>
        </p:nvSpPr>
        <p:spPr>
          <a:xfrm xmlns:a="http://schemas.openxmlformats.org/drawingml/2006/main">
            <a:off x="514350"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7" name="">
            <a:extLst xmlns:a="http://schemas.openxmlformats.org/drawingml/2006/main">
              <a:ext uri="{FF2B5EF4-FFF2-40B4-BE49-F238E27FC236}">
                <a16:creationId xmlns:a16="http://schemas.microsoft.com/office/drawing/2014/main" id="{FCC044C0-82E2-41E2-B239-67CD11487CCE}"/>
              </a:ext>
            </a:extLst>
          </p:cNvPr>
          <p:cNvSpPr>
            <a:spLocks xmlns:a="http://schemas.openxmlformats.org/drawingml/2006/main" noGrp="1"/>
          </p:cNvSpPr>
          <p:nvPr/>
        </p:nvSpPr>
        <p:spPr>
          <a:xfrm xmlns:a="http://schemas.openxmlformats.org/drawingml/2006/main">
            <a:off x="200025"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28" name="">
            <a:extLst xmlns:a="http://schemas.openxmlformats.org/drawingml/2006/main">
              <a:ext uri="{FF2B5EF4-FFF2-40B4-BE49-F238E27FC236}">
                <a16:creationId xmlns:a16="http://schemas.microsoft.com/office/drawing/2014/main" id="{3003D5F7-D8F5-4A59-BF8D-077F6428DCBA}"/>
              </a:ext>
            </a:extLst>
          </p:cNvPr>
          <p:cNvSpPr>
            <a:spLocks xmlns:a="http://schemas.openxmlformats.org/drawingml/2006/main" noGrp="1"/>
          </p:cNvSpPr>
          <p:nvPr/>
        </p:nvSpPr>
        <p:spPr>
          <a:xfrm xmlns:a="http://schemas.openxmlformats.org/drawingml/2006/main">
            <a:off x="1438275"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29" name="">
            <a:extLst xmlns:a="http://schemas.openxmlformats.org/drawingml/2006/main">
              <a:ext uri="{FF2B5EF4-FFF2-40B4-BE49-F238E27FC236}">
                <a16:creationId xmlns:a16="http://schemas.microsoft.com/office/drawing/2014/main" id="{73A00ADF-FA81-48C3-93DE-67A9E168BF08}"/>
              </a:ext>
            </a:extLst>
          </p:cNvPr>
          <p:cNvSpPr>
            <a:spLocks xmlns:a="http://schemas.openxmlformats.org/drawingml/2006/main" noGrp="1"/>
          </p:cNvSpPr>
          <p:nvPr/>
        </p:nvSpPr>
        <p:spPr>
          <a:xfrm xmlns:a="http://schemas.openxmlformats.org/drawingml/2006/main">
            <a:off x="142875" y="2393156"/>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z [cm]</a:t>
            </a:r>
          </a:p>
        </p:txBody>
      </p:sp>
      <p:sp>
        <p:nvSpPr>
          <p:cNvPr id="30" name="">
            <a:extLst xmlns:a="http://schemas.openxmlformats.org/drawingml/2006/main">
              <a:ext uri="{FF2B5EF4-FFF2-40B4-BE49-F238E27FC236}">
                <a16:creationId xmlns:a16="http://schemas.microsoft.com/office/drawing/2014/main" id="{CB24F3E7-C661-49A2-8858-C2E507D6AF11}"/>
              </a:ext>
            </a:extLst>
          </p:cNvPr>
          <p:cNvSpPr>
            <a:spLocks xmlns:a="http://schemas.openxmlformats.org/drawingml/2006/main" noGrp="1"/>
          </p:cNvSpPr>
          <p:nvPr/>
        </p:nvSpPr>
        <p:spPr>
          <a:xfrm xmlns:a="http://schemas.openxmlformats.org/drawingml/2006/main">
            <a:off x="3333750"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two-term</a:t>
            </a:r>
          </a:p>
        </p:txBody>
      </p:sp>
      <p:sp>
        <p:nvSpPr>
          <p:cNvPr id="31" name="">
            <a:extLst xmlns:a="http://schemas.openxmlformats.org/drawingml/2006/main">
              <a:ext uri="{FF2B5EF4-FFF2-40B4-BE49-F238E27FC236}">
                <a16:creationId xmlns:a16="http://schemas.microsoft.com/office/drawing/2014/main" id="{DEE40BF0-B41D-40DC-98D5-765788B769B9}"/>
              </a:ext>
            </a:extLst>
          </p:cNvPr>
          <p:cNvSpPr>
            <a:spLocks xmlns:a="http://schemas.openxmlformats.org/drawingml/2006/main" noGrp="1"/>
          </p:cNvSpPr>
          <p:nvPr/>
        </p:nvSpPr>
        <p:spPr>
          <a:xfrm xmlns:a="http://schemas.openxmlformats.org/drawingml/2006/main">
            <a:off x="3524250"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08" name=""/>
          <p:cNvPicPr>
            <a:picLocks xmlns:a="http://schemas.openxmlformats.org/drawingml/2006/main" noChangeAspect="1"/>
          </p:cNvPicPr>
          <p:nvPr/>
        </p:nvPicPr>
        <p:blipFill>
          <a:blip xmlns:r="http://schemas.openxmlformats.org/officeDocument/2006/relationships" xmlns:a="http://schemas.openxmlformats.org/drawingml/2006/main" r:embed="R4ce6407a83804e2c"/>
          <a:stretch xmlns:a="http://schemas.openxmlformats.org/drawingml/2006/main"/>
        </p:blipFill>
        <p:spPr>
          <a:xfrm xmlns:a="http://schemas.openxmlformats.org/drawingml/2006/main">
            <a:off x="3524250" y="1571625"/>
            <a:ext cx="2419350" cy="1814513"/>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8AC01113-4A6A-4903-873B-A02F10AD8D68}"/>
              </a:ext>
            </a:extLst>
          </p:cNvPr>
          <p:cNvSpPr>
            <a:spLocks xmlns:a="http://schemas.openxmlformats.org/drawingml/2006/main" noGrp="1"/>
          </p:cNvSpPr>
          <p:nvPr/>
        </p:nvSpPr>
        <p:spPr>
          <a:xfrm xmlns:a="http://schemas.openxmlformats.org/drawingml/2006/main">
            <a:off x="352425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4" name="">
            <a:extLst xmlns:a="http://schemas.openxmlformats.org/drawingml/2006/main">
              <a:ext uri="{FF2B5EF4-FFF2-40B4-BE49-F238E27FC236}">
                <a16:creationId xmlns:a16="http://schemas.microsoft.com/office/drawing/2014/main" id="{33C9F9F9-2AFC-420D-825C-51CA84B67EB5}"/>
              </a:ext>
            </a:extLst>
          </p:cNvPr>
          <p:cNvSpPr>
            <a:spLocks xmlns:a="http://schemas.openxmlformats.org/drawingml/2006/main" noGrp="1"/>
          </p:cNvSpPr>
          <p:nvPr/>
        </p:nvSpPr>
        <p:spPr>
          <a:xfrm xmlns:a="http://schemas.openxmlformats.org/drawingml/2006/main">
            <a:off x="340042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35" name="">
            <a:extLst xmlns:a="http://schemas.openxmlformats.org/drawingml/2006/main">
              <a:ext uri="{FF2B5EF4-FFF2-40B4-BE49-F238E27FC236}">
                <a16:creationId xmlns:a16="http://schemas.microsoft.com/office/drawing/2014/main" id="{BA857AF4-03C0-419B-B948-E3D5DB359AB9}"/>
              </a:ext>
            </a:extLst>
          </p:cNvPr>
          <p:cNvSpPr>
            <a:spLocks xmlns:a="http://schemas.openxmlformats.org/drawingml/2006/main" noGrp="1"/>
          </p:cNvSpPr>
          <p:nvPr/>
        </p:nvSpPr>
        <p:spPr>
          <a:xfrm xmlns:a="http://schemas.openxmlformats.org/drawingml/2006/main">
            <a:off x="4388304"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6" name="">
            <a:extLst xmlns:a="http://schemas.openxmlformats.org/drawingml/2006/main">
              <a:ext uri="{FF2B5EF4-FFF2-40B4-BE49-F238E27FC236}">
                <a16:creationId xmlns:a16="http://schemas.microsoft.com/office/drawing/2014/main" id="{8C4FAAC3-13DB-455B-9C83-622B6D5DBA5E}"/>
              </a:ext>
            </a:extLst>
          </p:cNvPr>
          <p:cNvSpPr>
            <a:spLocks xmlns:a="http://schemas.openxmlformats.org/drawingml/2006/main" noGrp="1"/>
          </p:cNvSpPr>
          <p:nvPr/>
        </p:nvSpPr>
        <p:spPr>
          <a:xfrm xmlns:a="http://schemas.openxmlformats.org/drawingml/2006/main">
            <a:off x="4264479"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37" name="">
            <a:extLst xmlns:a="http://schemas.openxmlformats.org/drawingml/2006/main">
              <a:ext uri="{FF2B5EF4-FFF2-40B4-BE49-F238E27FC236}">
                <a16:creationId xmlns:a16="http://schemas.microsoft.com/office/drawing/2014/main" id="{4A8696DF-C1ED-40B5-8A9F-D1BCDA1A88D7}"/>
              </a:ext>
            </a:extLst>
          </p:cNvPr>
          <p:cNvSpPr>
            <a:spLocks xmlns:a="http://schemas.openxmlformats.org/drawingml/2006/main" noGrp="1"/>
          </p:cNvSpPr>
          <p:nvPr/>
        </p:nvSpPr>
        <p:spPr>
          <a:xfrm xmlns:a="http://schemas.openxmlformats.org/drawingml/2006/main">
            <a:off x="5252357"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8" name="">
            <a:extLst xmlns:a="http://schemas.openxmlformats.org/drawingml/2006/main">
              <a:ext uri="{FF2B5EF4-FFF2-40B4-BE49-F238E27FC236}">
                <a16:creationId xmlns:a16="http://schemas.microsoft.com/office/drawing/2014/main" id="{98FDD76D-A0D4-4CA2-AE7B-4F54FC5E5A81}"/>
              </a:ext>
            </a:extLst>
          </p:cNvPr>
          <p:cNvSpPr>
            <a:spLocks xmlns:a="http://schemas.openxmlformats.org/drawingml/2006/main" noGrp="1"/>
          </p:cNvSpPr>
          <p:nvPr/>
        </p:nvSpPr>
        <p:spPr>
          <a:xfrm xmlns:a="http://schemas.openxmlformats.org/drawingml/2006/main">
            <a:off x="5128532"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39" name="">
            <a:extLst xmlns:a="http://schemas.openxmlformats.org/drawingml/2006/main">
              <a:ext uri="{FF2B5EF4-FFF2-40B4-BE49-F238E27FC236}">
                <a16:creationId xmlns:a16="http://schemas.microsoft.com/office/drawing/2014/main" id="{4E8E85D2-14EB-411D-B671-FEE791BEE1EB}"/>
              </a:ext>
            </a:extLst>
          </p:cNvPr>
          <p:cNvSpPr>
            <a:spLocks xmlns:a="http://schemas.openxmlformats.org/drawingml/2006/main" noGrp="1"/>
          </p:cNvSpPr>
          <p:nvPr/>
        </p:nvSpPr>
        <p:spPr>
          <a:xfrm xmlns:a="http://schemas.openxmlformats.org/drawingml/2006/main">
            <a:off x="594360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0" name="">
            <a:extLst xmlns:a="http://schemas.openxmlformats.org/drawingml/2006/main">
              <a:ext uri="{FF2B5EF4-FFF2-40B4-BE49-F238E27FC236}">
                <a16:creationId xmlns:a16="http://schemas.microsoft.com/office/drawing/2014/main" id="{010A8193-9E0B-4253-99CC-52402E5029C4}"/>
              </a:ext>
            </a:extLst>
          </p:cNvPr>
          <p:cNvSpPr>
            <a:spLocks xmlns:a="http://schemas.openxmlformats.org/drawingml/2006/main" noGrp="1"/>
          </p:cNvSpPr>
          <p:nvPr/>
        </p:nvSpPr>
        <p:spPr>
          <a:xfrm xmlns:a="http://schemas.openxmlformats.org/drawingml/2006/main">
            <a:off x="581977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41" name="">
            <a:extLst xmlns:a="http://schemas.openxmlformats.org/drawingml/2006/main">
              <a:ext uri="{FF2B5EF4-FFF2-40B4-BE49-F238E27FC236}">
                <a16:creationId xmlns:a16="http://schemas.microsoft.com/office/drawing/2014/main" id="{86DC449E-E56E-4C8F-A8FB-1BB3DD4B52C0}"/>
              </a:ext>
            </a:extLst>
          </p:cNvPr>
          <p:cNvSpPr>
            <a:spLocks xmlns:a="http://schemas.openxmlformats.org/drawingml/2006/main" noGrp="1"/>
          </p:cNvSpPr>
          <p:nvPr/>
        </p:nvSpPr>
        <p:spPr>
          <a:xfrm xmlns:a="http://schemas.openxmlformats.org/drawingml/2006/main">
            <a:off x="3476625"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2" name="">
            <a:extLst xmlns:a="http://schemas.openxmlformats.org/drawingml/2006/main">
              <a:ext uri="{FF2B5EF4-FFF2-40B4-BE49-F238E27FC236}">
                <a16:creationId xmlns:a16="http://schemas.microsoft.com/office/drawing/2014/main" id="{70975258-5E2F-409D-8570-DBE293D18EAF}"/>
              </a:ext>
            </a:extLst>
          </p:cNvPr>
          <p:cNvSpPr>
            <a:spLocks xmlns:a="http://schemas.openxmlformats.org/drawingml/2006/main" noGrp="1"/>
          </p:cNvSpPr>
          <p:nvPr/>
        </p:nvSpPr>
        <p:spPr>
          <a:xfrm xmlns:a="http://schemas.openxmlformats.org/drawingml/2006/main">
            <a:off x="3162300"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43" name="">
            <a:extLst xmlns:a="http://schemas.openxmlformats.org/drawingml/2006/main">
              <a:ext uri="{FF2B5EF4-FFF2-40B4-BE49-F238E27FC236}">
                <a16:creationId xmlns:a16="http://schemas.microsoft.com/office/drawing/2014/main" id="{8C6EB241-8430-4334-95CA-06476B12A96C}"/>
              </a:ext>
            </a:extLst>
          </p:cNvPr>
          <p:cNvSpPr>
            <a:spLocks xmlns:a="http://schemas.openxmlformats.org/drawingml/2006/main" noGrp="1"/>
          </p:cNvSpPr>
          <p:nvPr/>
        </p:nvSpPr>
        <p:spPr>
          <a:xfrm xmlns:a="http://schemas.openxmlformats.org/drawingml/2006/main">
            <a:off x="3476625"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4" name="">
            <a:extLst xmlns:a="http://schemas.openxmlformats.org/drawingml/2006/main">
              <a:ext uri="{FF2B5EF4-FFF2-40B4-BE49-F238E27FC236}">
                <a16:creationId xmlns:a16="http://schemas.microsoft.com/office/drawing/2014/main" id="{923CB83A-F3F5-4F7D-9E0E-929329348F8E}"/>
              </a:ext>
            </a:extLst>
          </p:cNvPr>
          <p:cNvSpPr>
            <a:spLocks xmlns:a="http://schemas.openxmlformats.org/drawingml/2006/main" noGrp="1"/>
          </p:cNvSpPr>
          <p:nvPr/>
        </p:nvSpPr>
        <p:spPr>
          <a:xfrm xmlns:a="http://schemas.openxmlformats.org/drawingml/2006/main">
            <a:off x="3162300"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45" name="">
            <a:extLst xmlns:a="http://schemas.openxmlformats.org/drawingml/2006/main">
              <a:ext uri="{FF2B5EF4-FFF2-40B4-BE49-F238E27FC236}">
                <a16:creationId xmlns:a16="http://schemas.microsoft.com/office/drawing/2014/main" id="{FDBF62A7-44EE-4594-93FA-7D5365BEB1B4}"/>
              </a:ext>
            </a:extLst>
          </p:cNvPr>
          <p:cNvSpPr>
            <a:spLocks xmlns:a="http://schemas.openxmlformats.org/drawingml/2006/main" noGrp="1"/>
          </p:cNvSpPr>
          <p:nvPr/>
        </p:nvSpPr>
        <p:spPr>
          <a:xfrm xmlns:a="http://schemas.openxmlformats.org/drawingml/2006/main">
            <a:off x="3476625"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6" name="">
            <a:extLst xmlns:a="http://schemas.openxmlformats.org/drawingml/2006/main">
              <a:ext uri="{FF2B5EF4-FFF2-40B4-BE49-F238E27FC236}">
                <a16:creationId xmlns:a16="http://schemas.microsoft.com/office/drawing/2014/main" id="{5C90A8DB-03C5-4A05-86E6-4E8529DFB189}"/>
              </a:ext>
            </a:extLst>
          </p:cNvPr>
          <p:cNvSpPr>
            <a:spLocks xmlns:a="http://schemas.openxmlformats.org/drawingml/2006/main" noGrp="1"/>
          </p:cNvSpPr>
          <p:nvPr/>
        </p:nvSpPr>
        <p:spPr>
          <a:xfrm xmlns:a="http://schemas.openxmlformats.org/drawingml/2006/main">
            <a:off x="3162300"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47" name="">
            <a:extLst xmlns:a="http://schemas.openxmlformats.org/drawingml/2006/main">
              <a:ext uri="{FF2B5EF4-FFF2-40B4-BE49-F238E27FC236}">
                <a16:creationId xmlns:a16="http://schemas.microsoft.com/office/drawing/2014/main" id="{4BA97CE3-69A5-44A5-A1D5-600485FE82B8}"/>
              </a:ext>
            </a:extLst>
          </p:cNvPr>
          <p:cNvSpPr>
            <a:spLocks xmlns:a="http://schemas.openxmlformats.org/drawingml/2006/main" noGrp="1"/>
          </p:cNvSpPr>
          <p:nvPr/>
        </p:nvSpPr>
        <p:spPr>
          <a:xfrm xmlns:a="http://schemas.openxmlformats.org/drawingml/2006/main">
            <a:off x="3476625"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8" name="">
            <a:extLst xmlns:a="http://schemas.openxmlformats.org/drawingml/2006/main">
              <a:ext uri="{FF2B5EF4-FFF2-40B4-BE49-F238E27FC236}">
                <a16:creationId xmlns:a16="http://schemas.microsoft.com/office/drawing/2014/main" id="{FE1A8E72-7960-4BE9-8EDE-09B68F969054}"/>
              </a:ext>
            </a:extLst>
          </p:cNvPr>
          <p:cNvSpPr>
            <a:spLocks xmlns:a="http://schemas.openxmlformats.org/drawingml/2006/main" noGrp="1"/>
          </p:cNvSpPr>
          <p:nvPr/>
        </p:nvSpPr>
        <p:spPr>
          <a:xfrm xmlns:a="http://schemas.openxmlformats.org/drawingml/2006/main">
            <a:off x="3162300"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49" name="">
            <a:extLst xmlns:a="http://schemas.openxmlformats.org/drawingml/2006/main">
              <a:ext uri="{FF2B5EF4-FFF2-40B4-BE49-F238E27FC236}">
                <a16:creationId xmlns:a16="http://schemas.microsoft.com/office/drawing/2014/main" id="{10E2AFCE-D838-4240-A44E-F1F5B1FF74C8}"/>
              </a:ext>
            </a:extLst>
          </p:cNvPr>
          <p:cNvSpPr>
            <a:spLocks xmlns:a="http://schemas.openxmlformats.org/drawingml/2006/main" noGrp="1"/>
          </p:cNvSpPr>
          <p:nvPr/>
        </p:nvSpPr>
        <p:spPr>
          <a:xfrm xmlns:a="http://schemas.openxmlformats.org/drawingml/2006/main">
            <a:off x="4400550"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50" name="">
            <a:extLst xmlns:a="http://schemas.openxmlformats.org/drawingml/2006/main">
              <a:ext uri="{FF2B5EF4-FFF2-40B4-BE49-F238E27FC236}">
                <a16:creationId xmlns:a16="http://schemas.microsoft.com/office/drawing/2014/main" id="{A52D58A0-2058-42AB-9DC2-816C43DBE43D}"/>
              </a:ext>
            </a:extLst>
          </p:cNvPr>
          <p:cNvSpPr>
            <a:spLocks xmlns:a="http://schemas.openxmlformats.org/drawingml/2006/main" noGrp="1"/>
          </p:cNvSpPr>
          <p:nvPr/>
        </p:nvSpPr>
        <p:spPr>
          <a:xfrm xmlns:a="http://schemas.openxmlformats.org/drawingml/2006/main">
            <a:off x="6296025"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Monte Carlo</a:t>
            </a:r>
          </a:p>
        </p:txBody>
      </p:sp>
      <p:sp>
        <p:nvSpPr>
          <p:cNvPr id="51" name="">
            <a:extLst xmlns:a="http://schemas.openxmlformats.org/drawingml/2006/main">
              <a:ext uri="{FF2B5EF4-FFF2-40B4-BE49-F238E27FC236}">
                <a16:creationId xmlns:a16="http://schemas.microsoft.com/office/drawing/2014/main" id="{98F0582E-47D0-4AFD-A8BA-FB07DC290BD0}"/>
              </a:ext>
            </a:extLst>
          </p:cNvPr>
          <p:cNvSpPr>
            <a:spLocks xmlns:a="http://schemas.openxmlformats.org/drawingml/2006/main" noGrp="1"/>
          </p:cNvSpPr>
          <p:nvPr/>
        </p:nvSpPr>
        <p:spPr>
          <a:xfrm xmlns:a="http://schemas.openxmlformats.org/drawingml/2006/main">
            <a:off x="6486525"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28" name=""/>
          <p:cNvPicPr>
            <a:picLocks xmlns:a="http://schemas.openxmlformats.org/drawingml/2006/main" noChangeAspect="1"/>
          </p:cNvPicPr>
          <p:nvPr/>
        </p:nvPicPr>
        <p:blipFill>
          <a:blip xmlns:r="http://schemas.openxmlformats.org/officeDocument/2006/relationships" xmlns:a="http://schemas.openxmlformats.org/drawingml/2006/main" r:embed="Rfa5370c19e344a4b"/>
          <a:stretch xmlns:a="http://schemas.openxmlformats.org/drawingml/2006/main"/>
        </p:blipFill>
        <p:spPr>
          <a:xfrm xmlns:a="http://schemas.openxmlformats.org/drawingml/2006/main">
            <a:off x="6486525" y="1571625"/>
            <a:ext cx="2419350" cy="1814513"/>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9ED3E911-160C-471F-B82C-4C1A70056E48}"/>
              </a:ext>
            </a:extLst>
          </p:cNvPr>
          <p:cNvSpPr>
            <a:spLocks xmlns:a="http://schemas.openxmlformats.org/drawingml/2006/main" noGrp="1"/>
          </p:cNvSpPr>
          <p:nvPr/>
        </p:nvSpPr>
        <p:spPr>
          <a:xfrm xmlns:a="http://schemas.openxmlformats.org/drawingml/2006/main">
            <a:off x="648652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4" name="">
            <a:extLst xmlns:a="http://schemas.openxmlformats.org/drawingml/2006/main">
              <a:ext uri="{FF2B5EF4-FFF2-40B4-BE49-F238E27FC236}">
                <a16:creationId xmlns:a16="http://schemas.microsoft.com/office/drawing/2014/main" id="{92957045-0F23-4252-B976-D443A2FD8436}"/>
              </a:ext>
            </a:extLst>
          </p:cNvPr>
          <p:cNvSpPr>
            <a:spLocks xmlns:a="http://schemas.openxmlformats.org/drawingml/2006/main" noGrp="1"/>
          </p:cNvSpPr>
          <p:nvPr/>
        </p:nvSpPr>
        <p:spPr>
          <a:xfrm xmlns:a="http://schemas.openxmlformats.org/drawingml/2006/main">
            <a:off x="636270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55" name="">
            <a:extLst xmlns:a="http://schemas.openxmlformats.org/drawingml/2006/main">
              <a:ext uri="{FF2B5EF4-FFF2-40B4-BE49-F238E27FC236}">
                <a16:creationId xmlns:a16="http://schemas.microsoft.com/office/drawing/2014/main" id="{DD02874E-1C23-4914-B492-039E1BB742B9}"/>
              </a:ext>
            </a:extLst>
          </p:cNvPr>
          <p:cNvSpPr>
            <a:spLocks xmlns:a="http://schemas.openxmlformats.org/drawingml/2006/main" noGrp="1"/>
          </p:cNvSpPr>
          <p:nvPr/>
        </p:nvSpPr>
        <p:spPr>
          <a:xfrm xmlns:a="http://schemas.openxmlformats.org/drawingml/2006/main">
            <a:off x="7350579"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6" name="">
            <a:extLst xmlns:a="http://schemas.openxmlformats.org/drawingml/2006/main">
              <a:ext uri="{FF2B5EF4-FFF2-40B4-BE49-F238E27FC236}">
                <a16:creationId xmlns:a16="http://schemas.microsoft.com/office/drawing/2014/main" id="{53E0065C-C4C9-4865-B561-1F9BDF089958}"/>
              </a:ext>
            </a:extLst>
          </p:cNvPr>
          <p:cNvSpPr>
            <a:spLocks xmlns:a="http://schemas.openxmlformats.org/drawingml/2006/main" noGrp="1"/>
          </p:cNvSpPr>
          <p:nvPr/>
        </p:nvSpPr>
        <p:spPr>
          <a:xfrm xmlns:a="http://schemas.openxmlformats.org/drawingml/2006/main">
            <a:off x="7226754"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57" name="">
            <a:extLst xmlns:a="http://schemas.openxmlformats.org/drawingml/2006/main">
              <a:ext uri="{FF2B5EF4-FFF2-40B4-BE49-F238E27FC236}">
                <a16:creationId xmlns:a16="http://schemas.microsoft.com/office/drawing/2014/main" id="{2766EA76-1ED2-47EC-90AA-154927C0202C}"/>
              </a:ext>
            </a:extLst>
          </p:cNvPr>
          <p:cNvSpPr>
            <a:spLocks xmlns:a="http://schemas.openxmlformats.org/drawingml/2006/main" noGrp="1"/>
          </p:cNvSpPr>
          <p:nvPr/>
        </p:nvSpPr>
        <p:spPr>
          <a:xfrm xmlns:a="http://schemas.openxmlformats.org/drawingml/2006/main">
            <a:off x="8214632"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8" name="">
            <a:extLst xmlns:a="http://schemas.openxmlformats.org/drawingml/2006/main">
              <a:ext uri="{FF2B5EF4-FFF2-40B4-BE49-F238E27FC236}">
                <a16:creationId xmlns:a16="http://schemas.microsoft.com/office/drawing/2014/main" id="{D9497CA8-957A-42AF-B3E6-44C3FABB82B0}"/>
              </a:ext>
            </a:extLst>
          </p:cNvPr>
          <p:cNvSpPr>
            <a:spLocks xmlns:a="http://schemas.openxmlformats.org/drawingml/2006/main" noGrp="1"/>
          </p:cNvSpPr>
          <p:nvPr/>
        </p:nvSpPr>
        <p:spPr>
          <a:xfrm xmlns:a="http://schemas.openxmlformats.org/drawingml/2006/main">
            <a:off x="8090807"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59" name="">
            <a:extLst xmlns:a="http://schemas.openxmlformats.org/drawingml/2006/main">
              <a:ext uri="{FF2B5EF4-FFF2-40B4-BE49-F238E27FC236}">
                <a16:creationId xmlns:a16="http://schemas.microsoft.com/office/drawing/2014/main" id="{50AC081B-BEE2-4E81-8D3E-BA11D436E5BA}"/>
              </a:ext>
            </a:extLst>
          </p:cNvPr>
          <p:cNvSpPr>
            <a:spLocks xmlns:a="http://schemas.openxmlformats.org/drawingml/2006/main" noGrp="1"/>
          </p:cNvSpPr>
          <p:nvPr/>
        </p:nvSpPr>
        <p:spPr>
          <a:xfrm xmlns:a="http://schemas.openxmlformats.org/drawingml/2006/main">
            <a:off x="890587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0" name="">
            <a:extLst xmlns:a="http://schemas.openxmlformats.org/drawingml/2006/main">
              <a:ext uri="{FF2B5EF4-FFF2-40B4-BE49-F238E27FC236}">
                <a16:creationId xmlns:a16="http://schemas.microsoft.com/office/drawing/2014/main" id="{7BE74CDC-DC2B-4E8B-9D3C-E05673D59654}"/>
              </a:ext>
            </a:extLst>
          </p:cNvPr>
          <p:cNvSpPr>
            <a:spLocks xmlns:a="http://schemas.openxmlformats.org/drawingml/2006/main" noGrp="1"/>
          </p:cNvSpPr>
          <p:nvPr/>
        </p:nvSpPr>
        <p:spPr>
          <a:xfrm xmlns:a="http://schemas.openxmlformats.org/drawingml/2006/main">
            <a:off x="878205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61" name="">
            <a:extLst xmlns:a="http://schemas.openxmlformats.org/drawingml/2006/main">
              <a:ext uri="{FF2B5EF4-FFF2-40B4-BE49-F238E27FC236}">
                <a16:creationId xmlns:a16="http://schemas.microsoft.com/office/drawing/2014/main" id="{BF62EA2F-B3AC-4D0E-BAD9-EE2A103557B2}"/>
              </a:ext>
            </a:extLst>
          </p:cNvPr>
          <p:cNvSpPr>
            <a:spLocks xmlns:a="http://schemas.openxmlformats.org/drawingml/2006/main" noGrp="1"/>
          </p:cNvSpPr>
          <p:nvPr/>
        </p:nvSpPr>
        <p:spPr>
          <a:xfrm xmlns:a="http://schemas.openxmlformats.org/drawingml/2006/main">
            <a:off x="6438900"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2" name="">
            <a:extLst xmlns:a="http://schemas.openxmlformats.org/drawingml/2006/main">
              <a:ext uri="{FF2B5EF4-FFF2-40B4-BE49-F238E27FC236}">
                <a16:creationId xmlns:a16="http://schemas.microsoft.com/office/drawing/2014/main" id="{72B7A116-E6EF-4C59-8ED2-AEA591DAC4F1}"/>
              </a:ext>
            </a:extLst>
          </p:cNvPr>
          <p:cNvSpPr>
            <a:spLocks xmlns:a="http://schemas.openxmlformats.org/drawingml/2006/main" noGrp="1"/>
          </p:cNvSpPr>
          <p:nvPr/>
        </p:nvSpPr>
        <p:spPr>
          <a:xfrm xmlns:a="http://schemas.openxmlformats.org/drawingml/2006/main">
            <a:off x="6124575"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63" name="">
            <a:extLst xmlns:a="http://schemas.openxmlformats.org/drawingml/2006/main">
              <a:ext uri="{FF2B5EF4-FFF2-40B4-BE49-F238E27FC236}">
                <a16:creationId xmlns:a16="http://schemas.microsoft.com/office/drawing/2014/main" id="{FAC61C69-3E2F-4C6E-9A7B-9987E4D91743}"/>
              </a:ext>
            </a:extLst>
          </p:cNvPr>
          <p:cNvSpPr>
            <a:spLocks xmlns:a="http://schemas.openxmlformats.org/drawingml/2006/main" noGrp="1"/>
          </p:cNvSpPr>
          <p:nvPr/>
        </p:nvSpPr>
        <p:spPr>
          <a:xfrm xmlns:a="http://schemas.openxmlformats.org/drawingml/2006/main">
            <a:off x="6438900"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4" name="">
            <a:extLst xmlns:a="http://schemas.openxmlformats.org/drawingml/2006/main">
              <a:ext uri="{FF2B5EF4-FFF2-40B4-BE49-F238E27FC236}">
                <a16:creationId xmlns:a16="http://schemas.microsoft.com/office/drawing/2014/main" id="{76EF59A7-3EDC-41EF-86A1-C62DFF82B9C9}"/>
              </a:ext>
            </a:extLst>
          </p:cNvPr>
          <p:cNvSpPr>
            <a:spLocks xmlns:a="http://schemas.openxmlformats.org/drawingml/2006/main" noGrp="1"/>
          </p:cNvSpPr>
          <p:nvPr/>
        </p:nvSpPr>
        <p:spPr>
          <a:xfrm xmlns:a="http://schemas.openxmlformats.org/drawingml/2006/main">
            <a:off x="6124575"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65" name="">
            <a:extLst xmlns:a="http://schemas.openxmlformats.org/drawingml/2006/main">
              <a:ext uri="{FF2B5EF4-FFF2-40B4-BE49-F238E27FC236}">
                <a16:creationId xmlns:a16="http://schemas.microsoft.com/office/drawing/2014/main" id="{B29DFE7F-A8E0-4043-AC4F-101FCC9433D2}"/>
              </a:ext>
            </a:extLst>
          </p:cNvPr>
          <p:cNvSpPr>
            <a:spLocks xmlns:a="http://schemas.openxmlformats.org/drawingml/2006/main" noGrp="1"/>
          </p:cNvSpPr>
          <p:nvPr/>
        </p:nvSpPr>
        <p:spPr>
          <a:xfrm xmlns:a="http://schemas.openxmlformats.org/drawingml/2006/main">
            <a:off x="6438900"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6" name="">
            <a:extLst xmlns:a="http://schemas.openxmlformats.org/drawingml/2006/main">
              <a:ext uri="{FF2B5EF4-FFF2-40B4-BE49-F238E27FC236}">
                <a16:creationId xmlns:a16="http://schemas.microsoft.com/office/drawing/2014/main" id="{95FF2773-908A-4C35-A2D7-F17DCFF9331D}"/>
              </a:ext>
            </a:extLst>
          </p:cNvPr>
          <p:cNvSpPr>
            <a:spLocks xmlns:a="http://schemas.openxmlformats.org/drawingml/2006/main" noGrp="1"/>
          </p:cNvSpPr>
          <p:nvPr/>
        </p:nvSpPr>
        <p:spPr>
          <a:xfrm xmlns:a="http://schemas.openxmlformats.org/drawingml/2006/main">
            <a:off x="6124575"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67" name="">
            <a:extLst xmlns:a="http://schemas.openxmlformats.org/drawingml/2006/main">
              <a:ext uri="{FF2B5EF4-FFF2-40B4-BE49-F238E27FC236}">
                <a16:creationId xmlns:a16="http://schemas.microsoft.com/office/drawing/2014/main" id="{846E3A7E-B390-4963-859F-797904960E7A}"/>
              </a:ext>
            </a:extLst>
          </p:cNvPr>
          <p:cNvSpPr>
            <a:spLocks xmlns:a="http://schemas.openxmlformats.org/drawingml/2006/main" noGrp="1"/>
          </p:cNvSpPr>
          <p:nvPr/>
        </p:nvSpPr>
        <p:spPr>
          <a:xfrm xmlns:a="http://schemas.openxmlformats.org/drawingml/2006/main">
            <a:off x="6438900"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8" name="">
            <a:extLst xmlns:a="http://schemas.openxmlformats.org/drawingml/2006/main">
              <a:ext uri="{FF2B5EF4-FFF2-40B4-BE49-F238E27FC236}">
                <a16:creationId xmlns:a16="http://schemas.microsoft.com/office/drawing/2014/main" id="{29663668-BE37-4ED9-B601-CCDFEC8980F1}"/>
              </a:ext>
            </a:extLst>
          </p:cNvPr>
          <p:cNvSpPr>
            <a:spLocks xmlns:a="http://schemas.openxmlformats.org/drawingml/2006/main" noGrp="1"/>
          </p:cNvSpPr>
          <p:nvPr/>
        </p:nvSpPr>
        <p:spPr>
          <a:xfrm xmlns:a="http://schemas.openxmlformats.org/drawingml/2006/main">
            <a:off x="6124575"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69" name="">
            <a:extLst xmlns:a="http://schemas.openxmlformats.org/drawingml/2006/main">
              <a:ext uri="{FF2B5EF4-FFF2-40B4-BE49-F238E27FC236}">
                <a16:creationId xmlns:a16="http://schemas.microsoft.com/office/drawing/2014/main" id="{0013453B-E41D-4246-9056-298715186A1F}"/>
              </a:ext>
            </a:extLst>
          </p:cNvPr>
          <p:cNvSpPr>
            <a:spLocks xmlns:a="http://schemas.openxmlformats.org/drawingml/2006/main" noGrp="1"/>
          </p:cNvSpPr>
          <p:nvPr/>
        </p:nvSpPr>
        <p:spPr>
          <a:xfrm xmlns:a="http://schemas.openxmlformats.org/drawingml/2006/main">
            <a:off x="7362825"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70" name="">
            <a:extLst xmlns:a="http://schemas.openxmlformats.org/drawingml/2006/main">
              <a:ext uri="{FF2B5EF4-FFF2-40B4-BE49-F238E27FC236}">
                <a16:creationId xmlns:a16="http://schemas.microsoft.com/office/drawing/2014/main" id="{4F113198-FE2D-449B-8CA9-179894E8ABBD}"/>
              </a:ext>
            </a:extLst>
          </p:cNvPr>
          <p:cNvSpPr>
            <a:spLocks xmlns:a="http://schemas.openxmlformats.org/drawingml/2006/main" noGrp="1"/>
          </p:cNvSpPr>
          <p:nvPr/>
        </p:nvSpPr>
        <p:spPr>
          <a:xfrm xmlns:a="http://schemas.openxmlformats.org/drawingml/2006/main">
            <a:off x="9258300"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propagator P1</a:t>
            </a:r>
          </a:p>
        </p:txBody>
      </p:sp>
      <p:sp>
        <p:nvSpPr>
          <p:cNvPr id="71" name="">
            <a:extLst xmlns:a="http://schemas.openxmlformats.org/drawingml/2006/main">
              <a:ext uri="{FF2B5EF4-FFF2-40B4-BE49-F238E27FC236}">
                <a16:creationId xmlns:a16="http://schemas.microsoft.com/office/drawing/2014/main" id="{E1325C29-285D-4F37-9512-8B88E8730CED}"/>
              </a:ext>
            </a:extLst>
          </p:cNvPr>
          <p:cNvSpPr>
            <a:spLocks xmlns:a="http://schemas.openxmlformats.org/drawingml/2006/main" noGrp="1"/>
          </p:cNvSpPr>
          <p:nvPr/>
        </p:nvSpPr>
        <p:spPr>
          <a:xfrm xmlns:a="http://schemas.openxmlformats.org/drawingml/2006/main">
            <a:off x="9448800"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48" name=""/>
          <p:cNvPicPr>
            <a:picLocks xmlns:a="http://schemas.openxmlformats.org/drawingml/2006/main" noChangeAspect="1"/>
          </p:cNvPicPr>
          <p:nvPr/>
        </p:nvPicPr>
        <p:blipFill>
          <a:blip xmlns:r="http://schemas.openxmlformats.org/officeDocument/2006/relationships" xmlns:a="http://schemas.openxmlformats.org/drawingml/2006/main" r:embed="R2e360bd245d64fa8"/>
          <a:stretch xmlns:a="http://schemas.openxmlformats.org/drawingml/2006/main"/>
        </p:blipFill>
        <p:spPr>
          <a:xfrm xmlns:a="http://schemas.openxmlformats.org/drawingml/2006/main">
            <a:off x="9448800" y="1571625"/>
            <a:ext cx="2419350" cy="1814513"/>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656445AA-C883-4919-A278-B0E838151FD1}"/>
              </a:ext>
            </a:extLst>
          </p:cNvPr>
          <p:cNvSpPr>
            <a:spLocks xmlns:a="http://schemas.openxmlformats.org/drawingml/2006/main" noGrp="1"/>
          </p:cNvSpPr>
          <p:nvPr/>
        </p:nvSpPr>
        <p:spPr>
          <a:xfrm xmlns:a="http://schemas.openxmlformats.org/drawingml/2006/main">
            <a:off x="944880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4" name="">
            <a:extLst xmlns:a="http://schemas.openxmlformats.org/drawingml/2006/main">
              <a:ext uri="{FF2B5EF4-FFF2-40B4-BE49-F238E27FC236}">
                <a16:creationId xmlns:a16="http://schemas.microsoft.com/office/drawing/2014/main" id="{97E18053-815F-4134-A9EA-A93F5B561C7E}"/>
              </a:ext>
            </a:extLst>
          </p:cNvPr>
          <p:cNvSpPr>
            <a:spLocks xmlns:a="http://schemas.openxmlformats.org/drawingml/2006/main" noGrp="1"/>
          </p:cNvSpPr>
          <p:nvPr/>
        </p:nvSpPr>
        <p:spPr>
          <a:xfrm xmlns:a="http://schemas.openxmlformats.org/drawingml/2006/main">
            <a:off x="932497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75" name="">
            <a:extLst xmlns:a="http://schemas.openxmlformats.org/drawingml/2006/main">
              <a:ext uri="{FF2B5EF4-FFF2-40B4-BE49-F238E27FC236}">
                <a16:creationId xmlns:a16="http://schemas.microsoft.com/office/drawing/2014/main" id="{EF5F9BDA-EEB7-4276-B4FD-0D30BCF22BEC}"/>
              </a:ext>
            </a:extLst>
          </p:cNvPr>
          <p:cNvSpPr>
            <a:spLocks xmlns:a="http://schemas.openxmlformats.org/drawingml/2006/main" noGrp="1"/>
          </p:cNvSpPr>
          <p:nvPr/>
        </p:nvSpPr>
        <p:spPr>
          <a:xfrm xmlns:a="http://schemas.openxmlformats.org/drawingml/2006/main">
            <a:off x="10312854"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6" name="">
            <a:extLst xmlns:a="http://schemas.openxmlformats.org/drawingml/2006/main">
              <a:ext uri="{FF2B5EF4-FFF2-40B4-BE49-F238E27FC236}">
                <a16:creationId xmlns:a16="http://schemas.microsoft.com/office/drawing/2014/main" id="{49314D52-13B8-4CC1-959B-0C20C59E1E01}"/>
              </a:ext>
            </a:extLst>
          </p:cNvPr>
          <p:cNvSpPr>
            <a:spLocks xmlns:a="http://schemas.openxmlformats.org/drawingml/2006/main" noGrp="1"/>
          </p:cNvSpPr>
          <p:nvPr/>
        </p:nvSpPr>
        <p:spPr>
          <a:xfrm xmlns:a="http://schemas.openxmlformats.org/drawingml/2006/main">
            <a:off x="10189029"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77" name="">
            <a:extLst xmlns:a="http://schemas.openxmlformats.org/drawingml/2006/main">
              <a:ext uri="{FF2B5EF4-FFF2-40B4-BE49-F238E27FC236}">
                <a16:creationId xmlns:a16="http://schemas.microsoft.com/office/drawing/2014/main" id="{C5E2001A-F53F-4B68-A5FA-5B5156242279}"/>
              </a:ext>
            </a:extLst>
          </p:cNvPr>
          <p:cNvSpPr>
            <a:spLocks xmlns:a="http://schemas.openxmlformats.org/drawingml/2006/main" noGrp="1"/>
          </p:cNvSpPr>
          <p:nvPr/>
        </p:nvSpPr>
        <p:spPr>
          <a:xfrm xmlns:a="http://schemas.openxmlformats.org/drawingml/2006/main">
            <a:off x="11176907"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8" name="">
            <a:extLst xmlns:a="http://schemas.openxmlformats.org/drawingml/2006/main">
              <a:ext uri="{FF2B5EF4-FFF2-40B4-BE49-F238E27FC236}">
                <a16:creationId xmlns:a16="http://schemas.microsoft.com/office/drawing/2014/main" id="{0425F2D2-A0B0-44C4-B56A-A4BB30ECCF15}"/>
              </a:ext>
            </a:extLst>
          </p:cNvPr>
          <p:cNvSpPr>
            <a:spLocks xmlns:a="http://schemas.openxmlformats.org/drawingml/2006/main" noGrp="1"/>
          </p:cNvSpPr>
          <p:nvPr/>
        </p:nvSpPr>
        <p:spPr>
          <a:xfrm xmlns:a="http://schemas.openxmlformats.org/drawingml/2006/main">
            <a:off x="11053082"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79" name="">
            <a:extLst xmlns:a="http://schemas.openxmlformats.org/drawingml/2006/main">
              <a:ext uri="{FF2B5EF4-FFF2-40B4-BE49-F238E27FC236}">
                <a16:creationId xmlns:a16="http://schemas.microsoft.com/office/drawing/2014/main" id="{5F083C60-47F3-40DD-9E3B-5F92A5C58F3D}"/>
              </a:ext>
            </a:extLst>
          </p:cNvPr>
          <p:cNvSpPr>
            <a:spLocks xmlns:a="http://schemas.openxmlformats.org/drawingml/2006/main" noGrp="1"/>
          </p:cNvSpPr>
          <p:nvPr/>
        </p:nvSpPr>
        <p:spPr>
          <a:xfrm xmlns:a="http://schemas.openxmlformats.org/drawingml/2006/main">
            <a:off x="1186815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0" name="">
            <a:extLst xmlns:a="http://schemas.openxmlformats.org/drawingml/2006/main">
              <a:ext uri="{FF2B5EF4-FFF2-40B4-BE49-F238E27FC236}">
                <a16:creationId xmlns:a16="http://schemas.microsoft.com/office/drawing/2014/main" id="{88379DCF-58AC-4FB3-A4D5-903B7645CB0F}"/>
              </a:ext>
            </a:extLst>
          </p:cNvPr>
          <p:cNvSpPr>
            <a:spLocks xmlns:a="http://schemas.openxmlformats.org/drawingml/2006/main" noGrp="1"/>
          </p:cNvSpPr>
          <p:nvPr/>
        </p:nvSpPr>
        <p:spPr>
          <a:xfrm xmlns:a="http://schemas.openxmlformats.org/drawingml/2006/main">
            <a:off x="1174432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81" name="">
            <a:extLst xmlns:a="http://schemas.openxmlformats.org/drawingml/2006/main">
              <a:ext uri="{FF2B5EF4-FFF2-40B4-BE49-F238E27FC236}">
                <a16:creationId xmlns:a16="http://schemas.microsoft.com/office/drawing/2014/main" id="{E1B49C12-67B3-42CE-907B-CFADBD83AF0A}"/>
              </a:ext>
            </a:extLst>
          </p:cNvPr>
          <p:cNvSpPr>
            <a:spLocks xmlns:a="http://schemas.openxmlformats.org/drawingml/2006/main" noGrp="1"/>
          </p:cNvSpPr>
          <p:nvPr/>
        </p:nvSpPr>
        <p:spPr>
          <a:xfrm xmlns:a="http://schemas.openxmlformats.org/drawingml/2006/main">
            <a:off x="9401175"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2" name="">
            <a:extLst xmlns:a="http://schemas.openxmlformats.org/drawingml/2006/main">
              <a:ext uri="{FF2B5EF4-FFF2-40B4-BE49-F238E27FC236}">
                <a16:creationId xmlns:a16="http://schemas.microsoft.com/office/drawing/2014/main" id="{B8F398EB-AC2C-4316-98F1-59CDEEB64378}"/>
              </a:ext>
            </a:extLst>
          </p:cNvPr>
          <p:cNvSpPr>
            <a:spLocks xmlns:a="http://schemas.openxmlformats.org/drawingml/2006/main" noGrp="1"/>
          </p:cNvSpPr>
          <p:nvPr/>
        </p:nvSpPr>
        <p:spPr>
          <a:xfrm xmlns:a="http://schemas.openxmlformats.org/drawingml/2006/main">
            <a:off x="9086850"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83" name="">
            <a:extLst xmlns:a="http://schemas.openxmlformats.org/drawingml/2006/main">
              <a:ext uri="{FF2B5EF4-FFF2-40B4-BE49-F238E27FC236}">
                <a16:creationId xmlns:a16="http://schemas.microsoft.com/office/drawing/2014/main" id="{674B3B81-23B5-4C98-9373-9DB8D94BDFB5}"/>
              </a:ext>
            </a:extLst>
          </p:cNvPr>
          <p:cNvSpPr>
            <a:spLocks xmlns:a="http://schemas.openxmlformats.org/drawingml/2006/main" noGrp="1"/>
          </p:cNvSpPr>
          <p:nvPr/>
        </p:nvSpPr>
        <p:spPr>
          <a:xfrm xmlns:a="http://schemas.openxmlformats.org/drawingml/2006/main">
            <a:off x="9401175"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4" name="">
            <a:extLst xmlns:a="http://schemas.openxmlformats.org/drawingml/2006/main">
              <a:ext uri="{FF2B5EF4-FFF2-40B4-BE49-F238E27FC236}">
                <a16:creationId xmlns:a16="http://schemas.microsoft.com/office/drawing/2014/main" id="{C076D6D7-0C39-452E-A8BE-C4CF898C70C4}"/>
              </a:ext>
            </a:extLst>
          </p:cNvPr>
          <p:cNvSpPr>
            <a:spLocks xmlns:a="http://schemas.openxmlformats.org/drawingml/2006/main" noGrp="1"/>
          </p:cNvSpPr>
          <p:nvPr/>
        </p:nvSpPr>
        <p:spPr>
          <a:xfrm xmlns:a="http://schemas.openxmlformats.org/drawingml/2006/main">
            <a:off x="9086850"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85" name="">
            <a:extLst xmlns:a="http://schemas.openxmlformats.org/drawingml/2006/main">
              <a:ext uri="{FF2B5EF4-FFF2-40B4-BE49-F238E27FC236}">
                <a16:creationId xmlns:a16="http://schemas.microsoft.com/office/drawing/2014/main" id="{6B525B8B-AC1F-4E27-9BFD-657C865FB4F0}"/>
              </a:ext>
            </a:extLst>
          </p:cNvPr>
          <p:cNvSpPr>
            <a:spLocks xmlns:a="http://schemas.openxmlformats.org/drawingml/2006/main" noGrp="1"/>
          </p:cNvSpPr>
          <p:nvPr/>
        </p:nvSpPr>
        <p:spPr>
          <a:xfrm xmlns:a="http://schemas.openxmlformats.org/drawingml/2006/main">
            <a:off x="9401175"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6" name="">
            <a:extLst xmlns:a="http://schemas.openxmlformats.org/drawingml/2006/main">
              <a:ext uri="{FF2B5EF4-FFF2-40B4-BE49-F238E27FC236}">
                <a16:creationId xmlns:a16="http://schemas.microsoft.com/office/drawing/2014/main" id="{B4A1B4AF-AB87-4EC3-9A1F-214020792EF0}"/>
              </a:ext>
            </a:extLst>
          </p:cNvPr>
          <p:cNvSpPr>
            <a:spLocks xmlns:a="http://schemas.openxmlformats.org/drawingml/2006/main" noGrp="1"/>
          </p:cNvSpPr>
          <p:nvPr/>
        </p:nvSpPr>
        <p:spPr>
          <a:xfrm xmlns:a="http://schemas.openxmlformats.org/drawingml/2006/main">
            <a:off x="9086850"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87" name="">
            <a:extLst xmlns:a="http://schemas.openxmlformats.org/drawingml/2006/main">
              <a:ext uri="{FF2B5EF4-FFF2-40B4-BE49-F238E27FC236}">
                <a16:creationId xmlns:a16="http://schemas.microsoft.com/office/drawing/2014/main" id="{F42AF654-76BA-4356-97FA-012A071A46E8}"/>
              </a:ext>
            </a:extLst>
          </p:cNvPr>
          <p:cNvSpPr>
            <a:spLocks xmlns:a="http://schemas.openxmlformats.org/drawingml/2006/main" noGrp="1"/>
          </p:cNvSpPr>
          <p:nvPr/>
        </p:nvSpPr>
        <p:spPr>
          <a:xfrm xmlns:a="http://schemas.openxmlformats.org/drawingml/2006/main">
            <a:off x="9401175"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8" name="">
            <a:extLst xmlns:a="http://schemas.openxmlformats.org/drawingml/2006/main">
              <a:ext uri="{FF2B5EF4-FFF2-40B4-BE49-F238E27FC236}">
                <a16:creationId xmlns:a16="http://schemas.microsoft.com/office/drawing/2014/main" id="{43CC2B8C-273A-4752-9C13-6B87D11F4116}"/>
              </a:ext>
            </a:extLst>
          </p:cNvPr>
          <p:cNvSpPr>
            <a:spLocks xmlns:a="http://schemas.openxmlformats.org/drawingml/2006/main" noGrp="1"/>
          </p:cNvSpPr>
          <p:nvPr/>
        </p:nvSpPr>
        <p:spPr>
          <a:xfrm xmlns:a="http://schemas.openxmlformats.org/drawingml/2006/main">
            <a:off x="9086850"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89" name="">
            <a:extLst xmlns:a="http://schemas.openxmlformats.org/drawingml/2006/main">
              <a:ext uri="{FF2B5EF4-FFF2-40B4-BE49-F238E27FC236}">
                <a16:creationId xmlns:a16="http://schemas.microsoft.com/office/drawing/2014/main" id="{2C6387B7-0BC2-4413-B1EE-9208A36E6C98}"/>
              </a:ext>
            </a:extLst>
          </p:cNvPr>
          <p:cNvSpPr>
            <a:spLocks xmlns:a="http://schemas.openxmlformats.org/drawingml/2006/main" noGrp="1"/>
          </p:cNvSpPr>
          <p:nvPr/>
        </p:nvSpPr>
        <p:spPr>
          <a:xfrm xmlns:a="http://schemas.openxmlformats.org/drawingml/2006/main">
            <a:off x="10325100"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90" name="">
            <a:extLst xmlns:a="http://schemas.openxmlformats.org/drawingml/2006/main">
              <a:ext uri="{FF2B5EF4-FFF2-40B4-BE49-F238E27FC236}">
                <a16:creationId xmlns:a16="http://schemas.microsoft.com/office/drawing/2014/main" id="{B81FA101-3933-4E9E-B061-3721D2BE2FD1}"/>
              </a:ext>
            </a:extLst>
          </p:cNvPr>
          <p:cNvSpPr>
            <a:spLocks xmlns:a="http://schemas.openxmlformats.org/drawingml/2006/main" noGrp="1"/>
          </p:cNvSpPr>
          <p:nvPr/>
        </p:nvSpPr>
        <p:spPr>
          <a:xfrm xmlns:a="http://schemas.openxmlformats.org/drawingml/2006/main">
            <a:off x="4000500" y="4229100"/>
            <a:ext cx="69294" cy="123825"/>
          </a:xfrm>
          <a:prstGeom xmlns:a="http://schemas.openxmlformats.org/drawingml/2006/main" prst="rect">
            <a:avLst/>
          </a:prstGeom>
          <a:solidFill xmlns:a="http://schemas.openxmlformats.org/drawingml/2006/main">
            <a:srgbClr val="440457"/>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715DEA53-A78C-417A-9A9B-AA4FBD7E8BED}"/>
              </a:ext>
            </a:extLst>
          </p:cNvPr>
          <p:cNvSpPr>
            <a:spLocks xmlns:a="http://schemas.openxmlformats.org/drawingml/2006/main" noGrp="1"/>
          </p:cNvSpPr>
          <p:nvPr/>
        </p:nvSpPr>
        <p:spPr>
          <a:xfrm xmlns:a="http://schemas.openxmlformats.org/drawingml/2006/main">
            <a:off x="4065984" y="4229100"/>
            <a:ext cx="69294" cy="123825"/>
          </a:xfrm>
          <a:prstGeom xmlns:a="http://schemas.openxmlformats.org/drawingml/2006/main" prst="rect">
            <a:avLst/>
          </a:prstGeom>
          <a:solidFill xmlns:a="http://schemas.openxmlformats.org/drawingml/2006/main">
            <a:srgbClr val="45095C"/>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44076A38-E362-4C4D-BCAF-7DC92E3BE829}"/>
              </a:ext>
            </a:extLst>
          </p:cNvPr>
          <p:cNvSpPr>
            <a:spLocks xmlns:a="http://schemas.openxmlformats.org/drawingml/2006/main" noGrp="1"/>
          </p:cNvSpPr>
          <p:nvPr/>
        </p:nvSpPr>
        <p:spPr>
          <a:xfrm xmlns:a="http://schemas.openxmlformats.org/drawingml/2006/main">
            <a:off x="4131469" y="4229100"/>
            <a:ext cx="69294" cy="123825"/>
          </a:xfrm>
          <a:prstGeom xmlns:a="http://schemas.openxmlformats.org/drawingml/2006/main" prst="rect">
            <a:avLst/>
          </a:prstGeom>
          <a:solidFill xmlns:a="http://schemas.openxmlformats.org/drawingml/2006/main">
            <a:srgbClr val="450F61"/>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D2C05A1C-DDEF-418F-B5BA-18AB16DAAA7D}"/>
              </a:ext>
            </a:extLst>
          </p:cNvPr>
          <p:cNvSpPr>
            <a:spLocks xmlns:a="http://schemas.openxmlformats.org/drawingml/2006/main" noGrp="1"/>
          </p:cNvSpPr>
          <p:nvPr/>
        </p:nvSpPr>
        <p:spPr>
          <a:xfrm xmlns:a="http://schemas.openxmlformats.org/drawingml/2006/main">
            <a:off x="4196953" y="4229100"/>
            <a:ext cx="69294" cy="123825"/>
          </a:xfrm>
          <a:prstGeom xmlns:a="http://schemas.openxmlformats.org/drawingml/2006/main" prst="rect">
            <a:avLst/>
          </a:prstGeom>
          <a:solidFill xmlns:a="http://schemas.openxmlformats.org/drawingml/2006/main">
            <a:srgbClr val="461466"/>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65788136-F2D2-4F31-99D0-5660360F07E0}"/>
              </a:ext>
            </a:extLst>
          </p:cNvPr>
          <p:cNvSpPr>
            <a:spLocks xmlns:a="http://schemas.openxmlformats.org/drawingml/2006/main" noGrp="1"/>
          </p:cNvSpPr>
          <p:nvPr/>
        </p:nvSpPr>
        <p:spPr>
          <a:xfrm xmlns:a="http://schemas.openxmlformats.org/drawingml/2006/main">
            <a:off x="4262438" y="4229100"/>
            <a:ext cx="69294" cy="123825"/>
          </a:xfrm>
          <a:prstGeom xmlns:a="http://schemas.openxmlformats.org/drawingml/2006/main" prst="rect">
            <a:avLst/>
          </a:prstGeom>
          <a:solidFill xmlns:a="http://schemas.openxmlformats.org/drawingml/2006/main">
            <a:srgbClr val="471A6B"/>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FD558BE1-7902-4F4C-B7F5-6FBE4C56FAE8}"/>
              </a:ext>
            </a:extLst>
          </p:cNvPr>
          <p:cNvSpPr>
            <a:spLocks xmlns:a="http://schemas.openxmlformats.org/drawingml/2006/main" noGrp="1"/>
          </p:cNvSpPr>
          <p:nvPr/>
        </p:nvSpPr>
        <p:spPr>
          <a:xfrm xmlns:a="http://schemas.openxmlformats.org/drawingml/2006/main">
            <a:off x="4327922" y="4229100"/>
            <a:ext cx="69294" cy="123825"/>
          </a:xfrm>
          <a:prstGeom xmlns:a="http://schemas.openxmlformats.org/drawingml/2006/main" prst="rect">
            <a:avLst/>
          </a:prstGeom>
          <a:solidFill xmlns:a="http://schemas.openxmlformats.org/drawingml/2006/main">
            <a:srgbClr val="471F70"/>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419BEA81-5809-4A03-AA38-83011C3068FD}"/>
              </a:ext>
            </a:extLst>
          </p:cNvPr>
          <p:cNvSpPr>
            <a:spLocks xmlns:a="http://schemas.openxmlformats.org/drawingml/2006/main" noGrp="1"/>
          </p:cNvSpPr>
          <p:nvPr/>
        </p:nvSpPr>
        <p:spPr>
          <a:xfrm xmlns:a="http://schemas.openxmlformats.org/drawingml/2006/main">
            <a:off x="4393406" y="4229100"/>
            <a:ext cx="69294" cy="123825"/>
          </a:xfrm>
          <a:prstGeom xmlns:a="http://schemas.openxmlformats.org/drawingml/2006/main" prst="rect">
            <a:avLst/>
          </a:prstGeom>
          <a:solidFill xmlns:a="http://schemas.openxmlformats.org/drawingml/2006/main">
            <a:srgbClr val="482575"/>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A5603479-9678-4F20-9CD5-4A3972E1E7C3}"/>
              </a:ext>
            </a:extLst>
          </p:cNvPr>
          <p:cNvSpPr>
            <a:spLocks xmlns:a="http://schemas.openxmlformats.org/drawingml/2006/main" noGrp="1"/>
          </p:cNvSpPr>
          <p:nvPr/>
        </p:nvSpPr>
        <p:spPr>
          <a:xfrm xmlns:a="http://schemas.openxmlformats.org/drawingml/2006/main">
            <a:off x="4458891" y="4229100"/>
            <a:ext cx="69294" cy="123825"/>
          </a:xfrm>
          <a:prstGeom xmlns:a="http://schemas.openxmlformats.org/drawingml/2006/main" prst="rect">
            <a:avLst/>
          </a:prstGeom>
          <a:solidFill xmlns:a="http://schemas.openxmlformats.org/drawingml/2006/main">
            <a:srgbClr val="472A79"/>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5CB78A97-F0F5-4BCF-88E0-E8F4FA6AE6FD}"/>
              </a:ext>
            </a:extLst>
          </p:cNvPr>
          <p:cNvSpPr>
            <a:spLocks xmlns:a="http://schemas.openxmlformats.org/drawingml/2006/main" noGrp="1"/>
          </p:cNvSpPr>
          <p:nvPr/>
        </p:nvSpPr>
        <p:spPr>
          <a:xfrm xmlns:a="http://schemas.openxmlformats.org/drawingml/2006/main">
            <a:off x="4524375" y="4229100"/>
            <a:ext cx="69294" cy="123825"/>
          </a:xfrm>
          <a:prstGeom xmlns:a="http://schemas.openxmlformats.org/drawingml/2006/main" prst="rect">
            <a:avLst/>
          </a:prstGeom>
          <a:solidFill xmlns:a="http://schemas.openxmlformats.org/drawingml/2006/main">
            <a:srgbClr val="462E7B"/>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A01463EE-2503-40CB-9D92-61046A82F758}"/>
              </a:ext>
            </a:extLst>
          </p:cNvPr>
          <p:cNvSpPr>
            <a:spLocks xmlns:a="http://schemas.openxmlformats.org/drawingml/2006/main" noGrp="1"/>
          </p:cNvSpPr>
          <p:nvPr/>
        </p:nvSpPr>
        <p:spPr>
          <a:xfrm xmlns:a="http://schemas.openxmlformats.org/drawingml/2006/main">
            <a:off x="4589859" y="4229100"/>
            <a:ext cx="69294" cy="123825"/>
          </a:xfrm>
          <a:prstGeom xmlns:a="http://schemas.openxmlformats.org/drawingml/2006/main" prst="rect">
            <a:avLst/>
          </a:prstGeom>
          <a:solidFill xmlns:a="http://schemas.openxmlformats.org/drawingml/2006/main">
            <a:srgbClr val="45337E"/>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6A496F30-3E55-4231-BCF9-8085B8E5A78C}"/>
              </a:ext>
            </a:extLst>
          </p:cNvPr>
          <p:cNvSpPr>
            <a:spLocks xmlns:a="http://schemas.openxmlformats.org/drawingml/2006/main" noGrp="1"/>
          </p:cNvSpPr>
          <p:nvPr/>
        </p:nvSpPr>
        <p:spPr>
          <a:xfrm xmlns:a="http://schemas.openxmlformats.org/drawingml/2006/main">
            <a:off x="4655344" y="4229100"/>
            <a:ext cx="69294" cy="123825"/>
          </a:xfrm>
          <a:prstGeom xmlns:a="http://schemas.openxmlformats.org/drawingml/2006/main" prst="rect">
            <a:avLst/>
          </a:prstGeom>
          <a:solidFill xmlns:a="http://schemas.openxmlformats.org/drawingml/2006/main">
            <a:srgbClr val="433880"/>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75DE64FA-0B32-4465-AE8C-27F2445CE147}"/>
              </a:ext>
            </a:extLst>
          </p:cNvPr>
          <p:cNvSpPr>
            <a:spLocks xmlns:a="http://schemas.openxmlformats.org/drawingml/2006/main" noGrp="1"/>
          </p:cNvSpPr>
          <p:nvPr/>
        </p:nvSpPr>
        <p:spPr>
          <a:xfrm xmlns:a="http://schemas.openxmlformats.org/drawingml/2006/main">
            <a:off x="4720828" y="4229100"/>
            <a:ext cx="69294" cy="123825"/>
          </a:xfrm>
          <a:prstGeom xmlns:a="http://schemas.openxmlformats.org/drawingml/2006/main" prst="rect">
            <a:avLst/>
          </a:prstGeom>
          <a:solidFill xmlns:a="http://schemas.openxmlformats.org/drawingml/2006/main">
            <a:srgbClr val="423C82"/>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9A5C5C1C-2E21-4C1E-9F7C-F125137AA878}"/>
              </a:ext>
            </a:extLst>
          </p:cNvPr>
          <p:cNvSpPr>
            <a:spLocks xmlns:a="http://schemas.openxmlformats.org/drawingml/2006/main" noGrp="1"/>
          </p:cNvSpPr>
          <p:nvPr/>
        </p:nvSpPr>
        <p:spPr>
          <a:xfrm xmlns:a="http://schemas.openxmlformats.org/drawingml/2006/main">
            <a:off x="4786313" y="4229100"/>
            <a:ext cx="69294" cy="123825"/>
          </a:xfrm>
          <a:prstGeom xmlns:a="http://schemas.openxmlformats.org/drawingml/2006/main" prst="rect">
            <a:avLst/>
          </a:prstGeom>
          <a:solidFill xmlns:a="http://schemas.openxmlformats.org/drawingml/2006/main">
            <a:srgbClr val="404185"/>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7D69D119-65EF-4FB5-BE76-26D4326648A5}"/>
              </a:ext>
            </a:extLst>
          </p:cNvPr>
          <p:cNvSpPr>
            <a:spLocks xmlns:a="http://schemas.openxmlformats.org/drawingml/2006/main" noGrp="1"/>
          </p:cNvSpPr>
          <p:nvPr/>
        </p:nvSpPr>
        <p:spPr>
          <a:xfrm xmlns:a="http://schemas.openxmlformats.org/drawingml/2006/main">
            <a:off x="4851797" y="4229100"/>
            <a:ext cx="69294" cy="123825"/>
          </a:xfrm>
          <a:prstGeom xmlns:a="http://schemas.openxmlformats.org/drawingml/2006/main" prst="rect">
            <a:avLst/>
          </a:prstGeom>
          <a:solidFill xmlns:a="http://schemas.openxmlformats.org/drawingml/2006/main">
            <a:srgbClr val="3F4687"/>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8B89A423-CF2B-4E75-8012-C8221E463C8B}"/>
              </a:ext>
            </a:extLst>
          </p:cNvPr>
          <p:cNvSpPr>
            <a:spLocks xmlns:a="http://schemas.openxmlformats.org/drawingml/2006/main" noGrp="1"/>
          </p:cNvSpPr>
          <p:nvPr/>
        </p:nvSpPr>
        <p:spPr>
          <a:xfrm xmlns:a="http://schemas.openxmlformats.org/drawingml/2006/main">
            <a:off x="4917281" y="4229100"/>
            <a:ext cx="69294" cy="123825"/>
          </a:xfrm>
          <a:prstGeom xmlns:a="http://schemas.openxmlformats.org/drawingml/2006/main" prst="rect">
            <a:avLst/>
          </a:prstGeom>
          <a:solidFill xmlns:a="http://schemas.openxmlformats.org/drawingml/2006/main">
            <a:srgbClr val="3D4A89"/>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FFF91516-C576-4D25-AF3A-E87DB97B7197}"/>
              </a:ext>
            </a:extLst>
          </p:cNvPr>
          <p:cNvSpPr>
            <a:spLocks xmlns:a="http://schemas.openxmlformats.org/drawingml/2006/main" noGrp="1"/>
          </p:cNvSpPr>
          <p:nvPr/>
        </p:nvSpPr>
        <p:spPr>
          <a:xfrm xmlns:a="http://schemas.openxmlformats.org/drawingml/2006/main">
            <a:off x="4982766" y="4229100"/>
            <a:ext cx="69294" cy="123825"/>
          </a:xfrm>
          <a:prstGeom xmlns:a="http://schemas.openxmlformats.org/drawingml/2006/main" prst="rect">
            <a:avLst/>
          </a:prstGeom>
          <a:solidFill xmlns:a="http://schemas.openxmlformats.org/drawingml/2006/main">
            <a:srgbClr val="3C4F8A"/>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63B21132-847D-42EE-88D8-2C30FC059920}"/>
              </a:ext>
            </a:extLst>
          </p:cNvPr>
          <p:cNvSpPr>
            <a:spLocks xmlns:a="http://schemas.openxmlformats.org/drawingml/2006/main" noGrp="1"/>
          </p:cNvSpPr>
          <p:nvPr/>
        </p:nvSpPr>
        <p:spPr>
          <a:xfrm xmlns:a="http://schemas.openxmlformats.org/drawingml/2006/main">
            <a:off x="5048250" y="4229100"/>
            <a:ext cx="69294" cy="123825"/>
          </a:xfrm>
          <a:prstGeom xmlns:a="http://schemas.openxmlformats.org/drawingml/2006/main" prst="rect">
            <a:avLst/>
          </a:prstGeom>
          <a:solidFill xmlns:a="http://schemas.openxmlformats.org/drawingml/2006/main">
            <a:srgbClr val="3A538B"/>
          </a:solidFill>
          <a:ln xmlns:a="http://schemas.openxmlformats.org/drawingml/2006/main" w="0">
            <a:noFill/>
            <a:prstDash val="solid"/>
          </a:ln>
        </p:spPr>
      </p:sp>
      <p:sp>
        <p:nvSpPr>
          <p:cNvPr id="107" name="">
            <a:extLst xmlns:a="http://schemas.openxmlformats.org/drawingml/2006/main">
              <a:ext uri="{FF2B5EF4-FFF2-40B4-BE49-F238E27FC236}">
                <a16:creationId xmlns:a16="http://schemas.microsoft.com/office/drawing/2014/main" id="{998E26E8-904A-404F-9E9C-C3FBBAA809EA}"/>
              </a:ext>
            </a:extLst>
          </p:cNvPr>
          <p:cNvSpPr>
            <a:spLocks xmlns:a="http://schemas.openxmlformats.org/drawingml/2006/main" noGrp="1"/>
          </p:cNvSpPr>
          <p:nvPr/>
        </p:nvSpPr>
        <p:spPr>
          <a:xfrm xmlns:a="http://schemas.openxmlformats.org/drawingml/2006/main">
            <a:off x="5113734" y="4229100"/>
            <a:ext cx="69294" cy="123825"/>
          </a:xfrm>
          <a:prstGeom xmlns:a="http://schemas.openxmlformats.org/drawingml/2006/main" prst="rect">
            <a:avLst/>
          </a:prstGeom>
          <a:solidFill xmlns:a="http://schemas.openxmlformats.org/drawingml/2006/main">
            <a:srgbClr val="38578B"/>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A5529070-60F4-4194-92FA-B2A2C48D1A66}"/>
              </a:ext>
            </a:extLst>
          </p:cNvPr>
          <p:cNvSpPr>
            <a:spLocks xmlns:a="http://schemas.openxmlformats.org/drawingml/2006/main" noGrp="1"/>
          </p:cNvSpPr>
          <p:nvPr/>
        </p:nvSpPr>
        <p:spPr>
          <a:xfrm xmlns:a="http://schemas.openxmlformats.org/drawingml/2006/main">
            <a:off x="5179219" y="4229100"/>
            <a:ext cx="69294" cy="123825"/>
          </a:xfrm>
          <a:prstGeom xmlns:a="http://schemas.openxmlformats.org/drawingml/2006/main" prst="rect">
            <a:avLst/>
          </a:prstGeom>
          <a:solidFill xmlns:a="http://schemas.openxmlformats.org/drawingml/2006/main">
            <a:srgbClr val="365C8C"/>
          </a:solidFill>
          <a:ln xmlns:a="http://schemas.openxmlformats.org/drawingml/2006/main" w="0">
            <a:noFill/>
            <a:prstDash val="solid"/>
          </a:ln>
        </p:spPr>
      </p:sp>
      <p:sp>
        <p:nvSpPr>
          <p:cNvPr id="109" name="">
            <a:extLst xmlns:a="http://schemas.openxmlformats.org/drawingml/2006/main">
              <a:ext uri="{FF2B5EF4-FFF2-40B4-BE49-F238E27FC236}">
                <a16:creationId xmlns:a16="http://schemas.microsoft.com/office/drawing/2014/main" id="{EB77E4DF-5942-455C-8A9B-38627B18AF8A}"/>
              </a:ext>
            </a:extLst>
          </p:cNvPr>
          <p:cNvSpPr>
            <a:spLocks xmlns:a="http://schemas.openxmlformats.org/drawingml/2006/main" noGrp="1"/>
          </p:cNvSpPr>
          <p:nvPr/>
        </p:nvSpPr>
        <p:spPr>
          <a:xfrm xmlns:a="http://schemas.openxmlformats.org/drawingml/2006/main">
            <a:off x="5244703" y="4229100"/>
            <a:ext cx="69294" cy="123825"/>
          </a:xfrm>
          <a:prstGeom xmlns:a="http://schemas.openxmlformats.org/drawingml/2006/main" prst="rect">
            <a:avLst/>
          </a:prstGeom>
          <a:solidFill xmlns:a="http://schemas.openxmlformats.org/drawingml/2006/main">
            <a:srgbClr val="34608D"/>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614DBB5E-8CC5-4C84-8AB5-A4FD4DD99A95}"/>
              </a:ext>
            </a:extLst>
          </p:cNvPr>
          <p:cNvSpPr>
            <a:spLocks xmlns:a="http://schemas.openxmlformats.org/drawingml/2006/main" noGrp="1"/>
          </p:cNvSpPr>
          <p:nvPr/>
        </p:nvSpPr>
        <p:spPr>
          <a:xfrm xmlns:a="http://schemas.openxmlformats.org/drawingml/2006/main">
            <a:off x="5310188" y="4229100"/>
            <a:ext cx="69294" cy="123825"/>
          </a:xfrm>
          <a:prstGeom xmlns:a="http://schemas.openxmlformats.org/drawingml/2006/main" prst="rect">
            <a:avLst/>
          </a:prstGeom>
          <a:solidFill xmlns:a="http://schemas.openxmlformats.org/drawingml/2006/main">
            <a:srgbClr val="33648D"/>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1DCEB329-BEF7-47E5-86AB-2D66E1DE9973}"/>
              </a:ext>
            </a:extLst>
          </p:cNvPr>
          <p:cNvSpPr>
            <a:spLocks xmlns:a="http://schemas.openxmlformats.org/drawingml/2006/main" noGrp="1"/>
          </p:cNvSpPr>
          <p:nvPr/>
        </p:nvSpPr>
        <p:spPr>
          <a:xfrm xmlns:a="http://schemas.openxmlformats.org/drawingml/2006/main">
            <a:off x="5375672" y="4229100"/>
            <a:ext cx="69294" cy="123825"/>
          </a:xfrm>
          <a:prstGeom xmlns:a="http://schemas.openxmlformats.org/drawingml/2006/main" prst="rect">
            <a:avLst/>
          </a:prstGeom>
          <a:solidFill xmlns:a="http://schemas.openxmlformats.org/drawingml/2006/main">
            <a:srgbClr val="31698E"/>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44C00227-A077-45FE-91E6-F1062A7767BB}"/>
              </a:ext>
            </a:extLst>
          </p:cNvPr>
          <p:cNvSpPr>
            <a:spLocks xmlns:a="http://schemas.openxmlformats.org/drawingml/2006/main" noGrp="1"/>
          </p:cNvSpPr>
          <p:nvPr/>
        </p:nvSpPr>
        <p:spPr>
          <a:xfrm xmlns:a="http://schemas.openxmlformats.org/drawingml/2006/main">
            <a:off x="5441156" y="4229100"/>
            <a:ext cx="69294" cy="123825"/>
          </a:xfrm>
          <a:prstGeom xmlns:a="http://schemas.openxmlformats.org/drawingml/2006/main" prst="rect">
            <a:avLst/>
          </a:prstGeom>
          <a:solidFill xmlns:a="http://schemas.openxmlformats.org/drawingml/2006/main">
            <a:srgbClr val="2F6C8E"/>
          </a:solidFill>
          <a:ln xmlns:a="http://schemas.openxmlformats.org/drawingml/2006/main" w="0">
            <a:noFill/>
            <a:prstDash val="solid"/>
          </a:ln>
        </p:spPr>
      </p:sp>
      <p:sp>
        <p:nvSpPr>
          <p:cNvPr id="113" name="">
            <a:extLst xmlns:a="http://schemas.openxmlformats.org/drawingml/2006/main">
              <a:ext uri="{FF2B5EF4-FFF2-40B4-BE49-F238E27FC236}">
                <a16:creationId xmlns:a16="http://schemas.microsoft.com/office/drawing/2014/main" id="{313661E8-2C83-45CA-893B-46E2F8CE2916}"/>
              </a:ext>
            </a:extLst>
          </p:cNvPr>
          <p:cNvSpPr>
            <a:spLocks xmlns:a="http://schemas.openxmlformats.org/drawingml/2006/main" noGrp="1"/>
          </p:cNvSpPr>
          <p:nvPr/>
        </p:nvSpPr>
        <p:spPr>
          <a:xfrm xmlns:a="http://schemas.openxmlformats.org/drawingml/2006/main">
            <a:off x="5506641" y="4229100"/>
            <a:ext cx="69294" cy="123825"/>
          </a:xfrm>
          <a:prstGeom xmlns:a="http://schemas.openxmlformats.org/drawingml/2006/main" prst="rect">
            <a:avLst/>
          </a:prstGeom>
          <a:solidFill xmlns:a="http://schemas.openxmlformats.org/drawingml/2006/main">
            <a:srgbClr val="2E708E"/>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FBBF9DAA-2C7B-4CAA-B185-27ED76BE01DD}"/>
              </a:ext>
            </a:extLst>
          </p:cNvPr>
          <p:cNvSpPr>
            <a:spLocks xmlns:a="http://schemas.openxmlformats.org/drawingml/2006/main" noGrp="1"/>
          </p:cNvSpPr>
          <p:nvPr/>
        </p:nvSpPr>
        <p:spPr>
          <a:xfrm xmlns:a="http://schemas.openxmlformats.org/drawingml/2006/main">
            <a:off x="5572125" y="4229100"/>
            <a:ext cx="69294" cy="123825"/>
          </a:xfrm>
          <a:prstGeom xmlns:a="http://schemas.openxmlformats.org/drawingml/2006/main" prst="rect">
            <a:avLst/>
          </a:prstGeom>
          <a:solidFill xmlns:a="http://schemas.openxmlformats.org/drawingml/2006/main">
            <a:srgbClr val="2C748E"/>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63C29AC4-13E1-4904-A22C-7E5FB005C927}"/>
              </a:ext>
            </a:extLst>
          </p:cNvPr>
          <p:cNvSpPr>
            <a:spLocks xmlns:a="http://schemas.openxmlformats.org/drawingml/2006/main" noGrp="1"/>
          </p:cNvSpPr>
          <p:nvPr/>
        </p:nvSpPr>
        <p:spPr>
          <a:xfrm xmlns:a="http://schemas.openxmlformats.org/drawingml/2006/main">
            <a:off x="5637609" y="4229100"/>
            <a:ext cx="69294" cy="123825"/>
          </a:xfrm>
          <a:prstGeom xmlns:a="http://schemas.openxmlformats.org/drawingml/2006/main" prst="rect">
            <a:avLst/>
          </a:prstGeom>
          <a:solidFill xmlns:a="http://schemas.openxmlformats.org/drawingml/2006/main">
            <a:srgbClr val="2B778E"/>
          </a:solidFill>
          <a:ln xmlns:a="http://schemas.openxmlformats.org/drawingml/2006/main" w="0">
            <a:noFill/>
            <a:prstDash val="solid"/>
          </a:ln>
        </p:spPr>
      </p:sp>
      <p:sp>
        <p:nvSpPr>
          <p:cNvPr id="116" name="">
            <a:extLst xmlns:a="http://schemas.openxmlformats.org/drawingml/2006/main">
              <a:ext uri="{FF2B5EF4-FFF2-40B4-BE49-F238E27FC236}">
                <a16:creationId xmlns:a16="http://schemas.microsoft.com/office/drawing/2014/main" id="{6D5DE532-5369-4093-AB7E-520FDF5DC64B}"/>
              </a:ext>
            </a:extLst>
          </p:cNvPr>
          <p:cNvSpPr>
            <a:spLocks xmlns:a="http://schemas.openxmlformats.org/drawingml/2006/main" noGrp="1"/>
          </p:cNvSpPr>
          <p:nvPr/>
        </p:nvSpPr>
        <p:spPr>
          <a:xfrm xmlns:a="http://schemas.openxmlformats.org/drawingml/2006/main">
            <a:off x="5703094" y="4229100"/>
            <a:ext cx="69294" cy="123825"/>
          </a:xfrm>
          <a:prstGeom xmlns:a="http://schemas.openxmlformats.org/drawingml/2006/main" prst="rect">
            <a:avLst/>
          </a:prstGeom>
          <a:solidFill xmlns:a="http://schemas.openxmlformats.org/drawingml/2006/main">
            <a:srgbClr val="297B8E"/>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46B77F2F-DEB3-495D-855D-5E8CB2B4BA4F}"/>
              </a:ext>
            </a:extLst>
          </p:cNvPr>
          <p:cNvSpPr>
            <a:spLocks xmlns:a="http://schemas.openxmlformats.org/drawingml/2006/main" noGrp="1"/>
          </p:cNvSpPr>
          <p:nvPr/>
        </p:nvSpPr>
        <p:spPr>
          <a:xfrm xmlns:a="http://schemas.openxmlformats.org/drawingml/2006/main">
            <a:off x="5768578" y="4229100"/>
            <a:ext cx="69294" cy="123825"/>
          </a:xfrm>
          <a:prstGeom xmlns:a="http://schemas.openxmlformats.org/drawingml/2006/main" prst="rect">
            <a:avLst/>
          </a:prstGeom>
          <a:solidFill xmlns:a="http://schemas.openxmlformats.org/drawingml/2006/main">
            <a:srgbClr val="277F8E"/>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188737E1-C2D9-46E8-BD29-5B91392D8661}"/>
              </a:ext>
            </a:extLst>
          </p:cNvPr>
          <p:cNvSpPr>
            <a:spLocks xmlns:a="http://schemas.openxmlformats.org/drawingml/2006/main" noGrp="1"/>
          </p:cNvSpPr>
          <p:nvPr/>
        </p:nvSpPr>
        <p:spPr>
          <a:xfrm xmlns:a="http://schemas.openxmlformats.org/drawingml/2006/main">
            <a:off x="5834063" y="4229100"/>
            <a:ext cx="69294" cy="123825"/>
          </a:xfrm>
          <a:prstGeom xmlns:a="http://schemas.openxmlformats.org/drawingml/2006/main" prst="rect">
            <a:avLst/>
          </a:prstGeom>
          <a:solidFill xmlns:a="http://schemas.openxmlformats.org/drawingml/2006/main">
            <a:srgbClr val="26828E"/>
          </a:solidFill>
          <a:ln xmlns:a="http://schemas.openxmlformats.org/drawingml/2006/main" w="0">
            <a:noFill/>
            <a:prstDash val="solid"/>
          </a:ln>
        </p:spPr>
      </p:sp>
      <p:sp>
        <p:nvSpPr>
          <p:cNvPr id="119" name="">
            <a:extLst xmlns:a="http://schemas.openxmlformats.org/drawingml/2006/main">
              <a:ext uri="{FF2B5EF4-FFF2-40B4-BE49-F238E27FC236}">
                <a16:creationId xmlns:a16="http://schemas.microsoft.com/office/drawing/2014/main" id="{0480C1E9-9A33-4113-83D8-4858EE10D304}"/>
              </a:ext>
            </a:extLst>
          </p:cNvPr>
          <p:cNvSpPr>
            <a:spLocks xmlns:a="http://schemas.openxmlformats.org/drawingml/2006/main" noGrp="1"/>
          </p:cNvSpPr>
          <p:nvPr/>
        </p:nvSpPr>
        <p:spPr>
          <a:xfrm xmlns:a="http://schemas.openxmlformats.org/drawingml/2006/main">
            <a:off x="5899547" y="4229100"/>
            <a:ext cx="69294" cy="123825"/>
          </a:xfrm>
          <a:prstGeom xmlns:a="http://schemas.openxmlformats.org/drawingml/2006/main" prst="rect">
            <a:avLst/>
          </a:prstGeom>
          <a:solidFill xmlns:a="http://schemas.openxmlformats.org/drawingml/2006/main">
            <a:srgbClr val="25868D"/>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73380532-3516-42CA-8C12-EA83BF680763}"/>
              </a:ext>
            </a:extLst>
          </p:cNvPr>
          <p:cNvSpPr>
            <a:spLocks xmlns:a="http://schemas.openxmlformats.org/drawingml/2006/main" noGrp="1"/>
          </p:cNvSpPr>
          <p:nvPr/>
        </p:nvSpPr>
        <p:spPr>
          <a:xfrm xmlns:a="http://schemas.openxmlformats.org/drawingml/2006/main">
            <a:off x="5965031" y="4229100"/>
            <a:ext cx="69294" cy="123825"/>
          </a:xfrm>
          <a:prstGeom xmlns:a="http://schemas.openxmlformats.org/drawingml/2006/main" prst="rect">
            <a:avLst/>
          </a:prstGeom>
          <a:solidFill xmlns:a="http://schemas.openxmlformats.org/drawingml/2006/main">
            <a:srgbClr val="248A8D"/>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021BC88F-4B86-42FE-B146-32E337CF0076}"/>
              </a:ext>
            </a:extLst>
          </p:cNvPr>
          <p:cNvSpPr>
            <a:spLocks xmlns:a="http://schemas.openxmlformats.org/drawingml/2006/main" noGrp="1"/>
          </p:cNvSpPr>
          <p:nvPr/>
        </p:nvSpPr>
        <p:spPr>
          <a:xfrm xmlns:a="http://schemas.openxmlformats.org/drawingml/2006/main">
            <a:off x="6030516" y="4229100"/>
            <a:ext cx="69294" cy="123825"/>
          </a:xfrm>
          <a:prstGeom xmlns:a="http://schemas.openxmlformats.org/drawingml/2006/main" prst="rect">
            <a:avLst/>
          </a:prstGeom>
          <a:solidFill xmlns:a="http://schemas.openxmlformats.org/drawingml/2006/main">
            <a:srgbClr val="238E8C"/>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FA927AB6-9333-45B7-BE2D-F10276D1EF2B}"/>
              </a:ext>
            </a:extLst>
          </p:cNvPr>
          <p:cNvSpPr>
            <a:spLocks xmlns:a="http://schemas.openxmlformats.org/drawingml/2006/main" noGrp="1"/>
          </p:cNvSpPr>
          <p:nvPr/>
        </p:nvSpPr>
        <p:spPr>
          <a:xfrm xmlns:a="http://schemas.openxmlformats.org/drawingml/2006/main">
            <a:off x="6096000" y="4229100"/>
            <a:ext cx="69294" cy="123825"/>
          </a:xfrm>
          <a:prstGeom xmlns:a="http://schemas.openxmlformats.org/drawingml/2006/main" prst="rect">
            <a:avLst/>
          </a:prstGeom>
          <a:solidFill xmlns:a="http://schemas.openxmlformats.org/drawingml/2006/main">
            <a:srgbClr val="22928B"/>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193D7AC5-A353-4662-9688-CA6BD11BB47E}"/>
              </a:ext>
            </a:extLst>
          </p:cNvPr>
          <p:cNvSpPr>
            <a:spLocks xmlns:a="http://schemas.openxmlformats.org/drawingml/2006/main" noGrp="1"/>
          </p:cNvSpPr>
          <p:nvPr/>
        </p:nvSpPr>
        <p:spPr>
          <a:xfrm xmlns:a="http://schemas.openxmlformats.org/drawingml/2006/main">
            <a:off x="6161484" y="4229100"/>
            <a:ext cx="69294" cy="123825"/>
          </a:xfrm>
          <a:prstGeom xmlns:a="http://schemas.openxmlformats.org/drawingml/2006/main" prst="rect">
            <a:avLst/>
          </a:prstGeom>
          <a:solidFill xmlns:a="http://schemas.openxmlformats.org/drawingml/2006/main">
            <a:srgbClr val="21968A"/>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AB9FDD48-7CD3-4696-8D90-E098E9C43633}"/>
              </a:ext>
            </a:extLst>
          </p:cNvPr>
          <p:cNvSpPr>
            <a:spLocks xmlns:a="http://schemas.openxmlformats.org/drawingml/2006/main" noGrp="1"/>
          </p:cNvSpPr>
          <p:nvPr/>
        </p:nvSpPr>
        <p:spPr>
          <a:xfrm xmlns:a="http://schemas.openxmlformats.org/drawingml/2006/main">
            <a:off x="6226969" y="4229100"/>
            <a:ext cx="69294" cy="123825"/>
          </a:xfrm>
          <a:prstGeom xmlns:a="http://schemas.openxmlformats.org/drawingml/2006/main" prst="rect">
            <a:avLst/>
          </a:prstGeom>
          <a:solidFill xmlns:a="http://schemas.openxmlformats.org/drawingml/2006/main">
            <a:srgbClr val="209A8A"/>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DD168EBA-CA44-4E77-BFE6-73F2B6E8F15C}"/>
              </a:ext>
            </a:extLst>
          </p:cNvPr>
          <p:cNvSpPr>
            <a:spLocks xmlns:a="http://schemas.openxmlformats.org/drawingml/2006/main" noGrp="1"/>
          </p:cNvSpPr>
          <p:nvPr/>
        </p:nvSpPr>
        <p:spPr>
          <a:xfrm xmlns:a="http://schemas.openxmlformats.org/drawingml/2006/main">
            <a:off x="6292453" y="4229100"/>
            <a:ext cx="69294" cy="123825"/>
          </a:xfrm>
          <a:prstGeom xmlns:a="http://schemas.openxmlformats.org/drawingml/2006/main" prst="rect">
            <a:avLst/>
          </a:prstGeom>
          <a:solidFill xmlns:a="http://schemas.openxmlformats.org/drawingml/2006/main">
            <a:srgbClr val="1F9E89"/>
          </a:solidFill>
          <a:ln xmlns:a="http://schemas.openxmlformats.org/drawingml/2006/main" w="0">
            <a:noFill/>
            <a:prstDash val="solid"/>
          </a:ln>
        </p:spPr>
      </p:sp>
      <p:sp>
        <p:nvSpPr>
          <p:cNvPr id="126" name="">
            <a:extLst xmlns:a="http://schemas.openxmlformats.org/drawingml/2006/main">
              <a:ext uri="{FF2B5EF4-FFF2-40B4-BE49-F238E27FC236}">
                <a16:creationId xmlns:a16="http://schemas.microsoft.com/office/drawing/2014/main" id="{2D245E4B-D82B-4FFB-BCC7-E588D072870C}"/>
              </a:ext>
            </a:extLst>
          </p:cNvPr>
          <p:cNvSpPr>
            <a:spLocks xmlns:a="http://schemas.openxmlformats.org/drawingml/2006/main" noGrp="1"/>
          </p:cNvSpPr>
          <p:nvPr/>
        </p:nvSpPr>
        <p:spPr>
          <a:xfrm xmlns:a="http://schemas.openxmlformats.org/drawingml/2006/main">
            <a:off x="6357938" y="4229100"/>
            <a:ext cx="69294" cy="123825"/>
          </a:xfrm>
          <a:prstGeom xmlns:a="http://schemas.openxmlformats.org/drawingml/2006/main" prst="rect">
            <a:avLst/>
          </a:prstGeom>
          <a:solidFill xmlns:a="http://schemas.openxmlformats.org/drawingml/2006/main">
            <a:srgbClr val="22A187"/>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B7A2F2BD-B918-4156-8BB6-CE243D6FFCC3}"/>
              </a:ext>
            </a:extLst>
          </p:cNvPr>
          <p:cNvSpPr>
            <a:spLocks xmlns:a="http://schemas.openxmlformats.org/drawingml/2006/main" noGrp="1"/>
          </p:cNvSpPr>
          <p:nvPr/>
        </p:nvSpPr>
        <p:spPr>
          <a:xfrm xmlns:a="http://schemas.openxmlformats.org/drawingml/2006/main">
            <a:off x="6423422" y="4229100"/>
            <a:ext cx="69294" cy="123825"/>
          </a:xfrm>
          <a:prstGeom xmlns:a="http://schemas.openxmlformats.org/drawingml/2006/main" prst="rect">
            <a:avLst/>
          </a:prstGeom>
          <a:solidFill xmlns:a="http://schemas.openxmlformats.org/drawingml/2006/main">
            <a:srgbClr val="25A585"/>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FF8C2CBF-1F8D-4303-A12A-6B757290A794}"/>
              </a:ext>
            </a:extLst>
          </p:cNvPr>
          <p:cNvSpPr>
            <a:spLocks xmlns:a="http://schemas.openxmlformats.org/drawingml/2006/main" noGrp="1"/>
          </p:cNvSpPr>
          <p:nvPr/>
        </p:nvSpPr>
        <p:spPr>
          <a:xfrm xmlns:a="http://schemas.openxmlformats.org/drawingml/2006/main">
            <a:off x="6488906" y="4229100"/>
            <a:ext cx="69294" cy="123825"/>
          </a:xfrm>
          <a:prstGeom xmlns:a="http://schemas.openxmlformats.org/drawingml/2006/main" prst="rect">
            <a:avLst/>
          </a:prstGeom>
          <a:solidFill xmlns:a="http://schemas.openxmlformats.org/drawingml/2006/main">
            <a:srgbClr val="28A882"/>
          </a:solidFill>
          <a:ln xmlns:a="http://schemas.openxmlformats.org/drawingml/2006/main" w="0">
            <a:noFill/>
            <a:prstDash val="solid"/>
          </a:ln>
        </p:spPr>
      </p:sp>
      <p:sp>
        <p:nvSpPr>
          <p:cNvPr id="129" name="">
            <a:extLst xmlns:a="http://schemas.openxmlformats.org/drawingml/2006/main">
              <a:ext uri="{FF2B5EF4-FFF2-40B4-BE49-F238E27FC236}">
                <a16:creationId xmlns:a16="http://schemas.microsoft.com/office/drawing/2014/main" id="{1945B860-6EC5-43E1-B6EA-77961A133839}"/>
              </a:ext>
            </a:extLst>
          </p:cNvPr>
          <p:cNvSpPr>
            <a:spLocks xmlns:a="http://schemas.openxmlformats.org/drawingml/2006/main" noGrp="1"/>
          </p:cNvSpPr>
          <p:nvPr/>
        </p:nvSpPr>
        <p:spPr>
          <a:xfrm xmlns:a="http://schemas.openxmlformats.org/drawingml/2006/main">
            <a:off x="6554391" y="4229100"/>
            <a:ext cx="69294" cy="123825"/>
          </a:xfrm>
          <a:prstGeom xmlns:a="http://schemas.openxmlformats.org/drawingml/2006/main" prst="rect">
            <a:avLst/>
          </a:prstGeom>
          <a:solidFill xmlns:a="http://schemas.openxmlformats.org/drawingml/2006/main">
            <a:srgbClr val="2BAC80"/>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1904D04B-3210-4E2F-A3F6-B30AD45946EF}"/>
              </a:ext>
            </a:extLst>
          </p:cNvPr>
          <p:cNvSpPr>
            <a:spLocks xmlns:a="http://schemas.openxmlformats.org/drawingml/2006/main" noGrp="1"/>
          </p:cNvSpPr>
          <p:nvPr/>
        </p:nvSpPr>
        <p:spPr>
          <a:xfrm xmlns:a="http://schemas.openxmlformats.org/drawingml/2006/main">
            <a:off x="6619875" y="4229100"/>
            <a:ext cx="69294" cy="123825"/>
          </a:xfrm>
          <a:prstGeom xmlns:a="http://schemas.openxmlformats.org/drawingml/2006/main" prst="rect">
            <a:avLst/>
          </a:prstGeom>
          <a:solidFill xmlns:a="http://schemas.openxmlformats.org/drawingml/2006/main">
            <a:srgbClr val="2EAF7E"/>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B5526A24-E8C7-4EEC-A31F-10793481E629}"/>
              </a:ext>
            </a:extLst>
          </p:cNvPr>
          <p:cNvSpPr>
            <a:spLocks xmlns:a="http://schemas.openxmlformats.org/drawingml/2006/main" noGrp="1"/>
          </p:cNvSpPr>
          <p:nvPr/>
        </p:nvSpPr>
        <p:spPr>
          <a:xfrm xmlns:a="http://schemas.openxmlformats.org/drawingml/2006/main">
            <a:off x="6685359" y="4229100"/>
            <a:ext cx="69294" cy="123825"/>
          </a:xfrm>
          <a:prstGeom xmlns:a="http://schemas.openxmlformats.org/drawingml/2006/main" prst="rect">
            <a:avLst/>
          </a:prstGeom>
          <a:solidFill xmlns:a="http://schemas.openxmlformats.org/drawingml/2006/main">
            <a:srgbClr val="31B37C"/>
          </a:solidFill>
          <a:ln xmlns:a="http://schemas.openxmlformats.org/drawingml/2006/main" w="0">
            <a:noFill/>
            <a:prstDash val="solid"/>
          </a:ln>
        </p:spPr>
      </p:sp>
      <p:sp>
        <p:nvSpPr>
          <p:cNvPr id="132" name="">
            <a:extLst xmlns:a="http://schemas.openxmlformats.org/drawingml/2006/main">
              <a:ext uri="{FF2B5EF4-FFF2-40B4-BE49-F238E27FC236}">
                <a16:creationId xmlns:a16="http://schemas.microsoft.com/office/drawing/2014/main" id="{A978B410-49AD-4525-AE3D-8BEB9273516E}"/>
              </a:ext>
            </a:extLst>
          </p:cNvPr>
          <p:cNvSpPr>
            <a:spLocks xmlns:a="http://schemas.openxmlformats.org/drawingml/2006/main" noGrp="1"/>
          </p:cNvSpPr>
          <p:nvPr/>
        </p:nvSpPr>
        <p:spPr>
          <a:xfrm xmlns:a="http://schemas.openxmlformats.org/drawingml/2006/main">
            <a:off x="6750844" y="4229100"/>
            <a:ext cx="69294" cy="123825"/>
          </a:xfrm>
          <a:prstGeom xmlns:a="http://schemas.openxmlformats.org/drawingml/2006/main" prst="rect">
            <a:avLst/>
          </a:prstGeom>
          <a:solidFill xmlns:a="http://schemas.openxmlformats.org/drawingml/2006/main">
            <a:srgbClr val="34B679"/>
          </a:solidFill>
          <a:ln xmlns:a="http://schemas.openxmlformats.org/drawingml/2006/main" w="0">
            <a:noFill/>
            <a:prstDash val="solid"/>
          </a:ln>
        </p:spPr>
      </p:sp>
      <p:sp>
        <p:nvSpPr>
          <p:cNvPr id="133" name="">
            <a:extLst xmlns:a="http://schemas.openxmlformats.org/drawingml/2006/main">
              <a:ext uri="{FF2B5EF4-FFF2-40B4-BE49-F238E27FC236}">
                <a16:creationId xmlns:a16="http://schemas.microsoft.com/office/drawing/2014/main" id="{6795E290-E77B-4F51-ABE0-08D716EB4A85}"/>
              </a:ext>
            </a:extLst>
          </p:cNvPr>
          <p:cNvSpPr>
            <a:spLocks xmlns:a="http://schemas.openxmlformats.org/drawingml/2006/main" noGrp="1"/>
          </p:cNvSpPr>
          <p:nvPr/>
        </p:nvSpPr>
        <p:spPr>
          <a:xfrm xmlns:a="http://schemas.openxmlformats.org/drawingml/2006/main">
            <a:off x="6816328" y="4229100"/>
            <a:ext cx="69294" cy="123825"/>
          </a:xfrm>
          <a:prstGeom xmlns:a="http://schemas.openxmlformats.org/drawingml/2006/main" prst="rect">
            <a:avLst/>
          </a:prstGeom>
          <a:solidFill xmlns:a="http://schemas.openxmlformats.org/drawingml/2006/main">
            <a:srgbClr val="3CBA75"/>
          </a:solidFill>
          <a:ln xmlns:a="http://schemas.openxmlformats.org/drawingml/2006/main" w="0">
            <a:noFill/>
            <a:prstDash val="solid"/>
          </a:ln>
        </p:spPr>
      </p:sp>
      <p:sp>
        <p:nvSpPr>
          <p:cNvPr id="134" name="">
            <a:extLst xmlns:a="http://schemas.openxmlformats.org/drawingml/2006/main">
              <a:ext uri="{FF2B5EF4-FFF2-40B4-BE49-F238E27FC236}">
                <a16:creationId xmlns:a16="http://schemas.microsoft.com/office/drawing/2014/main" id="{1C0C588C-D380-40A9-8380-6B64A07DB540}"/>
              </a:ext>
            </a:extLst>
          </p:cNvPr>
          <p:cNvSpPr>
            <a:spLocks xmlns:a="http://schemas.openxmlformats.org/drawingml/2006/main" noGrp="1"/>
          </p:cNvSpPr>
          <p:nvPr/>
        </p:nvSpPr>
        <p:spPr>
          <a:xfrm xmlns:a="http://schemas.openxmlformats.org/drawingml/2006/main">
            <a:off x="6881813" y="4229100"/>
            <a:ext cx="69294" cy="123825"/>
          </a:xfrm>
          <a:prstGeom xmlns:a="http://schemas.openxmlformats.org/drawingml/2006/main" prst="rect">
            <a:avLst/>
          </a:prstGeom>
          <a:solidFill xmlns:a="http://schemas.openxmlformats.org/drawingml/2006/main">
            <a:srgbClr val="43BD71"/>
          </a:solidFill>
          <a:ln xmlns:a="http://schemas.openxmlformats.org/drawingml/2006/main" w="0">
            <a:noFill/>
            <a:prstDash val="solid"/>
          </a:ln>
        </p:spPr>
      </p:sp>
      <p:sp>
        <p:nvSpPr>
          <p:cNvPr id="135" name="">
            <a:extLst xmlns:a="http://schemas.openxmlformats.org/drawingml/2006/main">
              <a:ext uri="{FF2B5EF4-FFF2-40B4-BE49-F238E27FC236}">
                <a16:creationId xmlns:a16="http://schemas.microsoft.com/office/drawing/2014/main" id="{E43334D3-9EF7-4651-BF25-101B86956B35}"/>
              </a:ext>
            </a:extLst>
          </p:cNvPr>
          <p:cNvSpPr>
            <a:spLocks xmlns:a="http://schemas.openxmlformats.org/drawingml/2006/main" noGrp="1"/>
          </p:cNvSpPr>
          <p:nvPr/>
        </p:nvSpPr>
        <p:spPr>
          <a:xfrm xmlns:a="http://schemas.openxmlformats.org/drawingml/2006/main">
            <a:off x="6947297" y="4229100"/>
            <a:ext cx="69294" cy="123825"/>
          </a:xfrm>
          <a:prstGeom xmlns:a="http://schemas.openxmlformats.org/drawingml/2006/main" prst="rect">
            <a:avLst/>
          </a:prstGeom>
          <a:solidFill xmlns:a="http://schemas.openxmlformats.org/drawingml/2006/main">
            <a:srgbClr val="4BC06C"/>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ACCA5EA1-2ED1-4D8D-B7E4-45B6BA1C4D10}"/>
              </a:ext>
            </a:extLst>
          </p:cNvPr>
          <p:cNvSpPr>
            <a:spLocks xmlns:a="http://schemas.openxmlformats.org/drawingml/2006/main" noGrp="1"/>
          </p:cNvSpPr>
          <p:nvPr/>
        </p:nvSpPr>
        <p:spPr>
          <a:xfrm xmlns:a="http://schemas.openxmlformats.org/drawingml/2006/main">
            <a:off x="7012781" y="4229100"/>
            <a:ext cx="69294" cy="123825"/>
          </a:xfrm>
          <a:prstGeom xmlns:a="http://schemas.openxmlformats.org/drawingml/2006/main" prst="rect">
            <a:avLst/>
          </a:prstGeom>
          <a:solidFill xmlns:a="http://schemas.openxmlformats.org/drawingml/2006/main">
            <a:srgbClr val="53C368"/>
          </a:solidFill>
          <a:ln xmlns:a="http://schemas.openxmlformats.org/drawingml/2006/main" w="0">
            <a:noFill/>
            <a:prstDash val="solid"/>
          </a:ln>
        </p:spPr>
      </p:sp>
      <p:sp>
        <p:nvSpPr>
          <p:cNvPr id="137" name="">
            <a:extLst xmlns:a="http://schemas.openxmlformats.org/drawingml/2006/main">
              <a:ext uri="{FF2B5EF4-FFF2-40B4-BE49-F238E27FC236}">
                <a16:creationId xmlns:a16="http://schemas.microsoft.com/office/drawing/2014/main" id="{7AB476B9-2FC8-43A3-9FC5-B3F68D482AA7}"/>
              </a:ext>
            </a:extLst>
          </p:cNvPr>
          <p:cNvSpPr>
            <a:spLocks xmlns:a="http://schemas.openxmlformats.org/drawingml/2006/main" noGrp="1"/>
          </p:cNvSpPr>
          <p:nvPr/>
        </p:nvSpPr>
        <p:spPr>
          <a:xfrm xmlns:a="http://schemas.openxmlformats.org/drawingml/2006/main">
            <a:off x="7078266" y="4229100"/>
            <a:ext cx="69294" cy="123825"/>
          </a:xfrm>
          <a:prstGeom xmlns:a="http://schemas.openxmlformats.org/drawingml/2006/main" prst="rect">
            <a:avLst/>
          </a:prstGeom>
          <a:solidFill xmlns:a="http://schemas.openxmlformats.org/drawingml/2006/main">
            <a:srgbClr val="5BC663"/>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C6F35153-C96A-4D4A-815C-330BF015F96E}"/>
              </a:ext>
            </a:extLst>
          </p:cNvPr>
          <p:cNvSpPr>
            <a:spLocks xmlns:a="http://schemas.openxmlformats.org/drawingml/2006/main" noGrp="1"/>
          </p:cNvSpPr>
          <p:nvPr/>
        </p:nvSpPr>
        <p:spPr>
          <a:xfrm xmlns:a="http://schemas.openxmlformats.org/drawingml/2006/main">
            <a:off x="7143750" y="4229100"/>
            <a:ext cx="69294" cy="123825"/>
          </a:xfrm>
          <a:prstGeom xmlns:a="http://schemas.openxmlformats.org/drawingml/2006/main" prst="rect">
            <a:avLst/>
          </a:prstGeom>
          <a:solidFill xmlns:a="http://schemas.openxmlformats.org/drawingml/2006/main">
            <a:srgbClr val="63C95F"/>
          </a:solidFill>
          <a:ln xmlns:a="http://schemas.openxmlformats.org/drawingml/2006/main" w="0">
            <a:noFill/>
            <a:prstDash val="solid"/>
          </a:ln>
        </p:spPr>
      </p:sp>
      <p:sp>
        <p:nvSpPr>
          <p:cNvPr id="139" name="">
            <a:extLst xmlns:a="http://schemas.openxmlformats.org/drawingml/2006/main">
              <a:ext uri="{FF2B5EF4-FFF2-40B4-BE49-F238E27FC236}">
                <a16:creationId xmlns:a16="http://schemas.microsoft.com/office/drawing/2014/main" id="{06D10844-31A5-4CBC-A2DA-2E57D2E45592}"/>
              </a:ext>
            </a:extLst>
          </p:cNvPr>
          <p:cNvSpPr>
            <a:spLocks xmlns:a="http://schemas.openxmlformats.org/drawingml/2006/main" noGrp="1"/>
          </p:cNvSpPr>
          <p:nvPr/>
        </p:nvSpPr>
        <p:spPr>
          <a:xfrm xmlns:a="http://schemas.openxmlformats.org/drawingml/2006/main">
            <a:off x="7209234" y="4229100"/>
            <a:ext cx="69294" cy="123825"/>
          </a:xfrm>
          <a:prstGeom xmlns:a="http://schemas.openxmlformats.org/drawingml/2006/main" prst="rect">
            <a:avLst/>
          </a:prstGeom>
          <a:solidFill xmlns:a="http://schemas.openxmlformats.org/drawingml/2006/main">
            <a:srgbClr val="6BCC5A"/>
          </a:solidFill>
          <a:ln xmlns:a="http://schemas.openxmlformats.org/drawingml/2006/main" w="0">
            <a:noFill/>
            <a:prstDash val="solid"/>
          </a:ln>
        </p:spPr>
      </p:sp>
      <p:sp>
        <p:nvSpPr>
          <p:cNvPr id="140" name="">
            <a:extLst xmlns:a="http://schemas.openxmlformats.org/drawingml/2006/main">
              <a:ext uri="{FF2B5EF4-FFF2-40B4-BE49-F238E27FC236}">
                <a16:creationId xmlns:a16="http://schemas.microsoft.com/office/drawing/2014/main" id="{16D87723-5F31-4AE8-80CA-584522F65B7E}"/>
              </a:ext>
            </a:extLst>
          </p:cNvPr>
          <p:cNvSpPr>
            <a:spLocks xmlns:a="http://schemas.openxmlformats.org/drawingml/2006/main" noGrp="1"/>
          </p:cNvSpPr>
          <p:nvPr/>
        </p:nvSpPr>
        <p:spPr>
          <a:xfrm xmlns:a="http://schemas.openxmlformats.org/drawingml/2006/main">
            <a:off x="7274719" y="4229100"/>
            <a:ext cx="69294" cy="123825"/>
          </a:xfrm>
          <a:prstGeom xmlns:a="http://schemas.openxmlformats.org/drawingml/2006/main" prst="rect">
            <a:avLst/>
          </a:prstGeom>
          <a:solidFill xmlns:a="http://schemas.openxmlformats.org/drawingml/2006/main">
            <a:srgbClr val="74CF54"/>
          </a:solidFill>
          <a:ln xmlns:a="http://schemas.openxmlformats.org/drawingml/2006/main" w="0">
            <a:noFill/>
            <a:prstDash val="solid"/>
          </a:ln>
        </p:spPr>
      </p:sp>
      <p:sp>
        <p:nvSpPr>
          <p:cNvPr id="141" name="">
            <a:extLst xmlns:a="http://schemas.openxmlformats.org/drawingml/2006/main">
              <a:ext uri="{FF2B5EF4-FFF2-40B4-BE49-F238E27FC236}">
                <a16:creationId xmlns:a16="http://schemas.microsoft.com/office/drawing/2014/main" id="{AAE74032-739C-4271-BB8B-BD2BDB5B58CA}"/>
              </a:ext>
            </a:extLst>
          </p:cNvPr>
          <p:cNvSpPr>
            <a:spLocks xmlns:a="http://schemas.openxmlformats.org/drawingml/2006/main" noGrp="1"/>
          </p:cNvSpPr>
          <p:nvPr/>
        </p:nvSpPr>
        <p:spPr>
          <a:xfrm xmlns:a="http://schemas.openxmlformats.org/drawingml/2006/main">
            <a:off x="7340203" y="4229100"/>
            <a:ext cx="69294" cy="123825"/>
          </a:xfrm>
          <a:prstGeom xmlns:a="http://schemas.openxmlformats.org/drawingml/2006/main" prst="rect">
            <a:avLst/>
          </a:prstGeom>
          <a:solidFill xmlns:a="http://schemas.openxmlformats.org/drawingml/2006/main">
            <a:srgbClr val="7ED14E"/>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6216B319-9A40-4737-8CEE-8CCB3EC063AF}"/>
              </a:ext>
            </a:extLst>
          </p:cNvPr>
          <p:cNvSpPr>
            <a:spLocks xmlns:a="http://schemas.openxmlformats.org/drawingml/2006/main" noGrp="1"/>
          </p:cNvSpPr>
          <p:nvPr/>
        </p:nvSpPr>
        <p:spPr>
          <a:xfrm xmlns:a="http://schemas.openxmlformats.org/drawingml/2006/main">
            <a:off x="7405688" y="4229100"/>
            <a:ext cx="69294" cy="123825"/>
          </a:xfrm>
          <a:prstGeom xmlns:a="http://schemas.openxmlformats.org/drawingml/2006/main" prst="rect">
            <a:avLst/>
          </a:prstGeom>
          <a:solidFill xmlns:a="http://schemas.openxmlformats.org/drawingml/2006/main">
            <a:srgbClr val="88D448"/>
          </a:solidFill>
          <a:ln xmlns:a="http://schemas.openxmlformats.org/drawingml/2006/main" w="0">
            <a:noFill/>
            <a:prstDash val="solid"/>
          </a:ln>
        </p:spPr>
      </p:sp>
      <p:sp>
        <p:nvSpPr>
          <p:cNvPr id="143" name="">
            <a:extLst xmlns:a="http://schemas.openxmlformats.org/drawingml/2006/main">
              <a:ext uri="{FF2B5EF4-FFF2-40B4-BE49-F238E27FC236}">
                <a16:creationId xmlns:a16="http://schemas.microsoft.com/office/drawing/2014/main" id="{A251D8BE-BBED-421A-BA22-2CA4E8315FA2}"/>
              </a:ext>
            </a:extLst>
          </p:cNvPr>
          <p:cNvSpPr>
            <a:spLocks xmlns:a="http://schemas.openxmlformats.org/drawingml/2006/main" noGrp="1"/>
          </p:cNvSpPr>
          <p:nvPr/>
        </p:nvSpPr>
        <p:spPr>
          <a:xfrm xmlns:a="http://schemas.openxmlformats.org/drawingml/2006/main">
            <a:off x="7471172" y="4229100"/>
            <a:ext cx="69294" cy="123825"/>
          </a:xfrm>
          <a:prstGeom xmlns:a="http://schemas.openxmlformats.org/drawingml/2006/main" prst="rect">
            <a:avLst/>
          </a:prstGeom>
          <a:solidFill xmlns:a="http://schemas.openxmlformats.org/drawingml/2006/main">
            <a:srgbClr val="92D641"/>
          </a:solidFill>
          <a:ln xmlns:a="http://schemas.openxmlformats.org/drawingml/2006/main" w="0">
            <a:noFill/>
            <a:prstDash val="solid"/>
          </a:ln>
        </p:spPr>
      </p:sp>
      <p:sp>
        <p:nvSpPr>
          <p:cNvPr id="144" name="">
            <a:extLst xmlns:a="http://schemas.openxmlformats.org/drawingml/2006/main">
              <a:ext uri="{FF2B5EF4-FFF2-40B4-BE49-F238E27FC236}">
                <a16:creationId xmlns:a16="http://schemas.microsoft.com/office/drawing/2014/main" id="{1B22DE7E-6639-4334-BC31-39D053D6A599}"/>
              </a:ext>
            </a:extLst>
          </p:cNvPr>
          <p:cNvSpPr>
            <a:spLocks xmlns:a="http://schemas.openxmlformats.org/drawingml/2006/main" noGrp="1"/>
          </p:cNvSpPr>
          <p:nvPr/>
        </p:nvSpPr>
        <p:spPr>
          <a:xfrm xmlns:a="http://schemas.openxmlformats.org/drawingml/2006/main">
            <a:off x="7536656" y="4229100"/>
            <a:ext cx="69294" cy="123825"/>
          </a:xfrm>
          <a:prstGeom xmlns:a="http://schemas.openxmlformats.org/drawingml/2006/main" prst="rect">
            <a:avLst/>
          </a:prstGeom>
          <a:solidFill xmlns:a="http://schemas.openxmlformats.org/drawingml/2006/main">
            <a:srgbClr val="9CD83B"/>
          </a:solidFill>
          <a:ln xmlns:a="http://schemas.openxmlformats.org/drawingml/2006/main" w="0">
            <a:noFill/>
            <a:prstDash val="solid"/>
          </a:ln>
        </p:spPr>
      </p:sp>
      <p:sp>
        <p:nvSpPr>
          <p:cNvPr id="145" name="">
            <a:extLst xmlns:a="http://schemas.openxmlformats.org/drawingml/2006/main">
              <a:ext uri="{FF2B5EF4-FFF2-40B4-BE49-F238E27FC236}">
                <a16:creationId xmlns:a16="http://schemas.microsoft.com/office/drawing/2014/main" id="{B0D60516-4921-43B8-8218-258B72A106DC}"/>
              </a:ext>
            </a:extLst>
          </p:cNvPr>
          <p:cNvSpPr>
            <a:spLocks xmlns:a="http://schemas.openxmlformats.org/drawingml/2006/main" noGrp="1"/>
          </p:cNvSpPr>
          <p:nvPr/>
        </p:nvSpPr>
        <p:spPr>
          <a:xfrm xmlns:a="http://schemas.openxmlformats.org/drawingml/2006/main">
            <a:off x="7602141" y="4229100"/>
            <a:ext cx="69294" cy="123825"/>
          </a:xfrm>
          <a:prstGeom xmlns:a="http://schemas.openxmlformats.org/drawingml/2006/main" prst="rect">
            <a:avLst/>
          </a:prstGeom>
          <a:solidFill xmlns:a="http://schemas.openxmlformats.org/drawingml/2006/main">
            <a:srgbClr val="A6DB35"/>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46E51124-E116-487D-8E78-8D036450B490}"/>
              </a:ext>
            </a:extLst>
          </p:cNvPr>
          <p:cNvSpPr>
            <a:spLocks xmlns:a="http://schemas.openxmlformats.org/drawingml/2006/main" noGrp="1"/>
          </p:cNvSpPr>
          <p:nvPr/>
        </p:nvSpPr>
        <p:spPr>
          <a:xfrm xmlns:a="http://schemas.openxmlformats.org/drawingml/2006/main">
            <a:off x="7667625" y="4229100"/>
            <a:ext cx="69294" cy="123825"/>
          </a:xfrm>
          <a:prstGeom xmlns:a="http://schemas.openxmlformats.org/drawingml/2006/main" prst="rect">
            <a:avLst/>
          </a:prstGeom>
          <a:solidFill xmlns:a="http://schemas.openxmlformats.org/drawingml/2006/main">
            <a:srgbClr val="B0DD2E"/>
          </a:solidFill>
          <a:ln xmlns:a="http://schemas.openxmlformats.org/drawingml/2006/main" w="0">
            <a:noFill/>
            <a:prstDash val="solid"/>
          </a:ln>
        </p:spPr>
      </p:sp>
      <p:sp>
        <p:nvSpPr>
          <p:cNvPr id="147" name="">
            <a:extLst xmlns:a="http://schemas.openxmlformats.org/drawingml/2006/main">
              <a:ext uri="{FF2B5EF4-FFF2-40B4-BE49-F238E27FC236}">
                <a16:creationId xmlns:a16="http://schemas.microsoft.com/office/drawing/2014/main" id="{D909B73E-7334-4438-AE2A-5BC340A53011}"/>
              </a:ext>
            </a:extLst>
          </p:cNvPr>
          <p:cNvSpPr>
            <a:spLocks xmlns:a="http://schemas.openxmlformats.org/drawingml/2006/main" noGrp="1"/>
          </p:cNvSpPr>
          <p:nvPr/>
        </p:nvSpPr>
        <p:spPr>
          <a:xfrm xmlns:a="http://schemas.openxmlformats.org/drawingml/2006/main">
            <a:off x="7733109" y="4229100"/>
            <a:ext cx="69294" cy="123825"/>
          </a:xfrm>
          <a:prstGeom xmlns:a="http://schemas.openxmlformats.org/drawingml/2006/main" prst="rect">
            <a:avLst/>
          </a:prstGeom>
          <a:solidFill xmlns:a="http://schemas.openxmlformats.org/drawingml/2006/main">
            <a:srgbClr val="BADF2B"/>
          </a:solidFill>
          <a:ln xmlns:a="http://schemas.openxmlformats.org/drawingml/2006/main" w="0">
            <a:noFill/>
            <a:prstDash val="solid"/>
          </a:ln>
        </p:spPr>
      </p:sp>
      <p:sp>
        <p:nvSpPr>
          <p:cNvPr id="148" name="">
            <a:extLst xmlns:a="http://schemas.openxmlformats.org/drawingml/2006/main">
              <a:ext uri="{FF2B5EF4-FFF2-40B4-BE49-F238E27FC236}">
                <a16:creationId xmlns:a16="http://schemas.microsoft.com/office/drawing/2014/main" id="{60B89681-1F4F-4BE7-BAE6-C5AAA3FFFFFD}"/>
              </a:ext>
            </a:extLst>
          </p:cNvPr>
          <p:cNvSpPr>
            <a:spLocks xmlns:a="http://schemas.openxmlformats.org/drawingml/2006/main" noGrp="1"/>
          </p:cNvSpPr>
          <p:nvPr/>
        </p:nvSpPr>
        <p:spPr>
          <a:xfrm xmlns:a="http://schemas.openxmlformats.org/drawingml/2006/main">
            <a:off x="7798594" y="4229100"/>
            <a:ext cx="69294" cy="123825"/>
          </a:xfrm>
          <a:prstGeom xmlns:a="http://schemas.openxmlformats.org/drawingml/2006/main" prst="rect">
            <a:avLst/>
          </a:prstGeom>
          <a:solidFill xmlns:a="http://schemas.openxmlformats.org/drawingml/2006/main">
            <a:srgbClr val="C5E02A"/>
          </a:solidFill>
          <a:ln xmlns:a="http://schemas.openxmlformats.org/drawingml/2006/main" w="0">
            <a:noFill/>
            <a:prstDash val="solid"/>
          </a:ln>
        </p:spPr>
      </p:sp>
      <p:sp>
        <p:nvSpPr>
          <p:cNvPr id="149" name="">
            <a:extLst xmlns:a="http://schemas.openxmlformats.org/drawingml/2006/main">
              <a:ext uri="{FF2B5EF4-FFF2-40B4-BE49-F238E27FC236}">
                <a16:creationId xmlns:a16="http://schemas.microsoft.com/office/drawing/2014/main" id="{4EAF447C-30B2-4FCF-8B77-1ACBACA2B4AB}"/>
              </a:ext>
            </a:extLst>
          </p:cNvPr>
          <p:cNvSpPr>
            <a:spLocks xmlns:a="http://schemas.openxmlformats.org/drawingml/2006/main" noGrp="1"/>
          </p:cNvSpPr>
          <p:nvPr/>
        </p:nvSpPr>
        <p:spPr>
          <a:xfrm xmlns:a="http://schemas.openxmlformats.org/drawingml/2006/main">
            <a:off x="7864078" y="4229100"/>
            <a:ext cx="69294" cy="123825"/>
          </a:xfrm>
          <a:prstGeom xmlns:a="http://schemas.openxmlformats.org/drawingml/2006/main" prst="rect">
            <a:avLst/>
          </a:prstGeom>
          <a:solidFill xmlns:a="http://schemas.openxmlformats.org/drawingml/2006/main">
            <a:srgbClr val="CFE129"/>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E2A5288A-BB8E-427D-8F31-31FD57E7674C}"/>
              </a:ext>
            </a:extLst>
          </p:cNvPr>
          <p:cNvSpPr>
            <a:spLocks xmlns:a="http://schemas.openxmlformats.org/drawingml/2006/main" noGrp="1"/>
          </p:cNvSpPr>
          <p:nvPr/>
        </p:nvSpPr>
        <p:spPr>
          <a:xfrm xmlns:a="http://schemas.openxmlformats.org/drawingml/2006/main">
            <a:off x="7929563" y="4229100"/>
            <a:ext cx="69294" cy="123825"/>
          </a:xfrm>
          <a:prstGeom xmlns:a="http://schemas.openxmlformats.org/drawingml/2006/main" prst="rect">
            <a:avLst/>
          </a:prstGeom>
          <a:solidFill xmlns:a="http://schemas.openxmlformats.org/drawingml/2006/main">
            <a:srgbClr val="D9E328"/>
          </a:solidFill>
          <a:ln xmlns:a="http://schemas.openxmlformats.org/drawingml/2006/main" w="0">
            <a:noFill/>
            <a:prstDash val="solid"/>
          </a:ln>
        </p:spPr>
      </p:sp>
      <p:sp>
        <p:nvSpPr>
          <p:cNvPr id="151" name="">
            <a:extLst xmlns:a="http://schemas.openxmlformats.org/drawingml/2006/main">
              <a:ext uri="{FF2B5EF4-FFF2-40B4-BE49-F238E27FC236}">
                <a16:creationId xmlns:a16="http://schemas.microsoft.com/office/drawing/2014/main" id="{6C3927DC-B9A9-4213-B4AD-C926F3C23C46}"/>
              </a:ext>
            </a:extLst>
          </p:cNvPr>
          <p:cNvSpPr>
            <a:spLocks xmlns:a="http://schemas.openxmlformats.org/drawingml/2006/main" noGrp="1"/>
          </p:cNvSpPr>
          <p:nvPr/>
        </p:nvSpPr>
        <p:spPr>
          <a:xfrm xmlns:a="http://schemas.openxmlformats.org/drawingml/2006/main">
            <a:off x="7995047" y="4229100"/>
            <a:ext cx="69294" cy="123825"/>
          </a:xfrm>
          <a:prstGeom xmlns:a="http://schemas.openxmlformats.org/drawingml/2006/main" prst="rect">
            <a:avLst/>
          </a:prstGeom>
          <a:solidFill xmlns:a="http://schemas.openxmlformats.org/drawingml/2006/main">
            <a:srgbClr val="E3E427"/>
          </a:solidFill>
          <a:ln xmlns:a="http://schemas.openxmlformats.org/drawingml/2006/main" w="0">
            <a:noFill/>
            <a:prstDash val="solid"/>
          </a:ln>
        </p:spPr>
      </p:sp>
      <p:sp>
        <p:nvSpPr>
          <p:cNvPr id="152" name="">
            <a:extLst xmlns:a="http://schemas.openxmlformats.org/drawingml/2006/main">
              <a:ext uri="{FF2B5EF4-FFF2-40B4-BE49-F238E27FC236}">
                <a16:creationId xmlns:a16="http://schemas.microsoft.com/office/drawing/2014/main" id="{4CDAD2CC-AADB-4D73-953A-CB3078265EB5}"/>
              </a:ext>
            </a:extLst>
          </p:cNvPr>
          <p:cNvSpPr>
            <a:spLocks xmlns:a="http://schemas.openxmlformats.org/drawingml/2006/main" noGrp="1"/>
          </p:cNvSpPr>
          <p:nvPr/>
        </p:nvSpPr>
        <p:spPr>
          <a:xfrm xmlns:a="http://schemas.openxmlformats.org/drawingml/2006/main">
            <a:off x="8060531" y="4229100"/>
            <a:ext cx="69294" cy="123825"/>
          </a:xfrm>
          <a:prstGeom xmlns:a="http://schemas.openxmlformats.org/drawingml/2006/main" prst="rect">
            <a:avLst/>
          </a:prstGeom>
          <a:solidFill xmlns:a="http://schemas.openxmlformats.org/drawingml/2006/main">
            <a:srgbClr val="EEE526"/>
          </a:solidFill>
          <a:ln xmlns:a="http://schemas.openxmlformats.org/drawingml/2006/main" w="0">
            <a:noFill/>
            <a:prstDash val="solid"/>
          </a:ln>
        </p:spPr>
      </p:sp>
      <p:sp>
        <p:nvSpPr>
          <p:cNvPr id="153" name="">
            <a:extLst xmlns:a="http://schemas.openxmlformats.org/drawingml/2006/main">
              <a:ext uri="{FF2B5EF4-FFF2-40B4-BE49-F238E27FC236}">
                <a16:creationId xmlns:a16="http://schemas.microsoft.com/office/drawing/2014/main" id="{EBF8DB14-7F20-48A8-AAB7-9E1040C99AA4}"/>
              </a:ext>
            </a:extLst>
          </p:cNvPr>
          <p:cNvSpPr>
            <a:spLocks xmlns:a="http://schemas.openxmlformats.org/drawingml/2006/main" noGrp="1"/>
          </p:cNvSpPr>
          <p:nvPr/>
        </p:nvSpPr>
        <p:spPr>
          <a:xfrm xmlns:a="http://schemas.openxmlformats.org/drawingml/2006/main">
            <a:off x="8126016" y="4229100"/>
            <a:ext cx="69294" cy="123825"/>
          </a:xfrm>
          <a:prstGeom xmlns:a="http://schemas.openxmlformats.org/drawingml/2006/main" prst="rect">
            <a:avLst/>
          </a:prstGeom>
          <a:solidFill xmlns:a="http://schemas.openxmlformats.org/drawingml/2006/main">
            <a:srgbClr val="F8E625"/>
          </a:solidFill>
          <a:ln xmlns:a="http://schemas.openxmlformats.org/drawingml/2006/main" w="0">
            <a:noFill/>
            <a:prstDash val="solid"/>
          </a:ln>
        </p:spPr>
      </p:sp>
      <p:sp>
        <p:nvSpPr>
          <p:cNvPr id="154" name="">
            <a:extLst xmlns:a="http://schemas.openxmlformats.org/drawingml/2006/main">
              <a:ext uri="{FF2B5EF4-FFF2-40B4-BE49-F238E27FC236}">
                <a16:creationId xmlns:a16="http://schemas.microsoft.com/office/drawing/2014/main" id="{DCD6EF60-42E0-4006-A8BC-2120CCEC172E}"/>
              </a:ext>
            </a:extLst>
          </p:cNvPr>
          <p:cNvSpPr>
            <a:spLocks xmlns:a="http://schemas.openxmlformats.org/drawingml/2006/main" noGrp="1"/>
          </p:cNvSpPr>
          <p:nvPr/>
        </p:nvSpPr>
        <p:spPr>
          <a:xfrm xmlns:a="http://schemas.openxmlformats.org/drawingml/2006/main">
            <a:off x="4000500" y="4229100"/>
            <a:ext cx="41910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55" name="">
            <a:extLst xmlns:a="http://schemas.openxmlformats.org/drawingml/2006/main">
              <a:ext uri="{FF2B5EF4-FFF2-40B4-BE49-F238E27FC236}">
                <a16:creationId xmlns:a16="http://schemas.microsoft.com/office/drawing/2014/main" id="{10D00676-3741-46E2-B79A-4946B8887921}"/>
              </a:ext>
            </a:extLst>
          </p:cNvPr>
          <p:cNvSpPr>
            <a:spLocks xmlns:a="http://schemas.openxmlformats.org/drawingml/2006/main" noGrp="1"/>
          </p:cNvSpPr>
          <p:nvPr/>
        </p:nvSpPr>
        <p:spPr>
          <a:xfrm xmlns:a="http://schemas.openxmlformats.org/drawingml/2006/main">
            <a:off x="4000500"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6" name="">
            <a:extLst xmlns:a="http://schemas.openxmlformats.org/drawingml/2006/main">
              <a:ext uri="{FF2B5EF4-FFF2-40B4-BE49-F238E27FC236}">
                <a16:creationId xmlns:a16="http://schemas.microsoft.com/office/drawing/2014/main" id="{7E25A2DB-096C-43BC-B511-A14961B3EE89}"/>
              </a:ext>
            </a:extLst>
          </p:cNvPr>
          <p:cNvSpPr>
            <a:spLocks xmlns:a="http://schemas.openxmlformats.org/drawingml/2006/main" noGrp="1"/>
          </p:cNvSpPr>
          <p:nvPr/>
        </p:nvSpPr>
        <p:spPr>
          <a:xfrm xmlns:a="http://schemas.openxmlformats.org/drawingml/2006/main">
            <a:off x="3657600"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10¹⁴</a:t>
            </a:r>
          </a:p>
        </p:txBody>
      </p:sp>
      <p:sp>
        <p:nvSpPr>
          <p:cNvPr id="157" name="">
            <a:extLst xmlns:a="http://schemas.openxmlformats.org/drawingml/2006/main">
              <a:ext uri="{FF2B5EF4-FFF2-40B4-BE49-F238E27FC236}">
                <a16:creationId xmlns:a16="http://schemas.microsoft.com/office/drawing/2014/main" id="{088D4442-2F05-43A6-964F-B6F091EBA8F4}"/>
              </a:ext>
            </a:extLst>
          </p:cNvPr>
          <p:cNvSpPr>
            <a:spLocks xmlns:a="http://schemas.openxmlformats.org/drawingml/2006/main" noGrp="1"/>
          </p:cNvSpPr>
          <p:nvPr/>
        </p:nvSpPr>
        <p:spPr>
          <a:xfrm xmlns:a="http://schemas.openxmlformats.org/drawingml/2006/main">
            <a:off x="4998357"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8" name="">
            <a:extLst xmlns:a="http://schemas.openxmlformats.org/drawingml/2006/main">
              <a:ext uri="{FF2B5EF4-FFF2-40B4-BE49-F238E27FC236}">
                <a16:creationId xmlns:a16="http://schemas.microsoft.com/office/drawing/2014/main" id="{A5DCD9CA-1F63-43BC-AB38-7F5AA3172F81}"/>
              </a:ext>
            </a:extLst>
          </p:cNvPr>
          <p:cNvSpPr>
            <a:spLocks xmlns:a="http://schemas.openxmlformats.org/drawingml/2006/main" noGrp="1"/>
          </p:cNvSpPr>
          <p:nvPr/>
        </p:nvSpPr>
        <p:spPr>
          <a:xfrm xmlns:a="http://schemas.openxmlformats.org/drawingml/2006/main">
            <a:off x="4655457"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10¹⁵</a:t>
            </a:r>
          </a:p>
        </p:txBody>
      </p:sp>
      <p:sp>
        <p:nvSpPr>
          <p:cNvPr id="159" name="">
            <a:extLst xmlns:a="http://schemas.openxmlformats.org/drawingml/2006/main">
              <a:ext uri="{FF2B5EF4-FFF2-40B4-BE49-F238E27FC236}">
                <a16:creationId xmlns:a16="http://schemas.microsoft.com/office/drawing/2014/main" id="{FA6C5E71-9D36-4C38-A0F7-47B8B45D0951}"/>
              </a:ext>
            </a:extLst>
          </p:cNvPr>
          <p:cNvSpPr>
            <a:spLocks xmlns:a="http://schemas.openxmlformats.org/drawingml/2006/main" noGrp="1"/>
          </p:cNvSpPr>
          <p:nvPr/>
        </p:nvSpPr>
        <p:spPr>
          <a:xfrm xmlns:a="http://schemas.openxmlformats.org/drawingml/2006/main">
            <a:off x="5996214"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0" name="">
            <a:extLst xmlns:a="http://schemas.openxmlformats.org/drawingml/2006/main">
              <a:ext uri="{FF2B5EF4-FFF2-40B4-BE49-F238E27FC236}">
                <a16:creationId xmlns:a16="http://schemas.microsoft.com/office/drawing/2014/main" id="{68FCE002-895C-47A3-8F6F-4F78FBB5490A}"/>
              </a:ext>
            </a:extLst>
          </p:cNvPr>
          <p:cNvSpPr>
            <a:spLocks xmlns:a="http://schemas.openxmlformats.org/drawingml/2006/main" noGrp="1"/>
          </p:cNvSpPr>
          <p:nvPr/>
        </p:nvSpPr>
        <p:spPr>
          <a:xfrm xmlns:a="http://schemas.openxmlformats.org/drawingml/2006/main">
            <a:off x="5653314"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10¹⁶</a:t>
            </a:r>
          </a:p>
        </p:txBody>
      </p:sp>
      <p:sp>
        <p:nvSpPr>
          <p:cNvPr id="161" name="">
            <a:extLst xmlns:a="http://schemas.openxmlformats.org/drawingml/2006/main">
              <a:ext uri="{FF2B5EF4-FFF2-40B4-BE49-F238E27FC236}">
                <a16:creationId xmlns:a16="http://schemas.microsoft.com/office/drawing/2014/main" id="{FE4E76BA-109E-4F07-8448-E28DE5E5677C}"/>
              </a:ext>
            </a:extLst>
          </p:cNvPr>
          <p:cNvSpPr>
            <a:spLocks xmlns:a="http://schemas.openxmlformats.org/drawingml/2006/main" noGrp="1"/>
          </p:cNvSpPr>
          <p:nvPr/>
        </p:nvSpPr>
        <p:spPr>
          <a:xfrm xmlns:a="http://schemas.openxmlformats.org/drawingml/2006/main">
            <a:off x="6994071"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2" name="">
            <a:extLst xmlns:a="http://schemas.openxmlformats.org/drawingml/2006/main">
              <a:ext uri="{FF2B5EF4-FFF2-40B4-BE49-F238E27FC236}">
                <a16:creationId xmlns:a16="http://schemas.microsoft.com/office/drawing/2014/main" id="{1D8A2869-3B84-4FDD-BB90-DB1300F11D43}"/>
              </a:ext>
            </a:extLst>
          </p:cNvPr>
          <p:cNvSpPr>
            <a:spLocks xmlns:a="http://schemas.openxmlformats.org/drawingml/2006/main" noGrp="1"/>
          </p:cNvSpPr>
          <p:nvPr/>
        </p:nvSpPr>
        <p:spPr>
          <a:xfrm xmlns:a="http://schemas.openxmlformats.org/drawingml/2006/main">
            <a:off x="6651171"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10¹⁷</a:t>
            </a:r>
          </a:p>
        </p:txBody>
      </p:sp>
      <p:sp>
        <p:nvSpPr>
          <p:cNvPr id="163" name="">
            <a:extLst xmlns:a="http://schemas.openxmlformats.org/drawingml/2006/main">
              <a:ext uri="{FF2B5EF4-FFF2-40B4-BE49-F238E27FC236}">
                <a16:creationId xmlns:a16="http://schemas.microsoft.com/office/drawing/2014/main" id="{E2379C67-AEFA-4115-B51E-4024B10C45A5}"/>
              </a:ext>
            </a:extLst>
          </p:cNvPr>
          <p:cNvSpPr>
            <a:spLocks xmlns:a="http://schemas.openxmlformats.org/drawingml/2006/main" noGrp="1"/>
          </p:cNvSpPr>
          <p:nvPr/>
        </p:nvSpPr>
        <p:spPr>
          <a:xfrm xmlns:a="http://schemas.openxmlformats.org/drawingml/2006/main">
            <a:off x="7991929"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4" name="">
            <a:extLst xmlns:a="http://schemas.openxmlformats.org/drawingml/2006/main">
              <a:ext uri="{FF2B5EF4-FFF2-40B4-BE49-F238E27FC236}">
                <a16:creationId xmlns:a16="http://schemas.microsoft.com/office/drawing/2014/main" id="{A1E28A44-5E5B-4381-A3EF-6AA5F130A853}"/>
              </a:ext>
            </a:extLst>
          </p:cNvPr>
          <p:cNvSpPr>
            <a:spLocks xmlns:a="http://schemas.openxmlformats.org/drawingml/2006/main" noGrp="1"/>
          </p:cNvSpPr>
          <p:nvPr/>
        </p:nvSpPr>
        <p:spPr>
          <a:xfrm xmlns:a="http://schemas.openxmlformats.org/drawingml/2006/main">
            <a:off x="7649029"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10¹⁸</a:t>
            </a:r>
          </a:p>
        </p:txBody>
      </p:sp>
      <p:sp>
        <p:nvSpPr>
          <p:cNvPr id="165" name="">
            <a:extLst xmlns:a="http://schemas.openxmlformats.org/drawingml/2006/main">
              <a:ext uri="{FF2B5EF4-FFF2-40B4-BE49-F238E27FC236}">
                <a16:creationId xmlns:a16="http://schemas.microsoft.com/office/drawing/2014/main" id="{F006B120-1459-4BF3-BEAB-290B44375462}"/>
              </a:ext>
            </a:extLst>
          </p:cNvPr>
          <p:cNvSpPr>
            <a:spLocks xmlns:a="http://schemas.openxmlformats.org/drawingml/2006/main" noGrp="1"/>
          </p:cNvSpPr>
          <p:nvPr/>
        </p:nvSpPr>
        <p:spPr>
          <a:xfrm xmlns:a="http://schemas.openxmlformats.org/drawingml/2006/main">
            <a:off x="4000500" y="4019550"/>
            <a:ext cx="419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log₁₀(nAr⁺ / m⁻³)</a:t>
            </a:r>
          </a:p>
        </p:txBody>
      </p:sp>
      <p:sp>
        <p:nvSpPr>
          <p:cNvPr id="167" name="">
            <a:extLst xmlns:a="http://schemas.openxmlformats.org/drawingml/2006/main">
              <a:ext uri="{FF2B5EF4-FFF2-40B4-BE49-F238E27FC236}">
                <a16:creationId xmlns:a16="http://schemas.microsoft.com/office/drawing/2014/main" id="{DCE5FA3A-917F-459B-903E-06DA821EA68C}"/>
              </a:ext>
            </a:extLst>
          </p:cNvPr>
          <p:cNvSpPr>
            <a:spLocks xmlns:a="http://schemas.openxmlformats.org/drawingml/2006/main" noGrp="1"/>
          </p:cNvSpPr>
          <p:nvPr/>
        </p:nvSpPr>
        <p:spPr>
          <a:xfrm xmlns:a="http://schemas.openxmlformats.org/drawingml/2006/main">
            <a:off x="666750" y="4791075"/>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∇·(ε₀∇φ) = −e(nAr⁺ − nₑ)</a:t>
            </a:r>
          </a:p>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λD/L ≪ 1 なら nAr⁺ ≃ nₑ</a:t>
            </a:r>
          </a:p>
        </p:txBody>
      </p:sp>
      <p:sp>
        <p:nvSpPr>
          <p:cNvPr id="169" name="">
            <a:extLst xmlns:a="http://schemas.openxmlformats.org/drawingml/2006/main">
              <a:ext uri="{FF2B5EF4-FFF2-40B4-BE49-F238E27FC236}">
                <a16:creationId xmlns:a16="http://schemas.microsoft.com/office/drawing/2014/main" id="{41F3E8ED-C86A-45EA-8E5E-B2988DDAD47B}"/>
              </a:ext>
            </a:extLst>
          </p:cNvPr>
          <p:cNvSpPr>
            <a:spLocks xmlns:a="http://schemas.openxmlformats.org/drawingml/2006/main" noGrp="1"/>
          </p:cNvSpPr>
          <p:nvPr/>
        </p:nvSpPr>
        <p:spPr>
          <a:xfrm xmlns:a="http://schemas.openxmlformats.org/drawingml/2006/main">
            <a:off x="6172200" y="4791075"/>
            <a:ext cx="519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035" b="0" i="0">
                <a:solidFill>
                  <a:srgbClr val="2F2F2F"/>
                </a:solidFill>
                <a:latin typeface="Noto Sans JP"/>
                <a:ea typeface="Noto Sans JP"/>
                <a:cs typeface="Noto Sans JP"/>
              </a:defRPr>
            </a:pPr>
            <a:r>
              <a:rPr sz="1035" b="0" i="0">
                <a:solidFill>
                  <a:srgbClr val="2F2F2F"/>
                </a:solidFill>
                <a:latin typeface="Noto Sans JP"/>
                <a:ea typeface="Noto Sans JP"/>
                <a:cs typeface="Noto Sans JP"/>
              </a:rPr>
              <a:t>two-termの|nAr⁺−nₑ|/maxは中央値 0.17%、95%点 18.9%。壁・シース節点を含む。</a:t>
            </a:r>
          </a:p>
        </p:txBody>
      </p:sp>
      <p:sp>
        <p:nvSpPr>
          <p:cNvPr id="172" name="">
            <a:extLst xmlns:a="http://schemas.openxmlformats.org/drawingml/2006/main">
              <a:ext uri="{FF2B5EF4-FFF2-40B4-BE49-F238E27FC236}">
                <a16:creationId xmlns:a16="http://schemas.microsoft.com/office/drawing/2014/main" id="{2898C881-CC84-4CAB-A7F5-508AD689D603}"/>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体積積分NAr⁺の</a:t>
            </a:r>
            <a:r>
              <a:rPr sz="1275" b="1" i="0">
                <a:solidFill>
                  <a:srgbClr val="6DBB20"/>
                </a:solidFill>
                <a:latin typeface="Noto Sans JP"/>
                <a:ea typeface="Noto Sans JP"/>
                <a:cs typeface="Noto Sans JP"/>
              </a:rPr>
              <a:t>標準COMSOL比</a:t>
            </a:r>
            <a:r>
              <a:rPr sz="1275" b="1" i="0">
                <a:solidFill>
                  <a:srgbClr val="6DBB20"/>
                </a:solidFill>
                <a:latin typeface="Noto Sans JP"/>
                <a:ea typeface="Noto Sans JP"/>
                <a:cs typeface="Noto Sans JP"/>
              </a:rPr>
              <a:t>（2T / MC / P1）= -35.4% / -35.0% / -34.8%。nₑと同じ</a:t>
            </a:r>
            <a:r>
              <a:rPr sz="1275" b="1" i="0">
                <a:solidFill>
                  <a:srgbClr val="6DBB20"/>
                </a:solidFill>
                <a:latin typeface="Noto Sans JP"/>
                <a:ea typeface="Noto Sans JP"/>
                <a:cs typeface="Noto Sans JP"/>
              </a:rPr>
              <a:t>全体応答</a:t>
            </a:r>
            <a:r>
              <a:rPr sz="1275" b="1" i="0">
                <a:solidFill>
                  <a:srgbClr val="6DBB20"/>
                </a:solidFill>
                <a:latin typeface="Noto Sans JP"/>
                <a:ea typeface="Noto Sans JP"/>
                <a:cs typeface="Noto Sans JP"/>
              </a:rPr>
              <a:t>。</a:t>
            </a:r>
          </a:p>
        </p:txBody>
      </p:sp>
      <p:sp>
        <p:nvSpPr>
          <p:cNvPr id="173" name="">
            <a:extLst xmlns:a="http://schemas.openxmlformats.org/drawingml/2006/main">
              <a:ext uri="{FF2B5EF4-FFF2-40B4-BE49-F238E27FC236}">
                <a16:creationId xmlns:a16="http://schemas.microsoft.com/office/drawing/2014/main" id="{0D400782-6EAB-4720-9933-07F54E963199}"/>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outputs/argon_gec_icp/comparison_exports/{original,two_term,monte_carlo,propagator}/fields_common_time.csv</a:t>
            </a:r>
          </a:p>
        </p:txBody>
      </p:sp>
      <p:sp>
        <p:nvSpPr>
          <p:cNvPr id="179" name="title">
            <a:extLst xmlns:a="http://schemas.openxmlformats.org/drawingml/2006/main">
              <a:ext uri="{FF2B5EF4-FFF2-40B4-BE49-F238E27FC236}">
                <a16:creationId xmlns:a16="http://schemas.microsoft.com/office/drawing/2014/main" id="{48276545-5B3A-4BF0-94D6-F4051EB0507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Ar⁺：電子密度に追随し、壁近傍では準中性から外れる</a:t>
            </a:r>
          </a:p>
        </p:txBody>
      </p:sp>
      <p:sp>
        <p:nvSpPr>
          <p:cNvPr id="180" name="">
            <a:extLst xmlns:a="http://schemas.openxmlformats.org/drawingml/2006/main">
              <a:ext uri="{FF2B5EF4-FFF2-40B4-BE49-F238E27FC236}">
                <a16:creationId xmlns:a16="http://schemas.microsoft.com/office/drawing/2014/main" id="{99FDD3D2-A149-45C6-B8C4-D139E7BA701C}"/>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81" name="section">
            <a:extLst xmlns:a="http://schemas.openxmlformats.org/drawingml/2006/main">
              <a:ext uri="{FF2B5EF4-FFF2-40B4-BE49-F238E27FC236}">
                <a16:creationId xmlns:a16="http://schemas.microsoft.com/office/drawing/2014/main" id="{31D81593-A0CF-491F-B134-8310777DC358}"/>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134071688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BA184BF-A17D-420B-801A-F040EEE1804B}"/>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標準COMSOL / two-term / Monte Carlo / propagatorを共通カラースケール</a:t>
            </a:r>
            <a:r>
              <a:rPr sz="1275" b="0" i="0">
                <a:solidFill>
                  <a:srgbClr val="008DB6"/>
                </a:solidFill>
                <a:latin typeface="Noto Sans JP"/>
                <a:ea typeface="Noto Sans JP"/>
                <a:cs typeface="Noto Sans JP"/>
              </a:rPr>
              <a:t>・t = 1 ms・4545共通節点で比較</a:t>
            </a:r>
          </a:p>
        </p:txBody>
      </p:sp>
      <p:sp>
        <p:nvSpPr>
          <p:cNvPr id="7" name="">
            <a:extLst xmlns:a="http://schemas.openxmlformats.org/drawingml/2006/main">
              <a:ext uri="{FF2B5EF4-FFF2-40B4-BE49-F238E27FC236}">
                <a16:creationId xmlns:a16="http://schemas.microsoft.com/office/drawing/2014/main" id="{DE22B30F-59B0-4A3B-86DA-6BD7D1B4BDC9}"/>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75A66975-B293-4502-8008-3ED62B2C8377}"/>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53</a:t>
            </a:r>
          </a:p>
        </p:txBody>
      </p:sp>
      <p:sp>
        <p:nvSpPr>
          <p:cNvPr id="9" name="">
            <a:extLst xmlns:a="http://schemas.openxmlformats.org/drawingml/2006/main">
              <a:ext uri="{FF2B5EF4-FFF2-40B4-BE49-F238E27FC236}">
                <a16:creationId xmlns:a16="http://schemas.microsoft.com/office/drawing/2014/main" id="{3695A35C-400E-48AB-B420-9FEA92197D88}"/>
              </a:ext>
            </a:extLst>
          </p:cNvPr>
          <p:cNvSpPr>
            <a:spLocks xmlns:a="http://schemas.openxmlformats.org/drawingml/2006/main" noGrp="1"/>
          </p:cNvSpPr>
          <p:nvPr/>
        </p:nvSpPr>
        <p:spPr>
          <a:xfrm xmlns:a="http://schemas.openxmlformats.org/drawingml/2006/main">
            <a:off x="371475"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標準COMSOL</a:t>
            </a:r>
          </a:p>
        </p:txBody>
      </p:sp>
      <p:sp>
        <p:nvSpPr>
          <p:cNvPr id="10" name="">
            <a:extLst xmlns:a="http://schemas.openxmlformats.org/drawingml/2006/main">
              <a:ext uri="{FF2B5EF4-FFF2-40B4-BE49-F238E27FC236}">
                <a16:creationId xmlns:a16="http://schemas.microsoft.com/office/drawing/2014/main" id="{822A2603-4780-44B9-9DBF-EEEA7127CBA4}"/>
              </a:ext>
            </a:extLst>
          </p:cNvPr>
          <p:cNvSpPr>
            <a:spLocks xmlns:a="http://schemas.openxmlformats.org/drawingml/2006/main" noGrp="1"/>
          </p:cNvSpPr>
          <p:nvPr/>
        </p:nvSpPr>
        <p:spPr>
          <a:xfrm xmlns:a="http://schemas.openxmlformats.org/drawingml/2006/main">
            <a:off x="561975"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190" name=""/>
          <p:cNvPicPr>
            <a:picLocks xmlns:a="http://schemas.openxmlformats.org/drawingml/2006/main" noChangeAspect="1"/>
          </p:cNvPicPr>
          <p:nvPr/>
        </p:nvPicPr>
        <p:blipFill>
          <a:blip xmlns:r="http://schemas.openxmlformats.org/officeDocument/2006/relationships" xmlns:a="http://schemas.openxmlformats.org/drawingml/2006/main" r:embed="R1b73549ed5a74de1"/>
          <a:stretch xmlns:a="http://schemas.openxmlformats.org/drawingml/2006/main"/>
        </p:blipFill>
        <p:spPr>
          <a:xfrm xmlns:a="http://schemas.openxmlformats.org/drawingml/2006/main">
            <a:off x="561975" y="1571625"/>
            <a:ext cx="2419350" cy="181451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B7B8D90-0196-4267-BBF6-7F831E2151A2}"/>
              </a:ext>
            </a:extLst>
          </p:cNvPr>
          <p:cNvSpPr>
            <a:spLocks xmlns:a="http://schemas.openxmlformats.org/drawingml/2006/main" noGrp="1"/>
          </p:cNvSpPr>
          <p:nvPr/>
        </p:nvSpPr>
        <p:spPr>
          <a:xfrm xmlns:a="http://schemas.openxmlformats.org/drawingml/2006/main">
            <a:off x="56197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3" name="">
            <a:extLst xmlns:a="http://schemas.openxmlformats.org/drawingml/2006/main">
              <a:ext uri="{FF2B5EF4-FFF2-40B4-BE49-F238E27FC236}">
                <a16:creationId xmlns:a16="http://schemas.microsoft.com/office/drawing/2014/main" id="{063E8B55-8EC8-4D38-823D-B2FF2877252F}"/>
              </a:ext>
            </a:extLst>
          </p:cNvPr>
          <p:cNvSpPr>
            <a:spLocks xmlns:a="http://schemas.openxmlformats.org/drawingml/2006/main" noGrp="1"/>
          </p:cNvSpPr>
          <p:nvPr/>
        </p:nvSpPr>
        <p:spPr>
          <a:xfrm xmlns:a="http://schemas.openxmlformats.org/drawingml/2006/main">
            <a:off x="43815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D5A58EB3-CB6A-4A93-B5D8-4171054E0827}"/>
              </a:ext>
            </a:extLst>
          </p:cNvPr>
          <p:cNvSpPr>
            <a:spLocks xmlns:a="http://schemas.openxmlformats.org/drawingml/2006/main" noGrp="1"/>
          </p:cNvSpPr>
          <p:nvPr/>
        </p:nvSpPr>
        <p:spPr>
          <a:xfrm xmlns:a="http://schemas.openxmlformats.org/drawingml/2006/main">
            <a:off x="1426029"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5" name="">
            <a:extLst xmlns:a="http://schemas.openxmlformats.org/drawingml/2006/main">
              <a:ext uri="{FF2B5EF4-FFF2-40B4-BE49-F238E27FC236}">
                <a16:creationId xmlns:a16="http://schemas.microsoft.com/office/drawing/2014/main" id="{C267E5C7-C7B5-4D71-807A-F16C3984A66E}"/>
              </a:ext>
            </a:extLst>
          </p:cNvPr>
          <p:cNvSpPr>
            <a:spLocks xmlns:a="http://schemas.openxmlformats.org/drawingml/2006/main" noGrp="1"/>
          </p:cNvSpPr>
          <p:nvPr/>
        </p:nvSpPr>
        <p:spPr>
          <a:xfrm xmlns:a="http://schemas.openxmlformats.org/drawingml/2006/main">
            <a:off x="1302204"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16" name="">
            <a:extLst xmlns:a="http://schemas.openxmlformats.org/drawingml/2006/main">
              <a:ext uri="{FF2B5EF4-FFF2-40B4-BE49-F238E27FC236}">
                <a16:creationId xmlns:a16="http://schemas.microsoft.com/office/drawing/2014/main" id="{2AA1DC02-C985-4123-8FBA-723C7BACAFFC}"/>
              </a:ext>
            </a:extLst>
          </p:cNvPr>
          <p:cNvSpPr>
            <a:spLocks xmlns:a="http://schemas.openxmlformats.org/drawingml/2006/main" noGrp="1"/>
          </p:cNvSpPr>
          <p:nvPr/>
        </p:nvSpPr>
        <p:spPr>
          <a:xfrm xmlns:a="http://schemas.openxmlformats.org/drawingml/2006/main">
            <a:off x="2290082"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7" name="">
            <a:extLst xmlns:a="http://schemas.openxmlformats.org/drawingml/2006/main">
              <a:ext uri="{FF2B5EF4-FFF2-40B4-BE49-F238E27FC236}">
                <a16:creationId xmlns:a16="http://schemas.microsoft.com/office/drawing/2014/main" id="{E8B1854C-7516-4D34-8722-6C89A410A037}"/>
              </a:ext>
            </a:extLst>
          </p:cNvPr>
          <p:cNvSpPr>
            <a:spLocks xmlns:a="http://schemas.openxmlformats.org/drawingml/2006/main" noGrp="1"/>
          </p:cNvSpPr>
          <p:nvPr/>
        </p:nvSpPr>
        <p:spPr>
          <a:xfrm xmlns:a="http://schemas.openxmlformats.org/drawingml/2006/main">
            <a:off x="2166257"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18" name="">
            <a:extLst xmlns:a="http://schemas.openxmlformats.org/drawingml/2006/main">
              <a:ext uri="{FF2B5EF4-FFF2-40B4-BE49-F238E27FC236}">
                <a16:creationId xmlns:a16="http://schemas.microsoft.com/office/drawing/2014/main" id="{1B5354BF-F2D6-4D82-8E5C-6ECD26FBE3B3}"/>
              </a:ext>
            </a:extLst>
          </p:cNvPr>
          <p:cNvSpPr>
            <a:spLocks xmlns:a="http://schemas.openxmlformats.org/drawingml/2006/main" noGrp="1"/>
          </p:cNvSpPr>
          <p:nvPr/>
        </p:nvSpPr>
        <p:spPr>
          <a:xfrm xmlns:a="http://schemas.openxmlformats.org/drawingml/2006/main">
            <a:off x="298132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19" name="">
            <a:extLst xmlns:a="http://schemas.openxmlformats.org/drawingml/2006/main">
              <a:ext uri="{FF2B5EF4-FFF2-40B4-BE49-F238E27FC236}">
                <a16:creationId xmlns:a16="http://schemas.microsoft.com/office/drawing/2014/main" id="{87570EAD-6B25-497F-90B7-A90F6CF94442}"/>
              </a:ext>
            </a:extLst>
          </p:cNvPr>
          <p:cNvSpPr>
            <a:spLocks xmlns:a="http://schemas.openxmlformats.org/drawingml/2006/main" noGrp="1"/>
          </p:cNvSpPr>
          <p:nvPr/>
        </p:nvSpPr>
        <p:spPr>
          <a:xfrm xmlns:a="http://schemas.openxmlformats.org/drawingml/2006/main">
            <a:off x="285750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20" name="">
            <a:extLst xmlns:a="http://schemas.openxmlformats.org/drawingml/2006/main">
              <a:ext uri="{FF2B5EF4-FFF2-40B4-BE49-F238E27FC236}">
                <a16:creationId xmlns:a16="http://schemas.microsoft.com/office/drawing/2014/main" id="{7D5B77E0-B93F-491D-8A7A-0C152B1619D5}"/>
              </a:ext>
            </a:extLst>
          </p:cNvPr>
          <p:cNvSpPr>
            <a:spLocks xmlns:a="http://schemas.openxmlformats.org/drawingml/2006/main" noGrp="1"/>
          </p:cNvSpPr>
          <p:nvPr/>
        </p:nvSpPr>
        <p:spPr>
          <a:xfrm xmlns:a="http://schemas.openxmlformats.org/drawingml/2006/main">
            <a:off x="514350"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1" name="">
            <a:extLst xmlns:a="http://schemas.openxmlformats.org/drawingml/2006/main">
              <a:ext uri="{FF2B5EF4-FFF2-40B4-BE49-F238E27FC236}">
                <a16:creationId xmlns:a16="http://schemas.microsoft.com/office/drawing/2014/main" id="{0A4F527A-78DE-4B5C-955B-26F3D3BB99AB}"/>
              </a:ext>
            </a:extLst>
          </p:cNvPr>
          <p:cNvSpPr>
            <a:spLocks xmlns:a="http://schemas.openxmlformats.org/drawingml/2006/main" noGrp="1"/>
          </p:cNvSpPr>
          <p:nvPr/>
        </p:nvSpPr>
        <p:spPr>
          <a:xfrm xmlns:a="http://schemas.openxmlformats.org/drawingml/2006/main">
            <a:off x="200025"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22" name="">
            <a:extLst xmlns:a="http://schemas.openxmlformats.org/drawingml/2006/main">
              <a:ext uri="{FF2B5EF4-FFF2-40B4-BE49-F238E27FC236}">
                <a16:creationId xmlns:a16="http://schemas.microsoft.com/office/drawing/2014/main" id="{0DD2B643-E468-4DB2-92A7-D87A26A101EB}"/>
              </a:ext>
            </a:extLst>
          </p:cNvPr>
          <p:cNvSpPr>
            <a:spLocks xmlns:a="http://schemas.openxmlformats.org/drawingml/2006/main" noGrp="1"/>
          </p:cNvSpPr>
          <p:nvPr/>
        </p:nvSpPr>
        <p:spPr>
          <a:xfrm xmlns:a="http://schemas.openxmlformats.org/drawingml/2006/main">
            <a:off x="514350"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3" name="">
            <a:extLst xmlns:a="http://schemas.openxmlformats.org/drawingml/2006/main">
              <a:ext uri="{FF2B5EF4-FFF2-40B4-BE49-F238E27FC236}">
                <a16:creationId xmlns:a16="http://schemas.microsoft.com/office/drawing/2014/main" id="{0FD439E3-80BC-411C-939E-65DD6114B70E}"/>
              </a:ext>
            </a:extLst>
          </p:cNvPr>
          <p:cNvSpPr>
            <a:spLocks xmlns:a="http://schemas.openxmlformats.org/drawingml/2006/main" noGrp="1"/>
          </p:cNvSpPr>
          <p:nvPr/>
        </p:nvSpPr>
        <p:spPr>
          <a:xfrm xmlns:a="http://schemas.openxmlformats.org/drawingml/2006/main">
            <a:off x="200025"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24" name="">
            <a:extLst xmlns:a="http://schemas.openxmlformats.org/drawingml/2006/main">
              <a:ext uri="{FF2B5EF4-FFF2-40B4-BE49-F238E27FC236}">
                <a16:creationId xmlns:a16="http://schemas.microsoft.com/office/drawing/2014/main" id="{CDBFE6B6-ECC4-44F7-9869-8F33978CC6C3}"/>
              </a:ext>
            </a:extLst>
          </p:cNvPr>
          <p:cNvSpPr>
            <a:spLocks xmlns:a="http://schemas.openxmlformats.org/drawingml/2006/main" noGrp="1"/>
          </p:cNvSpPr>
          <p:nvPr/>
        </p:nvSpPr>
        <p:spPr>
          <a:xfrm xmlns:a="http://schemas.openxmlformats.org/drawingml/2006/main">
            <a:off x="514350"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5" name="">
            <a:extLst xmlns:a="http://schemas.openxmlformats.org/drawingml/2006/main">
              <a:ext uri="{FF2B5EF4-FFF2-40B4-BE49-F238E27FC236}">
                <a16:creationId xmlns:a16="http://schemas.microsoft.com/office/drawing/2014/main" id="{DE594526-B13A-435D-B5AB-A9B0886711F6}"/>
              </a:ext>
            </a:extLst>
          </p:cNvPr>
          <p:cNvSpPr>
            <a:spLocks xmlns:a="http://schemas.openxmlformats.org/drawingml/2006/main" noGrp="1"/>
          </p:cNvSpPr>
          <p:nvPr/>
        </p:nvSpPr>
        <p:spPr>
          <a:xfrm xmlns:a="http://schemas.openxmlformats.org/drawingml/2006/main">
            <a:off x="200025"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26" name="">
            <a:extLst xmlns:a="http://schemas.openxmlformats.org/drawingml/2006/main">
              <a:ext uri="{FF2B5EF4-FFF2-40B4-BE49-F238E27FC236}">
                <a16:creationId xmlns:a16="http://schemas.microsoft.com/office/drawing/2014/main" id="{53562E78-7D39-459A-BED3-5EA3AA60B451}"/>
              </a:ext>
            </a:extLst>
          </p:cNvPr>
          <p:cNvSpPr>
            <a:spLocks xmlns:a="http://schemas.openxmlformats.org/drawingml/2006/main" noGrp="1"/>
          </p:cNvSpPr>
          <p:nvPr/>
        </p:nvSpPr>
        <p:spPr>
          <a:xfrm xmlns:a="http://schemas.openxmlformats.org/drawingml/2006/main">
            <a:off x="514350"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27" name="">
            <a:extLst xmlns:a="http://schemas.openxmlformats.org/drawingml/2006/main">
              <a:ext uri="{FF2B5EF4-FFF2-40B4-BE49-F238E27FC236}">
                <a16:creationId xmlns:a16="http://schemas.microsoft.com/office/drawing/2014/main" id="{853A8901-4856-4BC9-9813-CD11C94DAFB9}"/>
              </a:ext>
            </a:extLst>
          </p:cNvPr>
          <p:cNvSpPr>
            <a:spLocks xmlns:a="http://schemas.openxmlformats.org/drawingml/2006/main" noGrp="1"/>
          </p:cNvSpPr>
          <p:nvPr/>
        </p:nvSpPr>
        <p:spPr>
          <a:xfrm xmlns:a="http://schemas.openxmlformats.org/drawingml/2006/main">
            <a:off x="200025"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28" name="">
            <a:extLst xmlns:a="http://schemas.openxmlformats.org/drawingml/2006/main">
              <a:ext uri="{FF2B5EF4-FFF2-40B4-BE49-F238E27FC236}">
                <a16:creationId xmlns:a16="http://schemas.microsoft.com/office/drawing/2014/main" id="{57251B93-2910-44F8-BFCB-56FF043436A2}"/>
              </a:ext>
            </a:extLst>
          </p:cNvPr>
          <p:cNvSpPr>
            <a:spLocks xmlns:a="http://schemas.openxmlformats.org/drawingml/2006/main" noGrp="1"/>
          </p:cNvSpPr>
          <p:nvPr/>
        </p:nvSpPr>
        <p:spPr>
          <a:xfrm xmlns:a="http://schemas.openxmlformats.org/drawingml/2006/main">
            <a:off x="1438275"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29" name="">
            <a:extLst xmlns:a="http://schemas.openxmlformats.org/drawingml/2006/main">
              <a:ext uri="{FF2B5EF4-FFF2-40B4-BE49-F238E27FC236}">
                <a16:creationId xmlns:a16="http://schemas.microsoft.com/office/drawing/2014/main" id="{463D2AF5-D634-4738-9A8B-BDEA60E890BC}"/>
              </a:ext>
            </a:extLst>
          </p:cNvPr>
          <p:cNvSpPr>
            <a:spLocks xmlns:a="http://schemas.openxmlformats.org/drawingml/2006/main" noGrp="1"/>
          </p:cNvSpPr>
          <p:nvPr/>
        </p:nvSpPr>
        <p:spPr>
          <a:xfrm xmlns:a="http://schemas.openxmlformats.org/drawingml/2006/main">
            <a:off x="142875" y="2393156"/>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z [cm]</a:t>
            </a:r>
          </a:p>
        </p:txBody>
      </p:sp>
      <p:sp>
        <p:nvSpPr>
          <p:cNvPr id="30" name="">
            <a:extLst xmlns:a="http://schemas.openxmlformats.org/drawingml/2006/main">
              <a:ext uri="{FF2B5EF4-FFF2-40B4-BE49-F238E27FC236}">
                <a16:creationId xmlns:a16="http://schemas.microsoft.com/office/drawing/2014/main" id="{0BAB5738-0ADA-4A20-B956-698E47F72FE5}"/>
              </a:ext>
            </a:extLst>
          </p:cNvPr>
          <p:cNvSpPr>
            <a:spLocks xmlns:a="http://schemas.openxmlformats.org/drawingml/2006/main" noGrp="1"/>
          </p:cNvSpPr>
          <p:nvPr/>
        </p:nvSpPr>
        <p:spPr>
          <a:xfrm xmlns:a="http://schemas.openxmlformats.org/drawingml/2006/main">
            <a:off x="3333750"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two-term</a:t>
            </a:r>
          </a:p>
        </p:txBody>
      </p:sp>
      <p:sp>
        <p:nvSpPr>
          <p:cNvPr id="31" name="">
            <a:extLst xmlns:a="http://schemas.openxmlformats.org/drawingml/2006/main">
              <a:ext uri="{FF2B5EF4-FFF2-40B4-BE49-F238E27FC236}">
                <a16:creationId xmlns:a16="http://schemas.microsoft.com/office/drawing/2014/main" id="{7D746913-0F23-4457-ACB4-F280735AD8A5}"/>
              </a:ext>
            </a:extLst>
          </p:cNvPr>
          <p:cNvSpPr>
            <a:spLocks xmlns:a="http://schemas.openxmlformats.org/drawingml/2006/main" noGrp="1"/>
          </p:cNvSpPr>
          <p:nvPr/>
        </p:nvSpPr>
        <p:spPr>
          <a:xfrm xmlns:a="http://schemas.openxmlformats.org/drawingml/2006/main">
            <a:off x="3524250"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11" name=""/>
          <p:cNvPicPr>
            <a:picLocks xmlns:a="http://schemas.openxmlformats.org/drawingml/2006/main" noChangeAspect="1"/>
          </p:cNvPicPr>
          <p:nvPr/>
        </p:nvPicPr>
        <p:blipFill>
          <a:blip xmlns:r="http://schemas.openxmlformats.org/officeDocument/2006/relationships" xmlns:a="http://schemas.openxmlformats.org/drawingml/2006/main" r:embed="R896487e4f0584667"/>
          <a:stretch xmlns:a="http://schemas.openxmlformats.org/drawingml/2006/main"/>
        </p:blipFill>
        <p:spPr>
          <a:xfrm xmlns:a="http://schemas.openxmlformats.org/drawingml/2006/main">
            <a:off x="3524250" y="1571625"/>
            <a:ext cx="2419350" cy="1814513"/>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DD74121C-4287-4E02-80C9-E13856FD6598}"/>
              </a:ext>
            </a:extLst>
          </p:cNvPr>
          <p:cNvSpPr>
            <a:spLocks xmlns:a="http://schemas.openxmlformats.org/drawingml/2006/main" noGrp="1"/>
          </p:cNvSpPr>
          <p:nvPr/>
        </p:nvSpPr>
        <p:spPr>
          <a:xfrm xmlns:a="http://schemas.openxmlformats.org/drawingml/2006/main">
            <a:off x="352425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4" name="">
            <a:extLst xmlns:a="http://schemas.openxmlformats.org/drawingml/2006/main">
              <a:ext uri="{FF2B5EF4-FFF2-40B4-BE49-F238E27FC236}">
                <a16:creationId xmlns:a16="http://schemas.microsoft.com/office/drawing/2014/main" id="{794658F3-5468-4B1E-BEFA-FBDCA5B25BCB}"/>
              </a:ext>
            </a:extLst>
          </p:cNvPr>
          <p:cNvSpPr>
            <a:spLocks xmlns:a="http://schemas.openxmlformats.org/drawingml/2006/main" noGrp="1"/>
          </p:cNvSpPr>
          <p:nvPr/>
        </p:nvSpPr>
        <p:spPr>
          <a:xfrm xmlns:a="http://schemas.openxmlformats.org/drawingml/2006/main">
            <a:off x="340042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35" name="">
            <a:extLst xmlns:a="http://schemas.openxmlformats.org/drawingml/2006/main">
              <a:ext uri="{FF2B5EF4-FFF2-40B4-BE49-F238E27FC236}">
                <a16:creationId xmlns:a16="http://schemas.microsoft.com/office/drawing/2014/main" id="{6BAB3A23-E245-41CD-BD33-91B95AC6DBB3}"/>
              </a:ext>
            </a:extLst>
          </p:cNvPr>
          <p:cNvSpPr>
            <a:spLocks xmlns:a="http://schemas.openxmlformats.org/drawingml/2006/main" noGrp="1"/>
          </p:cNvSpPr>
          <p:nvPr/>
        </p:nvSpPr>
        <p:spPr>
          <a:xfrm xmlns:a="http://schemas.openxmlformats.org/drawingml/2006/main">
            <a:off x="4388304"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6" name="">
            <a:extLst xmlns:a="http://schemas.openxmlformats.org/drawingml/2006/main">
              <a:ext uri="{FF2B5EF4-FFF2-40B4-BE49-F238E27FC236}">
                <a16:creationId xmlns:a16="http://schemas.microsoft.com/office/drawing/2014/main" id="{080C2798-9EA9-4AE4-B425-77ED35CC6EC0}"/>
              </a:ext>
            </a:extLst>
          </p:cNvPr>
          <p:cNvSpPr>
            <a:spLocks xmlns:a="http://schemas.openxmlformats.org/drawingml/2006/main" noGrp="1"/>
          </p:cNvSpPr>
          <p:nvPr/>
        </p:nvSpPr>
        <p:spPr>
          <a:xfrm xmlns:a="http://schemas.openxmlformats.org/drawingml/2006/main">
            <a:off x="4264479"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37" name="">
            <a:extLst xmlns:a="http://schemas.openxmlformats.org/drawingml/2006/main">
              <a:ext uri="{FF2B5EF4-FFF2-40B4-BE49-F238E27FC236}">
                <a16:creationId xmlns:a16="http://schemas.microsoft.com/office/drawing/2014/main" id="{8B25424F-D45E-4C09-B298-7F35F3A497F6}"/>
              </a:ext>
            </a:extLst>
          </p:cNvPr>
          <p:cNvSpPr>
            <a:spLocks xmlns:a="http://schemas.openxmlformats.org/drawingml/2006/main" noGrp="1"/>
          </p:cNvSpPr>
          <p:nvPr/>
        </p:nvSpPr>
        <p:spPr>
          <a:xfrm xmlns:a="http://schemas.openxmlformats.org/drawingml/2006/main">
            <a:off x="5252357"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38" name="">
            <a:extLst xmlns:a="http://schemas.openxmlformats.org/drawingml/2006/main">
              <a:ext uri="{FF2B5EF4-FFF2-40B4-BE49-F238E27FC236}">
                <a16:creationId xmlns:a16="http://schemas.microsoft.com/office/drawing/2014/main" id="{8C3C892C-0559-4E8E-8A22-89999F5AA98C}"/>
              </a:ext>
            </a:extLst>
          </p:cNvPr>
          <p:cNvSpPr>
            <a:spLocks xmlns:a="http://schemas.openxmlformats.org/drawingml/2006/main" noGrp="1"/>
          </p:cNvSpPr>
          <p:nvPr/>
        </p:nvSpPr>
        <p:spPr>
          <a:xfrm xmlns:a="http://schemas.openxmlformats.org/drawingml/2006/main">
            <a:off x="5128532"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39" name="">
            <a:extLst xmlns:a="http://schemas.openxmlformats.org/drawingml/2006/main">
              <a:ext uri="{FF2B5EF4-FFF2-40B4-BE49-F238E27FC236}">
                <a16:creationId xmlns:a16="http://schemas.microsoft.com/office/drawing/2014/main" id="{58A76A3E-E84F-4995-A444-8A3811C8D7EE}"/>
              </a:ext>
            </a:extLst>
          </p:cNvPr>
          <p:cNvSpPr>
            <a:spLocks xmlns:a="http://schemas.openxmlformats.org/drawingml/2006/main" noGrp="1"/>
          </p:cNvSpPr>
          <p:nvPr/>
        </p:nvSpPr>
        <p:spPr>
          <a:xfrm xmlns:a="http://schemas.openxmlformats.org/drawingml/2006/main">
            <a:off x="594360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0" name="">
            <a:extLst xmlns:a="http://schemas.openxmlformats.org/drawingml/2006/main">
              <a:ext uri="{FF2B5EF4-FFF2-40B4-BE49-F238E27FC236}">
                <a16:creationId xmlns:a16="http://schemas.microsoft.com/office/drawing/2014/main" id="{9BDB3816-F516-454C-848F-EDC0F6813A1F}"/>
              </a:ext>
            </a:extLst>
          </p:cNvPr>
          <p:cNvSpPr>
            <a:spLocks xmlns:a="http://schemas.openxmlformats.org/drawingml/2006/main" noGrp="1"/>
          </p:cNvSpPr>
          <p:nvPr/>
        </p:nvSpPr>
        <p:spPr>
          <a:xfrm xmlns:a="http://schemas.openxmlformats.org/drawingml/2006/main">
            <a:off x="581977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41" name="">
            <a:extLst xmlns:a="http://schemas.openxmlformats.org/drawingml/2006/main">
              <a:ext uri="{FF2B5EF4-FFF2-40B4-BE49-F238E27FC236}">
                <a16:creationId xmlns:a16="http://schemas.microsoft.com/office/drawing/2014/main" id="{F27FFB6B-B89A-42A7-B4D2-66C957AB7BBE}"/>
              </a:ext>
            </a:extLst>
          </p:cNvPr>
          <p:cNvSpPr>
            <a:spLocks xmlns:a="http://schemas.openxmlformats.org/drawingml/2006/main" noGrp="1"/>
          </p:cNvSpPr>
          <p:nvPr/>
        </p:nvSpPr>
        <p:spPr>
          <a:xfrm xmlns:a="http://schemas.openxmlformats.org/drawingml/2006/main">
            <a:off x="3476625"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2" name="">
            <a:extLst xmlns:a="http://schemas.openxmlformats.org/drawingml/2006/main">
              <a:ext uri="{FF2B5EF4-FFF2-40B4-BE49-F238E27FC236}">
                <a16:creationId xmlns:a16="http://schemas.microsoft.com/office/drawing/2014/main" id="{A71B895A-8CDB-4996-982F-E2E46F4B07B3}"/>
              </a:ext>
            </a:extLst>
          </p:cNvPr>
          <p:cNvSpPr>
            <a:spLocks xmlns:a="http://schemas.openxmlformats.org/drawingml/2006/main" noGrp="1"/>
          </p:cNvSpPr>
          <p:nvPr/>
        </p:nvSpPr>
        <p:spPr>
          <a:xfrm xmlns:a="http://schemas.openxmlformats.org/drawingml/2006/main">
            <a:off x="3162300"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43" name="">
            <a:extLst xmlns:a="http://schemas.openxmlformats.org/drawingml/2006/main">
              <a:ext uri="{FF2B5EF4-FFF2-40B4-BE49-F238E27FC236}">
                <a16:creationId xmlns:a16="http://schemas.microsoft.com/office/drawing/2014/main" id="{371F16E0-1399-49ED-87B4-E6514C1D962C}"/>
              </a:ext>
            </a:extLst>
          </p:cNvPr>
          <p:cNvSpPr>
            <a:spLocks xmlns:a="http://schemas.openxmlformats.org/drawingml/2006/main" noGrp="1"/>
          </p:cNvSpPr>
          <p:nvPr/>
        </p:nvSpPr>
        <p:spPr>
          <a:xfrm xmlns:a="http://schemas.openxmlformats.org/drawingml/2006/main">
            <a:off x="3476625"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4" name="">
            <a:extLst xmlns:a="http://schemas.openxmlformats.org/drawingml/2006/main">
              <a:ext uri="{FF2B5EF4-FFF2-40B4-BE49-F238E27FC236}">
                <a16:creationId xmlns:a16="http://schemas.microsoft.com/office/drawing/2014/main" id="{2BDC55EC-78C2-4FC6-B8B4-E2E1EDEB15C9}"/>
              </a:ext>
            </a:extLst>
          </p:cNvPr>
          <p:cNvSpPr>
            <a:spLocks xmlns:a="http://schemas.openxmlformats.org/drawingml/2006/main" noGrp="1"/>
          </p:cNvSpPr>
          <p:nvPr/>
        </p:nvSpPr>
        <p:spPr>
          <a:xfrm xmlns:a="http://schemas.openxmlformats.org/drawingml/2006/main">
            <a:off x="3162300"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45" name="">
            <a:extLst xmlns:a="http://schemas.openxmlformats.org/drawingml/2006/main">
              <a:ext uri="{FF2B5EF4-FFF2-40B4-BE49-F238E27FC236}">
                <a16:creationId xmlns:a16="http://schemas.microsoft.com/office/drawing/2014/main" id="{5285C139-DB7C-498A-A3D7-A7E1C3696EF1}"/>
              </a:ext>
            </a:extLst>
          </p:cNvPr>
          <p:cNvSpPr>
            <a:spLocks xmlns:a="http://schemas.openxmlformats.org/drawingml/2006/main" noGrp="1"/>
          </p:cNvSpPr>
          <p:nvPr/>
        </p:nvSpPr>
        <p:spPr>
          <a:xfrm xmlns:a="http://schemas.openxmlformats.org/drawingml/2006/main">
            <a:off x="3476625"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6" name="">
            <a:extLst xmlns:a="http://schemas.openxmlformats.org/drawingml/2006/main">
              <a:ext uri="{FF2B5EF4-FFF2-40B4-BE49-F238E27FC236}">
                <a16:creationId xmlns:a16="http://schemas.microsoft.com/office/drawing/2014/main" id="{6C82ECEF-BA91-483A-AA7A-7EF81B611456}"/>
              </a:ext>
            </a:extLst>
          </p:cNvPr>
          <p:cNvSpPr>
            <a:spLocks xmlns:a="http://schemas.openxmlformats.org/drawingml/2006/main" noGrp="1"/>
          </p:cNvSpPr>
          <p:nvPr/>
        </p:nvSpPr>
        <p:spPr>
          <a:xfrm xmlns:a="http://schemas.openxmlformats.org/drawingml/2006/main">
            <a:off x="3162300"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47" name="">
            <a:extLst xmlns:a="http://schemas.openxmlformats.org/drawingml/2006/main">
              <a:ext uri="{FF2B5EF4-FFF2-40B4-BE49-F238E27FC236}">
                <a16:creationId xmlns:a16="http://schemas.microsoft.com/office/drawing/2014/main" id="{8ADE0DF0-FC27-4066-9526-344A1C9AE930}"/>
              </a:ext>
            </a:extLst>
          </p:cNvPr>
          <p:cNvSpPr>
            <a:spLocks xmlns:a="http://schemas.openxmlformats.org/drawingml/2006/main" noGrp="1"/>
          </p:cNvSpPr>
          <p:nvPr/>
        </p:nvSpPr>
        <p:spPr>
          <a:xfrm xmlns:a="http://schemas.openxmlformats.org/drawingml/2006/main">
            <a:off x="3476625"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48" name="">
            <a:extLst xmlns:a="http://schemas.openxmlformats.org/drawingml/2006/main">
              <a:ext uri="{FF2B5EF4-FFF2-40B4-BE49-F238E27FC236}">
                <a16:creationId xmlns:a16="http://schemas.microsoft.com/office/drawing/2014/main" id="{663DB9E5-1CBC-4ED7-8A30-BC9CA5480435}"/>
              </a:ext>
            </a:extLst>
          </p:cNvPr>
          <p:cNvSpPr>
            <a:spLocks xmlns:a="http://schemas.openxmlformats.org/drawingml/2006/main" noGrp="1"/>
          </p:cNvSpPr>
          <p:nvPr/>
        </p:nvSpPr>
        <p:spPr>
          <a:xfrm xmlns:a="http://schemas.openxmlformats.org/drawingml/2006/main">
            <a:off x="3162300"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49" name="">
            <a:extLst xmlns:a="http://schemas.openxmlformats.org/drawingml/2006/main">
              <a:ext uri="{FF2B5EF4-FFF2-40B4-BE49-F238E27FC236}">
                <a16:creationId xmlns:a16="http://schemas.microsoft.com/office/drawing/2014/main" id="{EAFF1915-B111-4B8F-82F7-BFBF0ABAFFA2}"/>
              </a:ext>
            </a:extLst>
          </p:cNvPr>
          <p:cNvSpPr>
            <a:spLocks xmlns:a="http://schemas.openxmlformats.org/drawingml/2006/main" noGrp="1"/>
          </p:cNvSpPr>
          <p:nvPr/>
        </p:nvSpPr>
        <p:spPr>
          <a:xfrm xmlns:a="http://schemas.openxmlformats.org/drawingml/2006/main">
            <a:off x="4400550"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50" name="">
            <a:extLst xmlns:a="http://schemas.openxmlformats.org/drawingml/2006/main">
              <a:ext uri="{FF2B5EF4-FFF2-40B4-BE49-F238E27FC236}">
                <a16:creationId xmlns:a16="http://schemas.microsoft.com/office/drawing/2014/main" id="{7CEE030D-F059-4A79-8592-A58868BF4E94}"/>
              </a:ext>
            </a:extLst>
          </p:cNvPr>
          <p:cNvSpPr>
            <a:spLocks xmlns:a="http://schemas.openxmlformats.org/drawingml/2006/main" noGrp="1"/>
          </p:cNvSpPr>
          <p:nvPr/>
        </p:nvSpPr>
        <p:spPr>
          <a:xfrm xmlns:a="http://schemas.openxmlformats.org/drawingml/2006/main">
            <a:off x="6296025"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Monte Carlo</a:t>
            </a:r>
          </a:p>
        </p:txBody>
      </p:sp>
      <p:sp>
        <p:nvSpPr>
          <p:cNvPr id="51" name="">
            <a:extLst xmlns:a="http://schemas.openxmlformats.org/drawingml/2006/main">
              <a:ext uri="{FF2B5EF4-FFF2-40B4-BE49-F238E27FC236}">
                <a16:creationId xmlns:a16="http://schemas.microsoft.com/office/drawing/2014/main" id="{0E8CD95E-F729-4448-AA90-6357207E098D}"/>
              </a:ext>
            </a:extLst>
          </p:cNvPr>
          <p:cNvSpPr>
            <a:spLocks xmlns:a="http://schemas.openxmlformats.org/drawingml/2006/main" noGrp="1"/>
          </p:cNvSpPr>
          <p:nvPr/>
        </p:nvSpPr>
        <p:spPr>
          <a:xfrm xmlns:a="http://schemas.openxmlformats.org/drawingml/2006/main">
            <a:off x="6486525"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31" name=""/>
          <p:cNvPicPr>
            <a:picLocks xmlns:a="http://schemas.openxmlformats.org/drawingml/2006/main" noChangeAspect="1"/>
          </p:cNvPicPr>
          <p:nvPr/>
        </p:nvPicPr>
        <p:blipFill>
          <a:blip xmlns:r="http://schemas.openxmlformats.org/officeDocument/2006/relationships" xmlns:a="http://schemas.openxmlformats.org/drawingml/2006/main" r:embed="R25663b1c45e049b4"/>
          <a:stretch xmlns:a="http://schemas.openxmlformats.org/drawingml/2006/main"/>
        </p:blipFill>
        <p:spPr>
          <a:xfrm xmlns:a="http://schemas.openxmlformats.org/drawingml/2006/main">
            <a:off x="6486525" y="1571625"/>
            <a:ext cx="2419350" cy="1814513"/>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A9F1B88C-4402-414E-BA24-A55E0721DAEA}"/>
              </a:ext>
            </a:extLst>
          </p:cNvPr>
          <p:cNvSpPr>
            <a:spLocks xmlns:a="http://schemas.openxmlformats.org/drawingml/2006/main" noGrp="1"/>
          </p:cNvSpPr>
          <p:nvPr/>
        </p:nvSpPr>
        <p:spPr>
          <a:xfrm xmlns:a="http://schemas.openxmlformats.org/drawingml/2006/main">
            <a:off x="648652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4" name="">
            <a:extLst xmlns:a="http://schemas.openxmlformats.org/drawingml/2006/main">
              <a:ext uri="{FF2B5EF4-FFF2-40B4-BE49-F238E27FC236}">
                <a16:creationId xmlns:a16="http://schemas.microsoft.com/office/drawing/2014/main" id="{5AE82212-23DC-4123-A748-2CBB1D9EB3BA}"/>
              </a:ext>
            </a:extLst>
          </p:cNvPr>
          <p:cNvSpPr>
            <a:spLocks xmlns:a="http://schemas.openxmlformats.org/drawingml/2006/main" noGrp="1"/>
          </p:cNvSpPr>
          <p:nvPr/>
        </p:nvSpPr>
        <p:spPr>
          <a:xfrm xmlns:a="http://schemas.openxmlformats.org/drawingml/2006/main">
            <a:off x="636270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55" name="">
            <a:extLst xmlns:a="http://schemas.openxmlformats.org/drawingml/2006/main">
              <a:ext uri="{FF2B5EF4-FFF2-40B4-BE49-F238E27FC236}">
                <a16:creationId xmlns:a16="http://schemas.microsoft.com/office/drawing/2014/main" id="{4ABADDEE-ABC1-454B-95C7-8390E68B0C09}"/>
              </a:ext>
            </a:extLst>
          </p:cNvPr>
          <p:cNvSpPr>
            <a:spLocks xmlns:a="http://schemas.openxmlformats.org/drawingml/2006/main" noGrp="1"/>
          </p:cNvSpPr>
          <p:nvPr/>
        </p:nvSpPr>
        <p:spPr>
          <a:xfrm xmlns:a="http://schemas.openxmlformats.org/drawingml/2006/main">
            <a:off x="7350579"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6" name="">
            <a:extLst xmlns:a="http://schemas.openxmlformats.org/drawingml/2006/main">
              <a:ext uri="{FF2B5EF4-FFF2-40B4-BE49-F238E27FC236}">
                <a16:creationId xmlns:a16="http://schemas.microsoft.com/office/drawing/2014/main" id="{4CEC47CE-6CAA-48D4-8FD2-C272A404C40B}"/>
              </a:ext>
            </a:extLst>
          </p:cNvPr>
          <p:cNvSpPr>
            <a:spLocks xmlns:a="http://schemas.openxmlformats.org/drawingml/2006/main" noGrp="1"/>
          </p:cNvSpPr>
          <p:nvPr/>
        </p:nvSpPr>
        <p:spPr>
          <a:xfrm xmlns:a="http://schemas.openxmlformats.org/drawingml/2006/main">
            <a:off x="7226754"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57" name="">
            <a:extLst xmlns:a="http://schemas.openxmlformats.org/drawingml/2006/main">
              <a:ext uri="{FF2B5EF4-FFF2-40B4-BE49-F238E27FC236}">
                <a16:creationId xmlns:a16="http://schemas.microsoft.com/office/drawing/2014/main" id="{D10E5606-1F22-4444-8A20-BE841AA2F95D}"/>
              </a:ext>
            </a:extLst>
          </p:cNvPr>
          <p:cNvSpPr>
            <a:spLocks xmlns:a="http://schemas.openxmlformats.org/drawingml/2006/main" noGrp="1"/>
          </p:cNvSpPr>
          <p:nvPr/>
        </p:nvSpPr>
        <p:spPr>
          <a:xfrm xmlns:a="http://schemas.openxmlformats.org/drawingml/2006/main">
            <a:off x="8214632"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58" name="">
            <a:extLst xmlns:a="http://schemas.openxmlformats.org/drawingml/2006/main">
              <a:ext uri="{FF2B5EF4-FFF2-40B4-BE49-F238E27FC236}">
                <a16:creationId xmlns:a16="http://schemas.microsoft.com/office/drawing/2014/main" id="{21AC952D-9E38-4FBE-AE24-7C135665DB86}"/>
              </a:ext>
            </a:extLst>
          </p:cNvPr>
          <p:cNvSpPr>
            <a:spLocks xmlns:a="http://schemas.openxmlformats.org/drawingml/2006/main" noGrp="1"/>
          </p:cNvSpPr>
          <p:nvPr/>
        </p:nvSpPr>
        <p:spPr>
          <a:xfrm xmlns:a="http://schemas.openxmlformats.org/drawingml/2006/main">
            <a:off x="8090807"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59" name="">
            <a:extLst xmlns:a="http://schemas.openxmlformats.org/drawingml/2006/main">
              <a:ext uri="{FF2B5EF4-FFF2-40B4-BE49-F238E27FC236}">
                <a16:creationId xmlns:a16="http://schemas.microsoft.com/office/drawing/2014/main" id="{5A926D76-D737-4D31-B281-D41A8349F19C}"/>
              </a:ext>
            </a:extLst>
          </p:cNvPr>
          <p:cNvSpPr>
            <a:spLocks xmlns:a="http://schemas.openxmlformats.org/drawingml/2006/main" noGrp="1"/>
          </p:cNvSpPr>
          <p:nvPr/>
        </p:nvSpPr>
        <p:spPr>
          <a:xfrm xmlns:a="http://schemas.openxmlformats.org/drawingml/2006/main">
            <a:off x="8905875"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0" name="">
            <a:extLst xmlns:a="http://schemas.openxmlformats.org/drawingml/2006/main">
              <a:ext uri="{FF2B5EF4-FFF2-40B4-BE49-F238E27FC236}">
                <a16:creationId xmlns:a16="http://schemas.microsoft.com/office/drawing/2014/main" id="{9D6DC870-F470-4B1B-862E-3E9409A91016}"/>
              </a:ext>
            </a:extLst>
          </p:cNvPr>
          <p:cNvSpPr>
            <a:spLocks xmlns:a="http://schemas.openxmlformats.org/drawingml/2006/main" noGrp="1"/>
          </p:cNvSpPr>
          <p:nvPr/>
        </p:nvSpPr>
        <p:spPr>
          <a:xfrm xmlns:a="http://schemas.openxmlformats.org/drawingml/2006/main">
            <a:off x="8782050"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61" name="">
            <a:extLst xmlns:a="http://schemas.openxmlformats.org/drawingml/2006/main">
              <a:ext uri="{FF2B5EF4-FFF2-40B4-BE49-F238E27FC236}">
                <a16:creationId xmlns:a16="http://schemas.microsoft.com/office/drawing/2014/main" id="{F24ED4CE-30C1-4DAA-977F-BEE059C63499}"/>
              </a:ext>
            </a:extLst>
          </p:cNvPr>
          <p:cNvSpPr>
            <a:spLocks xmlns:a="http://schemas.openxmlformats.org/drawingml/2006/main" noGrp="1"/>
          </p:cNvSpPr>
          <p:nvPr/>
        </p:nvSpPr>
        <p:spPr>
          <a:xfrm xmlns:a="http://schemas.openxmlformats.org/drawingml/2006/main">
            <a:off x="6438900"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2" name="">
            <a:extLst xmlns:a="http://schemas.openxmlformats.org/drawingml/2006/main">
              <a:ext uri="{FF2B5EF4-FFF2-40B4-BE49-F238E27FC236}">
                <a16:creationId xmlns:a16="http://schemas.microsoft.com/office/drawing/2014/main" id="{14057A38-48D7-4D9A-9196-435084A77086}"/>
              </a:ext>
            </a:extLst>
          </p:cNvPr>
          <p:cNvSpPr>
            <a:spLocks xmlns:a="http://schemas.openxmlformats.org/drawingml/2006/main" noGrp="1"/>
          </p:cNvSpPr>
          <p:nvPr/>
        </p:nvSpPr>
        <p:spPr>
          <a:xfrm xmlns:a="http://schemas.openxmlformats.org/drawingml/2006/main">
            <a:off x="6124575"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63" name="">
            <a:extLst xmlns:a="http://schemas.openxmlformats.org/drawingml/2006/main">
              <a:ext uri="{FF2B5EF4-FFF2-40B4-BE49-F238E27FC236}">
                <a16:creationId xmlns:a16="http://schemas.microsoft.com/office/drawing/2014/main" id="{D3D8E92E-3D5C-4D05-8EDF-11066D3D99E0}"/>
              </a:ext>
            </a:extLst>
          </p:cNvPr>
          <p:cNvSpPr>
            <a:spLocks xmlns:a="http://schemas.openxmlformats.org/drawingml/2006/main" noGrp="1"/>
          </p:cNvSpPr>
          <p:nvPr/>
        </p:nvSpPr>
        <p:spPr>
          <a:xfrm xmlns:a="http://schemas.openxmlformats.org/drawingml/2006/main">
            <a:off x="6438900"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4" name="">
            <a:extLst xmlns:a="http://schemas.openxmlformats.org/drawingml/2006/main">
              <a:ext uri="{FF2B5EF4-FFF2-40B4-BE49-F238E27FC236}">
                <a16:creationId xmlns:a16="http://schemas.microsoft.com/office/drawing/2014/main" id="{41741C1F-4AA6-4518-B276-4DFA120C77B2}"/>
              </a:ext>
            </a:extLst>
          </p:cNvPr>
          <p:cNvSpPr>
            <a:spLocks xmlns:a="http://schemas.openxmlformats.org/drawingml/2006/main" noGrp="1"/>
          </p:cNvSpPr>
          <p:nvPr/>
        </p:nvSpPr>
        <p:spPr>
          <a:xfrm xmlns:a="http://schemas.openxmlformats.org/drawingml/2006/main">
            <a:off x="6124575"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65" name="">
            <a:extLst xmlns:a="http://schemas.openxmlformats.org/drawingml/2006/main">
              <a:ext uri="{FF2B5EF4-FFF2-40B4-BE49-F238E27FC236}">
                <a16:creationId xmlns:a16="http://schemas.microsoft.com/office/drawing/2014/main" id="{D54F12F1-15D1-487A-BE40-B0BD5C2C855F}"/>
              </a:ext>
            </a:extLst>
          </p:cNvPr>
          <p:cNvSpPr>
            <a:spLocks xmlns:a="http://schemas.openxmlformats.org/drawingml/2006/main" noGrp="1"/>
          </p:cNvSpPr>
          <p:nvPr/>
        </p:nvSpPr>
        <p:spPr>
          <a:xfrm xmlns:a="http://schemas.openxmlformats.org/drawingml/2006/main">
            <a:off x="6438900"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6" name="">
            <a:extLst xmlns:a="http://schemas.openxmlformats.org/drawingml/2006/main">
              <a:ext uri="{FF2B5EF4-FFF2-40B4-BE49-F238E27FC236}">
                <a16:creationId xmlns:a16="http://schemas.microsoft.com/office/drawing/2014/main" id="{320643F3-2E0C-4490-91A7-85E48678E02A}"/>
              </a:ext>
            </a:extLst>
          </p:cNvPr>
          <p:cNvSpPr>
            <a:spLocks xmlns:a="http://schemas.openxmlformats.org/drawingml/2006/main" noGrp="1"/>
          </p:cNvSpPr>
          <p:nvPr/>
        </p:nvSpPr>
        <p:spPr>
          <a:xfrm xmlns:a="http://schemas.openxmlformats.org/drawingml/2006/main">
            <a:off x="6124575"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67" name="">
            <a:extLst xmlns:a="http://schemas.openxmlformats.org/drawingml/2006/main">
              <a:ext uri="{FF2B5EF4-FFF2-40B4-BE49-F238E27FC236}">
                <a16:creationId xmlns:a16="http://schemas.microsoft.com/office/drawing/2014/main" id="{DD19B8F5-720B-418F-975D-3F3FEC00E905}"/>
              </a:ext>
            </a:extLst>
          </p:cNvPr>
          <p:cNvSpPr>
            <a:spLocks xmlns:a="http://schemas.openxmlformats.org/drawingml/2006/main" noGrp="1"/>
          </p:cNvSpPr>
          <p:nvPr/>
        </p:nvSpPr>
        <p:spPr>
          <a:xfrm xmlns:a="http://schemas.openxmlformats.org/drawingml/2006/main">
            <a:off x="6438900"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68" name="">
            <a:extLst xmlns:a="http://schemas.openxmlformats.org/drawingml/2006/main">
              <a:ext uri="{FF2B5EF4-FFF2-40B4-BE49-F238E27FC236}">
                <a16:creationId xmlns:a16="http://schemas.microsoft.com/office/drawing/2014/main" id="{D3F47094-75DB-4D04-A122-F9AD42EB4E1A}"/>
              </a:ext>
            </a:extLst>
          </p:cNvPr>
          <p:cNvSpPr>
            <a:spLocks xmlns:a="http://schemas.openxmlformats.org/drawingml/2006/main" noGrp="1"/>
          </p:cNvSpPr>
          <p:nvPr/>
        </p:nvSpPr>
        <p:spPr>
          <a:xfrm xmlns:a="http://schemas.openxmlformats.org/drawingml/2006/main">
            <a:off x="6124575"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69" name="">
            <a:extLst xmlns:a="http://schemas.openxmlformats.org/drawingml/2006/main">
              <a:ext uri="{FF2B5EF4-FFF2-40B4-BE49-F238E27FC236}">
                <a16:creationId xmlns:a16="http://schemas.microsoft.com/office/drawing/2014/main" id="{698B6229-5568-4240-8D2F-91697A2B127F}"/>
              </a:ext>
            </a:extLst>
          </p:cNvPr>
          <p:cNvSpPr>
            <a:spLocks xmlns:a="http://schemas.openxmlformats.org/drawingml/2006/main" noGrp="1"/>
          </p:cNvSpPr>
          <p:nvPr/>
        </p:nvSpPr>
        <p:spPr>
          <a:xfrm xmlns:a="http://schemas.openxmlformats.org/drawingml/2006/main">
            <a:off x="7362825"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70" name="">
            <a:extLst xmlns:a="http://schemas.openxmlformats.org/drawingml/2006/main">
              <a:ext uri="{FF2B5EF4-FFF2-40B4-BE49-F238E27FC236}">
                <a16:creationId xmlns:a16="http://schemas.microsoft.com/office/drawing/2014/main" id="{EB7B30DA-7D6C-4D73-BBB0-4A77CA3C873E}"/>
              </a:ext>
            </a:extLst>
          </p:cNvPr>
          <p:cNvSpPr>
            <a:spLocks xmlns:a="http://schemas.openxmlformats.org/drawingml/2006/main" noGrp="1"/>
          </p:cNvSpPr>
          <p:nvPr/>
        </p:nvSpPr>
        <p:spPr>
          <a:xfrm xmlns:a="http://schemas.openxmlformats.org/drawingml/2006/main">
            <a:off x="9258300" y="12954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6161"/>
          </a:bodyPr>
          <a:lstStyle xmlns:a="http://schemas.openxmlformats.org/drawingml/2006/main"/>
          <a:p xmlns:a="http://schemas.openxmlformats.org/drawingml/2006/main">
            <a:pPr algn="ctr">
              <a:lnSpc>
                <a:spcPct val="105000"/>
              </a:lnSpc>
              <a:buNone/>
              <a:defRPr sz="1238" b="1" i="0">
                <a:solidFill>
                  <a:srgbClr val="211441"/>
                </a:solidFill>
                <a:latin typeface="Noto Sans JP"/>
                <a:ea typeface="Noto Sans JP"/>
                <a:cs typeface="Noto Sans JP"/>
              </a:defRPr>
            </a:pPr>
            <a:r>
              <a:rPr sz="1238" b="1" i="0">
                <a:solidFill>
                  <a:srgbClr val="211441"/>
                </a:solidFill>
                <a:latin typeface="Noto Sans JP"/>
                <a:ea typeface="Noto Sans JP"/>
                <a:cs typeface="Noto Sans JP"/>
              </a:rPr>
              <a:t>propagator P1</a:t>
            </a:r>
          </a:p>
        </p:txBody>
      </p:sp>
      <p:sp>
        <p:nvSpPr>
          <p:cNvPr id="71" name="">
            <a:extLst xmlns:a="http://schemas.openxmlformats.org/drawingml/2006/main">
              <a:ext uri="{FF2B5EF4-FFF2-40B4-BE49-F238E27FC236}">
                <a16:creationId xmlns:a16="http://schemas.microsoft.com/office/drawing/2014/main" id="{2CDA23CE-79EA-4DCF-BCB7-3802A9118E93}"/>
              </a:ext>
            </a:extLst>
          </p:cNvPr>
          <p:cNvSpPr>
            <a:spLocks xmlns:a="http://schemas.openxmlformats.org/drawingml/2006/main" noGrp="1"/>
          </p:cNvSpPr>
          <p:nvPr/>
        </p:nvSpPr>
        <p:spPr>
          <a:xfrm xmlns:a="http://schemas.openxmlformats.org/drawingml/2006/main">
            <a:off x="9448800" y="1571625"/>
            <a:ext cx="2419350" cy="1814513"/>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prstDash val="solid"/>
          </a:ln>
        </p:spPr>
      </p:sp>
      <p:pic>
        <p:nvPicPr>
          <p:cNvPr id="251" name=""/>
          <p:cNvPicPr>
            <a:picLocks xmlns:a="http://schemas.openxmlformats.org/drawingml/2006/main" noChangeAspect="1"/>
          </p:cNvPicPr>
          <p:nvPr/>
        </p:nvPicPr>
        <p:blipFill>
          <a:blip xmlns:r="http://schemas.openxmlformats.org/officeDocument/2006/relationships" xmlns:a="http://schemas.openxmlformats.org/drawingml/2006/main" r:embed="R66905252c3e54cbd"/>
          <a:stretch xmlns:a="http://schemas.openxmlformats.org/drawingml/2006/main"/>
        </p:blipFill>
        <p:spPr>
          <a:xfrm xmlns:a="http://schemas.openxmlformats.org/drawingml/2006/main">
            <a:off x="9448800" y="1571625"/>
            <a:ext cx="2419350" cy="1814513"/>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7728B5E3-8E67-4E1A-95F7-3CA543769F9E}"/>
              </a:ext>
            </a:extLst>
          </p:cNvPr>
          <p:cNvSpPr>
            <a:spLocks xmlns:a="http://schemas.openxmlformats.org/drawingml/2006/main" noGrp="1"/>
          </p:cNvSpPr>
          <p:nvPr/>
        </p:nvSpPr>
        <p:spPr>
          <a:xfrm xmlns:a="http://schemas.openxmlformats.org/drawingml/2006/main">
            <a:off x="944880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4" name="">
            <a:extLst xmlns:a="http://schemas.openxmlformats.org/drawingml/2006/main">
              <a:ext uri="{FF2B5EF4-FFF2-40B4-BE49-F238E27FC236}">
                <a16:creationId xmlns:a16="http://schemas.microsoft.com/office/drawing/2014/main" id="{AF212722-0F73-4B43-B344-E158C3001E9B}"/>
              </a:ext>
            </a:extLst>
          </p:cNvPr>
          <p:cNvSpPr>
            <a:spLocks xmlns:a="http://schemas.openxmlformats.org/drawingml/2006/main" noGrp="1"/>
          </p:cNvSpPr>
          <p:nvPr/>
        </p:nvSpPr>
        <p:spPr>
          <a:xfrm xmlns:a="http://schemas.openxmlformats.org/drawingml/2006/main">
            <a:off x="932497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0</a:t>
            </a:r>
          </a:p>
        </p:txBody>
      </p:sp>
      <p:sp>
        <p:nvSpPr>
          <p:cNvPr id="75" name="">
            <a:extLst xmlns:a="http://schemas.openxmlformats.org/drawingml/2006/main">
              <a:ext uri="{FF2B5EF4-FFF2-40B4-BE49-F238E27FC236}">
                <a16:creationId xmlns:a16="http://schemas.microsoft.com/office/drawing/2014/main" id="{2DB88EEC-7DAE-4550-8AD2-A13C417214CF}"/>
              </a:ext>
            </a:extLst>
          </p:cNvPr>
          <p:cNvSpPr>
            <a:spLocks xmlns:a="http://schemas.openxmlformats.org/drawingml/2006/main" noGrp="1"/>
          </p:cNvSpPr>
          <p:nvPr/>
        </p:nvSpPr>
        <p:spPr>
          <a:xfrm xmlns:a="http://schemas.openxmlformats.org/drawingml/2006/main">
            <a:off x="10312854"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6" name="">
            <a:extLst xmlns:a="http://schemas.openxmlformats.org/drawingml/2006/main">
              <a:ext uri="{FF2B5EF4-FFF2-40B4-BE49-F238E27FC236}">
                <a16:creationId xmlns:a16="http://schemas.microsoft.com/office/drawing/2014/main" id="{740B4062-5463-4214-9FE4-088C72E6F35F}"/>
              </a:ext>
            </a:extLst>
          </p:cNvPr>
          <p:cNvSpPr>
            <a:spLocks xmlns:a="http://schemas.openxmlformats.org/drawingml/2006/main" noGrp="1"/>
          </p:cNvSpPr>
          <p:nvPr/>
        </p:nvSpPr>
        <p:spPr>
          <a:xfrm xmlns:a="http://schemas.openxmlformats.org/drawingml/2006/main">
            <a:off x="10189029"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5</a:t>
            </a:r>
          </a:p>
        </p:txBody>
      </p:sp>
      <p:sp>
        <p:nvSpPr>
          <p:cNvPr id="77" name="">
            <a:extLst xmlns:a="http://schemas.openxmlformats.org/drawingml/2006/main">
              <a:ext uri="{FF2B5EF4-FFF2-40B4-BE49-F238E27FC236}">
                <a16:creationId xmlns:a16="http://schemas.microsoft.com/office/drawing/2014/main" id="{DDAA4176-64CE-4C0C-8C0D-3716FF760F73}"/>
              </a:ext>
            </a:extLst>
          </p:cNvPr>
          <p:cNvSpPr>
            <a:spLocks xmlns:a="http://schemas.openxmlformats.org/drawingml/2006/main" noGrp="1"/>
          </p:cNvSpPr>
          <p:nvPr/>
        </p:nvSpPr>
        <p:spPr>
          <a:xfrm xmlns:a="http://schemas.openxmlformats.org/drawingml/2006/main">
            <a:off x="11176907"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78" name="">
            <a:extLst xmlns:a="http://schemas.openxmlformats.org/drawingml/2006/main">
              <a:ext uri="{FF2B5EF4-FFF2-40B4-BE49-F238E27FC236}">
                <a16:creationId xmlns:a16="http://schemas.microsoft.com/office/drawing/2014/main" id="{0B73A4DE-C80A-48F3-B8D6-DC3EF0929317}"/>
              </a:ext>
            </a:extLst>
          </p:cNvPr>
          <p:cNvSpPr>
            <a:spLocks xmlns:a="http://schemas.openxmlformats.org/drawingml/2006/main" noGrp="1"/>
          </p:cNvSpPr>
          <p:nvPr/>
        </p:nvSpPr>
        <p:spPr>
          <a:xfrm xmlns:a="http://schemas.openxmlformats.org/drawingml/2006/main">
            <a:off x="11053082"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10</a:t>
            </a:r>
          </a:p>
        </p:txBody>
      </p:sp>
      <p:sp>
        <p:nvSpPr>
          <p:cNvPr id="79" name="">
            <a:extLst xmlns:a="http://schemas.openxmlformats.org/drawingml/2006/main">
              <a:ext uri="{FF2B5EF4-FFF2-40B4-BE49-F238E27FC236}">
                <a16:creationId xmlns:a16="http://schemas.microsoft.com/office/drawing/2014/main" id="{E11D68D3-65BB-47FF-9E6E-958322D52D7C}"/>
              </a:ext>
            </a:extLst>
          </p:cNvPr>
          <p:cNvSpPr>
            <a:spLocks xmlns:a="http://schemas.openxmlformats.org/drawingml/2006/main" noGrp="1"/>
          </p:cNvSpPr>
          <p:nvPr/>
        </p:nvSpPr>
        <p:spPr>
          <a:xfrm xmlns:a="http://schemas.openxmlformats.org/drawingml/2006/main">
            <a:off x="11868150" y="3386138"/>
            <a:ext cx="0" cy="47625"/>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0" name="">
            <a:extLst xmlns:a="http://schemas.openxmlformats.org/drawingml/2006/main">
              <a:ext uri="{FF2B5EF4-FFF2-40B4-BE49-F238E27FC236}">
                <a16:creationId xmlns:a16="http://schemas.microsoft.com/office/drawing/2014/main" id="{2B43CA0E-6A84-405B-9FAE-73E0B7C87AAC}"/>
              </a:ext>
            </a:extLst>
          </p:cNvPr>
          <p:cNvSpPr>
            <a:spLocks xmlns:a="http://schemas.openxmlformats.org/drawingml/2006/main" noGrp="1"/>
          </p:cNvSpPr>
          <p:nvPr/>
        </p:nvSpPr>
        <p:spPr>
          <a:xfrm xmlns:a="http://schemas.openxmlformats.org/drawingml/2006/main">
            <a:off x="11744325" y="3443288"/>
            <a:ext cx="2476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8183"/>
          </a:bodyPr>
          <a:lstStyle xmlns:a="http://schemas.openxmlformats.org/drawingml/2006/main"/>
          <a:p xmlns:a="http://schemas.openxmlformats.org/drawingml/2006/main">
            <a:pPr algn="ctr">
              <a:lnSpc>
                <a:spcPct val="105000"/>
              </a:lnSpc>
              <a:buNone/>
              <a:defRPr sz="675" b="0" i="0">
                <a:solidFill>
                  <a:srgbClr val="666666"/>
                </a:solidFill>
                <a:latin typeface="Noto Sans JP"/>
                <a:ea typeface="Noto Sans JP"/>
                <a:cs typeface="Noto Sans JP"/>
              </a:defRPr>
            </a:pPr>
            <a:r>
              <a:rPr sz="675" b="0" i="0">
                <a:solidFill>
                  <a:srgbClr val="666666"/>
                </a:solidFill>
                <a:latin typeface="Noto Sans JP"/>
                <a:ea typeface="Noto Sans JP"/>
                <a:cs typeface="Noto Sans JP"/>
              </a:rPr>
              <a:t>14</a:t>
            </a:r>
          </a:p>
        </p:txBody>
      </p:sp>
      <p:sp>
        <p:nvSpPr>
          <p:cNvPr id="81" name="">
            <a:extLst xmlns:a="http://schemas.openxmlformats.org/drawingml/2006/main">
              <a:ext uri="{FF2B5EF4-FFF2-40B4-BE49-F238E27FC236}">
                <a16:creationId xmlns:a16="http://schemas.microsoft.com/office/drawing/2014/main" id="{E543FF10-8B84-4367-ADF9-B4577C6615C0}"/>
              </a:ext>
            </a:extLst>
          </p:cNvPr>
          <p:cNvSpPr>
            <a:spLocks xmlns:a="http://schemas.openxmlformats.org/drawingml/2006/main" noGrp="1"/>
          </p:cNvSpPr>
          <p:nvPr/>
        </p:nvSpPr>
        <p:spPr>
          <a:xfrm xmlns:a="http://schemas.openxmlformats.org/drawingml/2006/main">
            <a:off x="9401175" y="338613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2" name="">
            <a:extLst xmlns:a="http://schemas.openxmlformats.org/drawingml/2006/main">
              <a:ext uri="{FF2B5EF4-FFF2-40B4-BE49-F238E27FC236}">
                <a16:creationId xmlns:a16="http://schemas.microsoft.com/office/drawing/2014/main" id="{1DB85F1F-6FDC-42A4-A8BE-B396C5578D89}"/>
              </a:ext>
            </a:extLst>
          </p:cNvPr>
          <p:cNvSpPr>
            <a:spLocks xmlns:a="http://schemas.openxmlformats.org/drawingml/2006/main" noGrp="1"/>
          </p:cNvSpPr>
          <p:nvPr/>
        </p:nvSpPr>
        <p:spPr>
          <a:xfrm xmlns:a="http://schemas.openxmlformats.org/drawingml/2006/main">
            <a:off x="9086850" y="331946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−2.5</a:t>
            </a:r>
          </a:p>
        </p:txBody>
      </p:sp>
      <p:sp>
        <p:nvSpPr>
          <p:cNvPr id="83" name="">
            <a:extLst xmlns:a="http://schemas.openxmlformats.org/drawingml/2006/main">
              <a:ext uri="{FF2B5EF4-FFF2-40B4-BE49-F238E27FC236}">
                <a16:creationId xmlns:a16="http://schemas.microsoft.com/office/drawing/2014/main" id="{D1B6623F-3DF3-49F3-A495-F0889AB35C79}"/>
              </a:ext>
            </a:extLst>
          </p:cNvPr>
          <p:cNvSpPr>
            <a:spLocks xmlns:a="http://schemas.openxmlformats.org/drawingml/2006/main" noGrp="1"/>
          </p:cNvSpPr>
          <p:nvPr/>
        </p:nvSpPr>
        <p:spPr>
          <a:xfrm xmlns:a="http://schemas.openxmlformats.org/drawingml/2006/main">
            <a:off x="9401175" y="2954111"/>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4" name="">
            <a:extLst xmlns:a="http://schemas.openxmlformats.org/drawingml/2006/main">
              <a:ext uri="{FF2B5EF4-FFF2-40B4-BE49-F238E27FC236}">
                <a16:creationId xmlns:a16="http://schemas.microsoft.com/office/drawing/2014/main" id="{4CD7F8BB-5BB4-46A7-9E75-5D7FC84F7A92}"/>
              </a:ext>
            </a:extLst>
          </p:cNvPr>
          <p:cNvSpPr>
            <a:spLocks xmlns:a="http://schemas.openxmlformats.org/drawingml/2006/main" noGrp="1"/>
          </p:cNvSpPr>
          <p:nvPr/>
        </p:nvSpPr>
        <p:spPr>
          <a:xfrm xmlns:a="http://schemas.openxmlformats.org/drawingml/2006/main">
            <a:off x="9086850" y="2887436"/>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0</a:t>
            </a:r>
          </a:p>
        </p:txBody>
      </p:sp>
      <p:sp>
        <p:nvSpPr>
          <p:cNvPr id="85" name="">
            <a:extLst xmlns:a="http://schemas.openxmlformats.org/drawingml/2006/main">
              <a:ext uri="{FF2B5EF4-FFF2-40B4-BE49-F238E27FC236}">
                <a16:creationId xmlns:a16="http://schemas.microsoft.com/office/drawing/2014/main" id="{77E2842F-9BE2-4E83-904F-DD39E035123B}"/>
              </a:ext>
            </a:extLst>
          </p:cNvPr>
          <p:cNvSpPr>
            <a:spLocks xmlns:a="http://schemas.openxmlformats.org/drawingml/2006/main" noGrp="1"/>
          </p:cNvSpPr>
          <p:nvPr/>
        </p:nvSpPr>
        <p:spPr>
          <a:xfrm xmlns:a="http://schemas.openxmlformats.org/drawingml/2006/main">
            <a:off x="9401175" y="2262868"/>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6" name="">
            <a:extLst xmlns:a="http://schemas.openxmlformats.org/drawingml/2006/main">
              <a:ext uri="{FF2B5EF4-FFF2-40B4-BE49-F238E27FC236}">
                <a16:creationId xmlns:a16="http://schemas.microsoft.com/office/drawing/2014/main" id="{FDA21DE3-8774-45E1-99C5-9755C0C0E71C}"/>
              </a:ext>
            </a:extLst>
          </p:cNvPr>
          <p:cNvSpPr>
            <a:spLocks xmlns:a="http://schemas.openxmlformats.org/drawingml/2006/main" noGrp="1"/>
          </p:cNvSpPr>
          <p:nvPr/>
        </p:nvSpPr>
        <p:spPr>
          <a:xfrm xmlns:a="http://schemas.openxmlformats.org/drawingml/2006/main">
            <a:off x="9086850" y="2196193"/>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4</a:t>
            </a:r>
          </a:p>
        </p:txBody>
      </p:sp>
      <p:sp>
        <p:nvSpPr>
          <p:cNvPr id="87" name="">
            <a:extLst xmlns:a="http://schemas.openxmlformats.org/drawingml/2006/main">
              <a:ext uri="{FF2B5EF4-FFF2-40B4-BE49-F238E27FC236}">
                <a16:creationId xmlns:a16="http://schemas.microsoft.com/office/drawing/2014/main" id="{94704FC4-6D50-484F-8AA1-DB9D83790C39}"/>
              </a:ext>
            </a:extLst>
          </p:cNvPr>
          <p:cNvSpPr>
            <a:spLocks xmlns:a="http://schemas.openxmlformats.org/drawingml/2006/main" noGrp="1"/>
          </p:cNvSpPr>
          <p:nvPr/>
        </p:nvSpPr>
        <p:spPr>
          <a:xfrm xmlns:a="http://schemas.openxmlformats.org/drawingml/2006/main">
            <a:off x="9401175" y="1571625"/>
            <a:ext cx="47625" cy="0"/>
          </a:xfrm>
          <a:prstGeom xmlns:a="http://schemas.openxmlformats.org/drawingml/2006/main" prst="line">
            <a:avLst/>
          </a:prstGeom>
          <a:noFill xmlns:a="http://schemas.openxmlformats.org/drawingml/2006/main"/>
          <a:ln xmlns:a="http://schemas.openxmlformats.org/drawingml/2006/main" w="7620">
            <a:solidFill>
              <a:srgbClr val="666666"/>
            </a:solidFill>
            <a:prstDash val="solid"/>
          </a:ln>
        </p:spPr>
      </p:sp>
      <p:sp>
        <p:nvSpPr>
          <p:cNvPr id="88" name="">
            <a:extLst xmlns:a="http://schemas.openxmlformats.org/drawingml/2006/main">
              <a:ext uri="{FF2B5EF4-FFF2-40B4-BE49-F238E27FC236}">
                <a16:creationId xmlns:a16="http://schemas.microsoft.com/office/drawing/2014/main" id="{0F775645-E7C8-4E52-8C7B-17E1B2F44671}"/>
              </a:ext>
            </a:extLst>
          </p:cNvPr>
          <p:cNvSpPr>
            <a:spLocks xmlns:a="http://schemas.openxmlformats.org/drawingml/2006/main" noGrp="1"/>
          </p:cNvSpPr>
          <p:nvPr/>
        </p:nvSpPr>
        <p:spPr>
          <a:xfrm xmlns:a="http://schemas.openxmlformats.org/drawingml/2006/main">
            <a:off x="9086850" y="1504950"/>
            <a:ext cx="2857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154"/>
          </a:bodyPr>
          <a:lstStyle xmlns:a="http://schemas.openxmlformats.org/drawingml/2006/main"/>
          <a:p xmlns:a="http://schemas.openxmlformats.org/drawingml/2006/main">
            <a:pPr algn="r">
              <a:lnSpc>
                <a:spcPct val="105000"/>
              </a:lnSpc>
              <a:buNone/>
              <a:defRPr sz="653" b="0" i="0">
                <a:solidFill>
                  <a:srgbClr val="666666"/>
                </a:solidFill>
                <a:latin typeface="Noto Sans JP"/>
                <a:ea typeface="Noto Sans JP"/>
                <a:cs typeface="Noto Sans JP"/>
              </a:defRPr>
            </a:pPr>
            <a:r>
              <a:rPr sz="653" b="0" i="0">
                <a:solidFill>
                  <a:srgbClr val="666666"/>
                </a:solidFill>
                <a:latin typeface="Noto Sans JP"/>
                <a:ea typeface="Noto Sans JP"/>
                <a:cs typeface="Noto Sans JP"/>
              </a:rPr>
              <a:t>8</a:t>
            </a:r>
          </a:p>
        </p:txBody>
      </p:sp>
      <p:sp>
        <p:nvSpPr>
          <p:cNvPr id="89" name="">
            <a:extLst xmlns:a="http://schemas.openxmlformats.org/drawingml/2006/main">
              <a:ext uri="{FF2B5EF4-FFF2-40B4-BE49-F238E27FC236}">
                <a16:creationId xmlns:a16="http://schemas.microsoft.com/office/drawing/2014/main" id="{9D7ED0A8-9221-4AC9-A4E9-5D658681787A}"/>
              </a:ext>
            </a:extLst>
          </p:cNvPr>
          <p:cNvSpPr>
            <a:spLocks xmlns:a="http://schemas.openxmlformats.org/drawingml/2006/main" noGrp="1"/>
          </p:cNvSpPr>
          <p:nvPr/>
        </p:nvSpPr>
        <p:spPr>
          <a:xfrm xmlns:a="http://schemas.openxmlformats.org/drawingml/2006/main">
            <a:off x="10325100" y="3576638"/>
            <a:ext cx="66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1832"/>
          </a:bodyPr>
          <a:lstStyle xmlns:a="http://schemas.openxmlformats.org/drawingml/2006/main"/>
          <a:p xmlns:a="http://schemas.openxmlformats.org/drawingml/2006/main">
            <a:pPr algn="ctr">
              <a:lnSpc>
                <a:spcPct val="105000"/>
              </a:lnSpc>
              <a:buNone/>
              <a:defRPr sz="713" b="0" i="0">
                <a:solidFill>
                  <a:srgbClr val="666666"/>
                </a:solidFill>
                <a:latin typeface="Noto Sans JP"/>
                <a:ea typeface="Noto Sans JP"/>
                <a:cs typeface="Noto Sans JP"/>
              </a:defRPr>
            </a:pPr>
            <a:r>
              <a:rPr sz="713" b="0" i="0">
                <a:solidFill>
                  <a:srgbClr val="666666"/>
                </a:solidFill>
                <a:latin typeface="Noto Sans JP"/>
                <a:ea typeface="Noto Sans JP"/>
                <a:cs typeface="Noto Sans JP"/>
              </a:rPr>
              <a:t>r [cm]</a:t>
            </a:r>
          </a:p>
        </p:txBody>
      </p:sp>
      <p:sp>
        <p:nvSpPr>
          <p:cNvPr id="90" name="">
            <a:extLst xmlns:a="http://schemas.openxmlformats.org/drawingml/2006/main">
              <a:ext uri="{FF2B5EF4-FFF2-40B4-BE49-F238E27FC236}">
                <a16:creationId xmlns:a16="http://schemas.microsoft.com/office/drawing/2014/main" id="{E1CA9076-C0F9-47DD-9C30-D8FF705E37AF}"/>
              </a:ext>
            </a:extLst>
          </p:cNvPr>
          <p:cNvSpPr>
            <a:spLocks xmlns:a="http://schemas.openxmlformats.org/drawingml/2006/main" noGrp="1"/>
          </p:cNvSpPr>
          <p:nvPr/>
        </p:nvSpPr>
        <p:spPr>
          <a:xfrm xmlns:a="http://schemas.openxmlformats.org/drawingml/2006/main">
            <a:off x="4000500" y="4229100"/>
            <a:ext cx="69294" cy="123825"/>
          </a:xfrm>
          <a:prstGeom xmlns:a="http://schemas.openxmlformats.org/drawingml/2006/main" prst="rect">
            <a:avLst/>
          </a:prstGeom>
          <a:solidFill xmlns:a="http://schemas.openxmlformats.org/drawingml/2006/main">
            <a:srgbClr val="440457"/>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33E5DDDC-7724-4725-8408-927A76FE2465}"/>
              </a:ext>
            </a:extLst>
          </p:cNvPr>
          <p:cNvSpPr>
            <a:spLocks xmlns:a="http://schemas.openxmlformats.org/drawingml/2006/main" noGrp="1"/>
          </p:cNvSpPr>
          <p:nvPr/>
        </p:nvSpPr>
        <p:spPr>
          <a:xfrm xmlns:a="http://schemas.openxmlformats.org/drawingml/2006/main">
            <a:off x="4065984" y="4229100"/>
            <a:ext cx="69294" cy="123825"/>
          </a:xfrm>
          <a:prstGeom xmlns:a="http://schemas.openxmlformats.org/drawingml/2006/main" prst="rect">
            <a:avLst/>
          </a:prstGeom>
          <a:solidFill xmlns:a="http://schemas.openxmlformats.org/drawingml/2006/main">
            <a:srgbClr val="45095C"/>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6F471C79-6561-45C3-B160-846103ADF627}"/>
              </a:ext>
            </a:extLst>
          </p:cNvPr>
          <p:cNvSpPr>
            <a:spLocks xmlns:a="http://schemas.openxmlformats.org/drawingml/2006/main" noGrp="1"/>
          </p:cNvSpPr>
          <p:nvPr/>
        </p:nvSpPr>
        <p:spPr>
          <a:xfrm xmlns:a="http://schemas.openxmlformats.org/drawingml/2006/main">
            <a:off x="4131469" y="4229100"/>
            <a:ext cx="69294" cy="123825"/>
          </a:xfrm>
          <a:prstGeom xmlns:a="http://schemas.openxmlformats.org/drawingml/2006/main" prst="rect">
            <a:avLst/>
          </a:prstGeom>
          <a:solidFill xmlns:a="http://schemas.openxmlformats.org/drawingml/2006/main">
            <a:srgbClr val="450F61"/>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72762F60-89FD-43F4-BE56-8B34BCDCEB4E}"/>
              </a:ext>
            </a:extLst>
          </p:cNvPr>
          <p:cNvSpPr>
            <a:spLocks xmlns:a="http://schemas.openxmlformats.org/drawingml/2006/main" noGrp="1"/>
          </p:cNvSpPr>
          <p:nvPr/>
        </p:nvSpPr>
        <p:spPr>
          <a:xfrm xmlns:a="http://schemas.openxmlformats.org/drawingml/2006/main">
            <a:off x="4196953" y="4229100"/>
            <a:ext cx="69294" cy="123825"/>
          </a:xfrm>
          <a:prstGeom xmlns:a="http://schemas.openxmlformats.org/drawingml/2006/main" prst="rect">
            <a:avLst/>
          </a:prstGeom>
          <a:solidFill xmlns:a="http://schemas.openxmlformats.org/drawingml/2006/main">
            <a:srgbClr val="461466"/>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8A12CB8B-AD75-4E0E-8D39-088B90947B73}"/>
              </a:ext>
            </a:extLst>
          </p:cNvPr>
          <p:cNvSpPr>
            <a:spLocks xmlns:a="http://schemas.openxmlformats.org/drawingml/2006/main" noGrp="1"/>
          </p:cNvSpPr>
          <p:nvPr/>
        </p:nvSpPr>
        <p:spPr>
          <a:xfrm xmlns:a="http://schemas.openxmlformats.org/drawingml/2006/main">
            <a:off x="4262438" y="4229100"/>
            <a:ext cx="69294" cy="123825"/>
          </a:xfrm>
          <a:prstGeom xmlns:a="http://schemas.openxmlformats.org/drawingml/2006/main" prst="rect">
            <a:avLst/>
          </a:prstGeom>
          <a:solidFill xmlns:a="http://schemas.openxmlformats.org/drawingml/2006/main">
            <a:srgbClr val="471A6B"/>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0E36FAA9-28BB-4886-8FCD-CFE6812DEE31}"/>
              </a:ext>
            </a:extLst>
          </p:cNvPr>
          <p:cNvSpPr>
            <a:spLocks xmlns:a="http://schemas.openxmlformats.org/drawingml/2006/main" noGrp="1"/>
          </p:cNvSpPr>
          <p:nvPr/>
        </p:nvSpPr>
        <p:spPr>
          <a:xfrm xmlns:a="http://schemas.openxmlformats.org/drawingml/2006/main">
            <a:off x="4327922" y="4229100"/>
            <a:ext cx="69294" cy="123825"/>
          </a:xfrm>
          <a:prstGeom xmlns:a="http://schemas.openxmlformats.org/drawingml/2006/main" prst="rect">
            <a:avLst/>
          </a:prstGeom>
          <a:solidFill xmlns:a="http://schemas.openxmlformats.org/drawingml/2006/main">
            <a:srgbClr val="471F70"/>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AA7355F7-BABC-469B-A942-CE9414A9B838}"/>
              </a:ext>
            </a:extLst>
          </p:cNvPr>
          <p:cNvSpPr>
            <a:spLocks xmlns:a="http://schemas.openxmlformats.org/drawingml/2006/main" noGrp="1"/>
          </p:cNvSpPr>
          <p:nvPr/>
        </p:nvSpPr>
        <p:spPr>
          <a:xfrm xmlns:a="http://schemas.openxmlformats.org/drawingml/2006/main">
            <a:off x="4393406" y="4229100"/>
            <a:ext cx="69294" cy="123825"/>
          </a:xfrm>
          <a:prstGeom xmlns:a="http://schemas.openxmlformats.org/drawingml/2006/main" prst="rect">
            <a:avLst/>
          </a:prstGeom>
          <a:solidFill xmlns:a="http://schemas.openxmlformats.org/drawingml/2006/main">
            <a:srgbClr val="482575"/>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C51F7BBC-CB5E-45E8-9C40-E5AAAAD6DAE2}"/>
              </a:ext>
            </a:extLst>
          </p:cNvPr>
          <p:cNvSpPr>
            <a:spLocks xmlns:a="http://schemas.openxmlformats.org/drawingml/2006/main" noGrp="1"/>
          </p:cNvSpPr>
          <p:nvPr/>
        </p:nvSpPr>
        <p:spPr>
          <a:xfrm xmlns:a="http://schemas.openxmlformats.org/drawingml/2006/main">
            <a:off x="4458891" y="4229100"/>
            <a:ext cx="69294" cy="123825"/>
          </a:xfrm>
          <a:prstGeom xmlns:a="http://schemas.openxmlformats.org/drawingml/2006/main" prst="rect">
            <a:avLst/>
          </a:prstGeom>
          <a:solidFill xmlns:a="http://schemas.openxmlformats.org/drawingml/2006/main">
            <a:srgbClr val="472A79"/>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5547E52D-0ED1-4CB0-89B4-40C2CDF411A6}"/>
              </a:ext>
            </a:extLst>
          </p:cNvPr>
          <p:cNvSpPr>
            <a:spLocks xmlns:a="http://schemas.openxmlformats.org/drawingml/2006/main" noGrp="1"/>
          </p:cNvSpPr>
          <p:nvPr/>
        </p:nvSpPr>
        <p:spPr>
          <a:xfrm xmlns:a="http://schemas.openxmlformats.org/drawingml/2006/main">
            <a:off x="4524375" y="4229100"/>
            <a:ext cx="69294" cy="123825"/>
          </a:xfrm>
          <a:prstGeom xmlns:a="http://schemas.openxmlformats.org/drawingml/2006/main" prst="rect">
            <a:avLst/>
          </a:prstGeom>
          <a:solidFill xmlns:a="http://schemas.openxmlformats.org/drawingml/2006/main">
            <a:srgbClr val="462E7B"/>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A187B9FA-1CB0-4651-BC74-CD21B9F04645}"/>
              </a:ext>
            </a:extLst>
          </p:cNvPr>
          <p:cNvSpPr>
            <a:spLocks xmlns:a="http://schemas.openxmlformats.org/drawingml/2006/main" noGrp="1"/>
          </p:cNvSpPr>
          <p:nvPr/>
        </p:nvSpPr>
        <p:spPr>
          <a:xfrm xmlns:a="http://schemas.openxmlformats.org/drawingml/2006/main">
            <a:off x="4589859" y="4229100"/>
            <a:ext cx="69294" cy="123825"/>
          </a:xfrm>
          <a:prstGeom xmlns:a="http://schemas.openxmlformats.org/drawingml/2006/main" prst="rect">
            <a:avLst/>
          </a:prstGeom>
          <a:solidFill xmlns:a="http://schemas.openxmlformats.org/drawingml/2006/main">
            <a:srgbClr val="45337E"/>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A62448C5-ACA1-4157-8288-B789860A075B}"/>
              </a:ext>
            </a:extLst>
          </p:cNvPr>
          <p:cNvSpPr>
            <a:spLocks xmlns:a="http://schemas.openxmlformats.org/drawingml/2006/main" noGrp="1"/>
          </p:cNvSpPr>
          <p:nvPr/>
        </p:nvSpPr>
        <p:spPr>
          <a:xfrm xmlns:a="http://schemas.openxmlformats.org/drawingml/2006/main">
            <a:off x="4655344" y="4229100"/>
            <a:ext cx="69294" cy="123825"/>
          </a:xfrm>
          <a:prstGeom xmlns:a="http://schemas.openxmlformats.org/drawingml/2006/main" prst="rect">
            <a:avLst/>
          </a:prstGeom>
          <a:solidFill xmlns:a="http://schemas.openxmlformats.org/drawingml/2006/main">
            <a:srgbClr val="433880"/>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B903B992-5689-421E-9FD6-6B8EE0CBF6CD}"/>
              </a:ext>
            </a:extLst>
          </p:cNvPr>
          <p:cNvSpPr>
            <a:spLocks xmlns:a="http://schemas.openxmlformats.org/drawingml/2006/main" noGrp="1"/>
          </p:cNvSpPr>
          <p:nvPr/>
        </p:nvSpPr>
        <p:spPr>
          <a:xfrm xmlns:a="http://schemas.openxmlformats.org/drawingml/2006/main">
            <a:off x="4720828" y="4229100"/>
            <a:ext cx="69294" cy="123825"/>
          </a:xfrm>
          <a:prstGeom xmlns:a="http://schemas.openxmlformats.org/drawingml/2006/main" prst="rect">
            <a:avLst/>
          </a:prstGeom>
          <a:solidFill xmlns:a="http://schemas.openxmlformats.org/drawingml/2006/main">
            <a:srgbClr val="423C82"/>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9BE79150-82EF-450D-A993-27C10AC460A4}"/>
              </a:ext>
            </a:extLst>
          </p:cNvPr>
          <p:cNvSpPr>
            <a:spLocks xmlns:a="http://schemas.openxmlformats.org/drawingml/2006/main" noGrp="1"/>
          </p:cNvSpPr>
          <p:nvPr/>
        </p:nvSpPr>
        <p:spPr>
          <a:xfrm xmlns:a="http://schemas.openxmlformats.org/drawingml/2006/main">
            <a:off x="4786313" y="4229100"/>
            <a:ext cx="69294" cy="123825"/>
          </a:xfrm>
          <a:prstGeom xmlns:a="http://schemas.openxmlformats.org/drawingml/2006/main" prst="rect">
            <a:avLst/>
          </a:prstGeom>
          <a:solidFill xmlns:a="http://schemas.openxmlformats.org/drawingml/2006/main">
            <a:srgbClr val="404185"/>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A21DECAD-291E-4CE6-89E7-26775BAAAE09}"/>
              </a:ext>
            </a:extLst>
          </p:cNvPr>
          <p:cNvSpPr>
            <a:spLocks xmlns:a="http://schemas.openxmlformats.org/drawingml/2006/main" noGrp="1"/>
          </p:cNvSpPr>
          <p:nvPr/>
        </p:nvSpPr>
        <p:spPr>
          <a:xfrm xmlns:a="http://schemas.openxmlformats.org/drawingml/2006/main">
            <a:off x="4851797" y="4229100"/>
            <a:ext cx="69294" cy="123825"/>
          </a:xfrm>
          <a:prstGeom xmlns:a="http://schemas.openxmlformats.org/drawingml/2006/main" prst="rect">
            <a:avLst/>
          </a:prstGeom>
          <a:solidFill xmlns:a="http://schemas.openxmlformats.org/drawingml/2006/main">
            <a:srgbClr val="3F4687"/>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0D619028-5C8D-4C7E-A69E-9AE290E71170}"/>
              </a:ext>
            </a:extLst>
          </p:cNvPr>
          <p:cNvSpPr>
            <a:spLocks xmlns:a="http://schemas.openxmlformats.org/drawingml/2006/main" noGrp="1"/>
          </p:cNvSpPr>
          <p:nvPr/>
        </p:nvSpPr>
        <p:spPr>
          <a:xfrm xmlns:a="http://schemas.openxmlformats.org/drawingml/2006/main">
            <a:off x="4917281" y="4229100"/>
            <a:ext cx="69294" cy="123825"/>
          </a:xfrm>
          <a:prstGeom xmlns:a="http://schemas.openxmlformats.org/drawingml/2006/main" prst="rect">
            <a:avLst/>
          </a:prstGeom>
          <a:solidFill xmlns:a="http://schemas.openxmlformats.org/drawingml/2006/main">
            <a:srgbClr val="3D4A89"/>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A0490D90-97AB-4F49-8B59-40285312235F}"/>
              </a:ext>
            </a:extLst>
          </p:cNvPr>
          <p:cNvSpPr>
            <a:spLocks xmlns:a="http://schemas.openxmlformats.org/drawingml/2006/main" noGrp="1"/>
          </p:cNvSpPr>
          <p:nvPr/>
        </p:nvSpPr>
        <p:spPr>
          <a:xfrm xmlns:a="http://schemas.openxmlformats.org/drawingml/2006/main">
            <a:off x="4982766" y="4229100"/>
            <a:ext cx="69294" cy="123825"/>
          </a:xfrm>
          <a:prstGeom xmlns:a="http://schemas.openxmlformats.org/drawingml/2006/main" prst="rect">
            <a:avLst/>
          </a:prstGeom>
          <a:solidFill xmlns:a="http://schemas.openxmlformats.org/drawingml/2006/main">
            <a:srgbClr val="3C4F8A"/>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A83E0DFE-59F8-4C5D-B768-24183721DBA5}"/>
              </a:ext>
            </a:extLst>
          </p:cNvPr>
          <p:cNvSpPr>
            <a:spLocks xmlns:a="http://schemas.openxmlformats.org/drawingml/2006/main" noGrp="1"/>
          </p:cNvSpPr>
          <p:nvPr/>
        </p:nvSpPr>
        <p:spPr>
          <a:xfrm xmlns:a="http://schemas.openxmlformats.org/drawingml/2006/main">
            <a:off x="5048250" y="4229100"/>
            <a:ext cx="69294" cy="123825"/>
          </a:xfrm>
          <a:prstGeom xmlns:a="http://schemas.openxmlformats.org/drawingml/2006/main" prst="rect">
            <a:avLst/>
          </a:prstGeom>
          <a:solidFill xmlns:a="http://schemas.openxmlformats.org/drawingml/2006/main">
            <a:srgbClr val="3A538B"/>
          </a:solidFill>
          <a:ln xmlns:a="http://schemas.openxmlformats.org/drawingml/2006/main" w="0">
            <a:noFill/>
            <a:prstDash val="solid"/>
          </a:ln>
        </p:spPr>
      </p:sp>
      <p:sp>
        <p:nvSpPr>
          <p:cNvPr id="107" name="">
            <a:extLst xmlns:a="http://schemas.openxmlformats.org/drawingml/2006/main">
              <a:ext uri="{FF2B5EF4-FFF2-40B4-BE49-F238E27FC236}">
                <a16:creationId xmlns:a16="http://schemas.microsoft.com/office/drawing/2014/main" id="{4210D6BC-6C95-4A3C-AA83-8D6EF15554C7}"/>
              </a:ext>
            </a:extLst>
          </p:cNvPr>
          <p:cNvSpPr>
            <a:spLocks xmlns:a="http://schemas.openxmlformats.org/drawingml/2006/main" noGrp="1"/>
          </p:cNvSpPr>
          <p:nvPr/>
        </p:nvSpPr>
        <p:spPr>
          <a:xfrm xmlns:a="http://schemas.openxmlformats.org/drawingml/2006/main">
            <a:off x="5113734" y="4229100"/>
            <a:ext cx="69294" cy="123825"/>
          </a:xfrm>
          <a:prstGeom xmlns:a="http://schemas.openxmlformats.org/drawingml/2006/main" prst="rect">
            <a:avLst/>
          </a:prstGeom>
          <a:solidFill xmlns:a="http://schemas.openxmlformats.org/drawingml/2006/main">
            <a:srgbClr val="38578B"/>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18683C04-017B-4125-820F-C2E4396060CA}"/>
              </a:ext>
            </a:extLst>
          </p:cNvPr>
          <p:cNvSpPr>
            <a:spLocks xmlns:a="http://schemas.openxmlformats.org/drawingml/2006/main" noGrp="1"/>
          </p:cNvSpPr>
          <p:nvPr/>
        </p:nvSpPr>
        <p:spPr>
          <a:xfrm xmlns:a="http://schemas.openxmlformats.org/drawingml/2006/main">
            <a:off x="5179219" y="4229100"/>
            <a:ext cx="69294" cy="123825"/>
          </a:xfrm>
          <a:prstGeom xmlns:a="http://schemas.openxmlformats.org/drawingml/2006/main" prst="rect">
            <a:avLst/>
          </a:prstGeom>
          <a:solidFill xmlns:a="http://schemas.openxmlformats.org/drawingml/2006/main">
            <a:srgbClr val="365C8C"/>
          </a:solidFill>
          <a:ln xmlns:a="http://schemas.openxmlformats.org/drawingml/2006/main" w="0">
            <a:noFill/>
            <a:prstDash val="solid"/>
          </a:ln>
        </p:spPr>
      </p:sp>
      <p:sp>
        <p:nvSpPr>
          <p:cNvPr id="109" name="">
            <a:extLst xmlns:a="http://schemas.openxmlformats.org/drawingml/2006/main">
              <a:ext uri="{FF2B5EF4-FFF2-40B4-BE49-F238E27FC236}">
                <a16:creationId xmlns:a16="http://schemas.microsoft.com/office/drawing/2014/main" id="{FA9B950B-F3C6-467A-8865-84A12F490181}"/>
              </a:ext>
            </a:extLst>
          </p:cNvPr>
          <p:cNvSpPr>
            <a:spLocks xmlns:a="http://schemas.openxmlformats.org/drawingml/2006/main" noGrp="1"/>
          </p:cNvSpPr>
          <p:nvPr/>
        </p:nvSpPr>
        <p:spPr>
          <a:xfrm xmlns:a="http://schemas.openxmlformats.org/drawingml/2006/main">
            <a:off x="5244703" y="4229100"/>
            <a:ext cx="69294" cy="123825"/>
          </a:xfrm>
          <a:prstGeom xmlns:a="http://schemas.openxmlformats.org/drawingml/2006/main" prst="rect">
            <a:avLst/>
          </a:prstGeom>
          <a:solidFill xmlns:a="http://schemas.openxmlformats.org/drawingml/2006/main">
            <a:srgbClr val="34608D"/>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3D31F20B-C75B-450E-8F52-8A86DC064590}"/>
              </a:ext>
            </a:extLst>
          </p:cNvPr>
          <p:cNvSpPr>
            <a:spLocks xmlns:a="http://schemas.openxmlformats.org/drawingml/2006/main" noGrp="1"/>
          </p:cNvSpPr>
          <p:nvPr/>
        </p:nvSpPr>
        <p:spPr>
          <a:xfrm xmlns:a="http://schemas.openxmlformats.org/drawingml/2006/main">
            <a:off x="5310188" y="4229100"/>
            <a:ext cx="69294" cy="123825"/>
          </a:xfrm>
          <a:prstGeom xmlns:a="http://schemas.openxmlformats.org/drawingml/2006/main" prst="rect">
            <a:avLst/>
          </a:prstGeom>
          <a:solidFill xmlns:a="http://schemas.openxmlformats.org/drawingml/2006/main">
            <a:srgbClr val="33648D"/>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83129465-F3D1-4ED6-8B30-6D26A85BA99F}"/>
              </a:ext>
            </a:extLst>
          </p:cNvPr>
          <p:cNvSpPr>
            <a:spLocks xmlns:a="http://schemas.openxmlformats.org/drawingml/2006/main" noGrp="1"/>
          </p:cNvSpPr>
          <p:nvPr/>
        </p:nvSpPr>
        <p:spPr>
          <a:xfrm xmlns:a="http://schemas.openxmlformats.org/drawingml/2006/main">
            <a:off x="5375672" y="4229100"/>
            <a:ext cx="69294" cy="123825"/>
          </a:xfrm>
          <a:prstGeom xmlns:a="http://schemas.openxmlformats.org/drawingml/2006/main" prst="rect">
            <a:avLst/>
          </a:prstGeom>
          <a:solidFill xmlns:a="http://schemas.openxmlformats.org/drawingml/2006/main">
            <a:srgbClr val="31698E"/>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939565C4-02D4-4569-B894-2418AAAE53B9}"/>
              </a:ext>
            </a:extLst>
          </p:cNvPr>
          <p:cNvSpPr>
            <a:spLocks xmlns:a="http://schemas.openxmlformats.org/drawingml/2006/main" noGrp="1"/>
          </p:cNvSpPr>
          <p:nvPr/>
        </p:nvSpPr>
        <p:spPr>
          <a:xfrm xmlns:a="http://schemas.openxmlformats.org/drawingml/2006/main">
            <a:off x="5441156" y="4229100"/>
            <a:ext cx="69294" cy="123825"/>
          </a:xfrm>
          <a:prstGeom xmlns:a="http://schemas.openxmlformats.org/drawingml/2006/main" prst="rect">
            <a:avLst/>
          </a:prstGeom>
          <a:solidFill xmlns:a="http://schemas.openxmlformats.org/drawingml/2006/main">
            <a:srgbClr val="2F6C8E"/>
          </a:solidFill>
          <a:ln xmlns:a="http://schemas.openxmlformats.org/drawingml/2006/main" w="0">
            <a:noFill/>
            <a:prstDash val="solid"/>
          </a:ln>
        </p:spPr>
      </p:sp>
      <p:sp>
        <p:nvSpPr>
          <p:cNvPr id="113" name="">
            <a:extLst xmlns:a="http://schemas.openxmlformats.org/drawingml/2006/main">
              <a:ext uri="{FF2B5EF4-FFF2-40B4-BE49-F238E27FC236}">
                <a16:creationId xmlns:a16="http://schemas.microsoft.com/office/drawing/2014/main" id="{831E1B90-091A-4A48-873B-AF361B4AC25F}"/>
              </a:ext>
            </a:extLst>
          </p:cNvPr>
          <p:cNvSpPr>
            <a:spLocks xmlns:a="http://schemas.openxmlformats.org/drawingml/2006/main" noGrp="1"/>
          </p:cNvSpPr>
          <p:nvPr/>
        </p:nvSpPr>
        <p:spPr>
          <a:xfrm xmlns:a="http://schemas.openxmlformats.org/drawingml/2006/main">
            <a:off x="5506641" y="4229100"/>
            <a:ext cx="69294" cy="123825"/>
          </a:xfrm>
          <a:prstGeom xmlns:a="http://schemas.openxmlformats.org/drawingml/2006/main" prst="rect">
            <a:avLst/>
          </a:prstGeom>
          <a:solidFill xmlns:a="http://schemas.openxmlformats.org/drawingml/2006/main">
            <a:srgbClr val="2E708E"/>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2A886352-B754-46DA-B55D-16F050A70CFB}"/>
              </a:ext>
            </a:extLst>
          </p:cNvPr>
          <p:cNvSpPr>
            <a:spLocks xmlns:a="http://schemas.openxmlformats.org/drawingml/2006/main" noGrp="1"/>
          </p:cNvSpPr>
          <p:nvPr/>
        </p:nvSpPr>
        <p:spPr>
          <a:xfrm xmlns:a="http://schemas.openxmlformats.org/drawingml/2006/main">
            <a:off x="5572125" y="4229100"/>
            <a:ext cx="69294" cy="123825"/>
          </a:xfrm>
          <a:prstGeom xmlns:a="http://schemas.openxmlformats.org/drawingml/2006/main" prst="rect">
            <a:avLst/>
          </a:prstGeom>
          <a:solidFill xmlns:a="http://schemas.openxmlformats.org/drawingml/2006/main">
            <a:srgbClr val="2C748E"/>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FE984C34-18FC-47D9-9D06-23998E1CAD6C}"/>
              </a:ext>
            </a:extLst>
          </p:cNvPr>
          <p:cNvSpPr>
            <a:spLocks xmlns:a="http://schemas.openxmlformats.org/drawingml/2006/main" noGrp="1"/>
          </p:cNvSpPr>
          <p:nvPr/>
        </p:nvSpPr>
        <p:spPr>
          <a:xfrm xmlns:a="http://schemas.openxmlformats.org/drawingml/2006/main">
            <a:off x="5637609" y="4229100"/>
            <a:ext cx="69294" cy="123825"/>
          </a:xfrm>
          <a:prstGeom xmlns:a="http://schemas.openxmlformats.org/drawingml/2006/main" prst="rect">
            <a:avLst/>
          </a:prstGeom>
          <a:solidFill xmlns:a="http://schemas.openxmlformats.org/drawingml/2006/main">
            <a:srgbClr val="2B778E"/>
          </a:solidFill>
          <a:ln xmlns:a="http://schemas.openxmlformats.org/drawingml/2006/main" w="0">
            <a:noFill/>
            <a:prstDash val="solid"/>
          </a:ln>
        </p:spPr>
      </p:sp>
      <p:sp>
        <p:nvSpPr>
          <p:cNvPr id="116" name="">
            <a:extLst xmlns:a="http://schemas.openxmlformats.org/drawingml/2006/main">
              <a:ext uri="{FF2B5EF4-FFF2-40B4-BE49-F238E27FC236}">
                <a16:creationId xmlns:a16="http://schemas.microsoft.com/office/drawing/2014/main" id="{89DC590D-3C00-4E02-B24B-01CAD2CE446F}"/>
              </a:ext>
            </a:extLst>
          </p:cNvPr>
          <p:cNvSpPr>
            <a:spLocks xmlns:a="http://schemas.openxmlformats.org/drawingml/2006/main" noGrp="1"/>
          </p:cNvSpPr>
          <p:nvPr/>
        </p:nvSpPr>
        <p:spPr>
          <a:xfrm xmlns:a="http://schemas.openxmlformats.org/drawingml/2006/main">
            <a:off x="5703094" y="4229100"/>
            <a:ext cx="69294" cy="123825"/>
          </a:xfrm>
          <a:prstGeom xmlns:a="http://schemas.openxmlformats.org/drawingml/2006/main" prst="rect">
            <a:avLst/>
          </a:prstGeom>
          <a:solidFill xmlns:a="http://schemas.openxmlformats.org/drawingml/2006/main">
            <a:srgbClr val="297B8E"/>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DC47CEA4-9955-4BFF-8053-B9FF1FCB7EE6}"/>
              </a:ext>
            </a:extLst>
          </p:cNvPr>
          <p:cNvSpPr>
            <a:spLocks xmlns:a="http://schemas.openxmlformats.org/drawingml/2006/main" noGrp="1"/>
          </p:cNvSpPr>
          <p:nvPr/>
        </p:nvSpPr>
        <p:spPr>
          <a:xfrm xmlns:a="http://schemas.openxmlformats.org/drawingml/2006/main">
            <a:off x="5768578" y="4229100"/>
            <a:ext cx="69294" cy="123825"/>
          </a:xfrm>
          <a:prstGeom xmlns:a="http://schemas.openxmlformats.org/drawingml/2006/main" prst="rect">
            <a:avLst/>
          </a:prstGeom>
          <a:solidFill xmlns:a="http://schemas.openxmlformats.org/drawingml/2006/main">
            <a:srgbClr val="277F8E"/>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DE1B9A4B-7FD5-4386-87D5-01FDF1CB4332}"/>
              </a:ext>
            </a:extLst>
          </p:cNvPr>
          <p:cNvSpPr>
            <a:spLocks xmlns:a="http://schemas.openxmlformats.org/drawingml/2006/main" noGrp="1"/>
          </p:cNvSpPr>
          <p:nvPr/>
        </p:nvSpPr>
        <p:spPr>
          <a:xfrm xmlns:a="http://schemas.openxmlformats.org/drawingml/2006/main">
            <a:off x="5834063" y="4229100"/>
            <a:ext cx="69294" cy="123825"/>
          </a:xfrm>
          <a:prstGeom xmlns:a="http://schemas.openxmlformats.org/drawingml/2006/main" prst="rect">
            <a:avLst/>
          </a:prstGeom>
          <a:solidFill xmlns:a="http://schemas.openxmlformats.org/drawingml/2006/main">
            <a:srgbClr val="26828E"/>
          </a:solidFill>
          <a:ln xmlns:a="http://schemas.openxmlformats.org/drawingml/2006/main" w="0">
            <a:noFill/>
            <a:prstDash val="solid"/>
          </a:ln>
        </p:spPr>
      </p:sp>
      <p:sp>
        <p:nvSpPr>
          <p:cNvPr id="119" name="">
            <a:extLst xmlns:a="http://schemas.openxmlformats.org/drawingml/2006/main">
              <a:ext uri="{FF2B5EF4-FFF2-40B4-BE49-F238E27FC236}">
                <a16:creationId xmlns:a16="http://schemas.microsoft.com/office/drawing/2014/main" id="{F661C087-C3A2-424A-9175-BE993318F536}"/>
              </a:ext>
            </a:extLst>
          </p:cNvPr>
          <p:cNvSpPr>
            <a:spLocks xmlns:a="http://schemas.openxmlformats.org/drawingml/2006/main" noGrp="1"/>
          </p:cNvSpPr>
          <p:nvPr/>
        </p:nvSpPr>
        <p:spPr>
          <a:xfrm xmlns:a="http://schemas.openxmlformats.org/drawingml/2006/main">
            <a:off x="5899547" y="4229100"/>
            <a:ext cx="69294" cy="123825"/>
          </a:xfrm>
          <a:prstGeom xmlns:a="http://schemas.openxmlformats.org/drawingml/2006/main" prst="rect">
            <a:avLst/>
          </a:prstGeom>
          <a:solidFill xmlns:a="http://schemas.openxmlformats.org/drawingml/2006/main">
            <a:srgbClr val="25868D"/>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B9410AFD-AA20-4526-AE5E-472111BB68F2}"/>
              </a:ext>
            </a:extLst>
          </p:cNvPr>
          <p:cNvSpPr>
            <a:spLocks xmlns:a="http://schemas.openxmlformats.org/drawingml/2006/main" noGrp="1"/>
          </p:cNvSpPr>
          <p:nvPr/>
        </p:nvSpPr>
        <p:spPr>
          <a:xfrm xmlns:a="http://schemas.openxmlformats.org/drawingml/2006/main">
            <a:off x="5965031" y="4229100"/>
            <a:ext cx="69294" cy="123825"/>
          </a:xfrm>
          <a:prstGeom xmlns:a="http://schemas.openxmlformats.org/drawingml/2006/main" prst="rect">
            <a:avLst/>
          </a:prstGeom>
          <a:solidFill xmlns:a="http://schemas.openxmlformats.org/drawingml/2006/main">
            <a:srgbClr val="248A8D"/>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4CC96ABC-7545-4222-A9B5-FE0C4D98FD74}"/>
              </a:ext>
            </a:extLst>
          </p:cNvPr>
          <p:cNvSpPr>
            <a:spLocks xmlns:a="http://schemas.openxmlformats.org/drawingml/2006/main" noGrp="1"/>
          </p:cNvSpPr>
          <p:nvPr/>
        </p:nvSpPr>
        <p:spPr>
          <a:xfrm xmlns:a="http://schemas.openxmlformats.org/drawingml/2006/main">
            <a:off x="6030516" y="4229100"/>
            <a:ext cx="69294" cy="123825"/>
          </a:xfrm>
          <a:prstGeom xmlns:a="http://schemas.openxmlformats.org/drawingml/2006/main" prst="rect">
            <a:avLst/>
          </a:prstGeom>
          <a:solidFill xmlns:a="http://schemas.openxmlformats.org/drawingml/2006/main">
            <a:srgbClr val="238E8C"/>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87C89265-5D29-43E8-830F-33C01C49019A}"/>
              </a:ext>
            </a:extLst>
          </p:cNvPr>
          <p:cNvSpPr>
            <a:spLocks xmlns:a="http://schemas.openxmlformats.org/drawingml/2006/main" noGrp="1"/>
          </p:cNvSpPr>
          <p:nvPr/>
        </p:nvSpPr>
        <p:spPr>
          <a:xfrm xmlns:a="http://schemas.openxmlformats.org/drawingml/2006/main">
            <a:off x="6096000" y="4229100"/>
            <a:ext cx="69294" cy="123825"/>
          </a:xfrm>
          <a:prstGeom xmlns:a="http://schemas.openxmlformats.org/drawingml/2006/main" prst="rect">
            <a:avLst/>
          </a:prstGeom>
          <a:solidFill xmlns:a="http://schemas.openxmlformats.org/drawingml/2006/main">
            <a:srgbClr val="22928B"/>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00D9E364-C846-425D-8B3C-15B3AEDBDFC1}"/>
              </a:ext>
            </a:extLst>
          </p:cNvPr>
          <p:cNvSpPr>
            <a:spLocks xmlns:a="http://schemas.openxmlformats.org/drawingml/2006/main" noGrp="1"/>
          </p:cNvSpPr>
          <p:nvPr/>
        </p:nvSpPr>
        <p:spPr>
          <a:xfrm xmlns:a="http://schemas.openxmlformats.org/drawingml/2006/main">
            <a:off x="6161484" y="4229100"/>
            <a:ext cx="69294" cy="123825"/>
          </a:xfrm>
          <a:prstGeom xmlns:a="http://schemas.openxmlformats.org/drawingml/2006/main" prst="rect">
            <a:avLst/>
          </a:prstGeom>
          <a:solidFill xmlns:a="http://schemas.openxmlformats.org/drawingml/2006/main">
            <a:srgbClr val="21968A"/>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B0DB9038-F936-4F8F-B8F3-3315167A19F9}"/>
              </a:ext>
            </a:extLst>
          </p:cNvPr>
          <p:cNvSpPr>
            <a:spLocks xmlns:a="http://schemas.openxmlformats.org/drawingml/2006/main" noGrp="1"/>
          </p:cNvSpPr>
          <p:nvPr/>
        </p:nvSpPr>
        <p:spPr>
          <a:xfrm xmlns:a="http://schemas.openxmlformats.org/drawingml/2006/main">
            <a:off x="6226969" y="4229100"/>
            <a:ext cx="69294" cy="123825"/>
          </a:xfrm>
          <a:prstGeom xmlns:a="http://schemas.openxmlformats.org/drawingml/2006/main" prst="rect">
            <a:avLst/>
          </a:prstGeom>
          <a:solidFill xmlns:a="http://schemas.openxmlformats.org/drawingml/2006/main">
            <a:srgbClr val="209A8A"/>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8DCFD545-5905-44A9-B986-0692357CB45F}"/>
              </a:ext>
            </a:extLst>
          </p:cNvPr>
          <p:cNvSpPr>
            <a:spLocks xmlns:a="http://schemas.openxmlformats.org/drawingml/2006/main" noGrp="1"/>
          </p:cNvSpPr>
          <p:nvPr/>
        </p:nvSpPr>
        <p:spPr>
          <a:xfrm xmlns:a="http://schemas.openxmlformats.org/drawingml/2006/main">
            <a:off x="6292453" y="4229100"/>
            <a:ext cx="69294" cy="123825"/>
          </a:xfrm>
          <a:prstGeom xmlns:a="http://schemas.openxmlformats.org/drawingml/2006/main" prst="rect">
            <a:avLst/>
          </a:prstGeom>
          <a:solidFill xmlns:a="http://schemas.openxmlformats.org/drawingml/2006/main">
            <a:srgbClr val="1F9E89"/>
          </a:solidFill>
          <a:ln xmlns:a="http://schemas.openxmlformats.org/drawingml/2006/main" w="0">
            <a:noFill/>
            <a:prstDash val="solid"/>
          </a:ln>
        </p:spPr>
      </p:sp>
      <p:sp>
        <p:nvSpPr>
          <p:cNvPr id="126" name="">
            <a:extLst xmlns:a="http://schemas.openxmlformats.org/drawingml/2006/main">
              <a:ext uri="{FF2B5EF4-FFF2-40B4-BE49-F238E27FC236}">
                <a16:creationId xmlns:a16="http://schemas.microsoft.com/office/drawing/2014/main" id="{F5D57D30-76F0-41DD-BFC1-248F89EB4D64}"/>
              </a:ext>
            </a:extLst>
          </p:cNvPr>
          <p:cNvSpPr>
            <a:spLocks xmlns:a="http://schemas.openxmlformats.org/drawingml/2006/main" noGrp="1"/>
          </p:cNvSpPr>
          <p:nvPr/>
        </p:nvSpPr>
        <p:spPr>
          <a:xfrm xmlns:a="http://schemas.openxmlformats.org/drawingml/2006/main">
            <a:off x="6357938" y="4229100"/>
            <a:ext cx="69294" cy="123825"/>
          </a:xfrm>
          <a:prstGeom xmlns:a="http://schemas.openxmlformats.org/drawingml/2006/main" prst="rect">
            <a:avLst/>
          </a:prstGeom>
          <a:solidFill xmlns:a="http://schemas.openxmlformats.org/drawingml/2006/main">
            <a:srgbClr val="22A187"/>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DE465835-D5FD-4022-8552-6EBB614DDF77}"/>
              </a:ext>
            </a:extLst>
          </p:cNvPr>
          <p:cNvSpPr>
            <a:spLocks xmlns:a="http://schemas.openxmlformats.org/drawingml/2006/main" noGrp="1"/>
          </p:cNvSpPr>
          <p:nvPr/>
        </p:nvSpPr>
        <p:spPr>
          <a:xfrm xmlns:a="http://schemas.openxmlformats.org/drawingml/2006/main">
            <a:off x="6423422" y="4229100"/>
            <a:ext cx="69294" cy="123825"/>
          </a:xfrm>
          <a:prstGeom xmlns:a="http://schemas.openxmlformats.org/drawingml/2006/main" prst="rect">
            <a:avLst/>
          </a:prstGeom>
          <a:solidFill xmlns:a="http://schemas.openxmlformats.org/drawingml/2006/main">
            <a:srgbClr val="25A585"/>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9520D2C2-0C04-4571-B30C-81C42B563966}"/>
              </a:ext>
            </a:extLst>
          </p:cNvPr>
          <p:cNvSpPr>
            <a:spLocks xmlns:a="http://schemas.openxmlformats.org/drawingml/2006/main" noGrp="1"/>
          </p:cNvSpPr>
          <p:nvPr/>
        </p:nvSpPr>
        <p:spPr>
          <a:xfrm xmlns:a="http://schemas.openxmlformats.org/drawingml/2006/main">
            <a:off x="6488906" y="4229100"/>
            <a:ext cx="69294" cy="123825"/>
          </a:xfrm>
          <a:prstGeom xmlns:a="http://schemas.openxmlformats.org/drawingml/2006/main" prst="rect">
            <a:avLst/>
          </a:prstGeom>
          <a:solidFill xmlns:a="http://schemas.openxmlformats.org/drawingml/2006/main">
            <a:srgbClr val="28A882"/>
          </a:solidFill>
          <a:ln xmlns:a="http://schemas.openxmlformats.org/drawingml/2006/main" w="0">
            <a:noFill/>
            <a:prstDash val="solid"/>
          </a:ln>
        </p:spPr>
      </p:sp>
      <p:sp>
        <p:nvSpPr>
          <p:cNvPr id="129" name="">
            <a:extLst xmlns:a="http://schemas.openxmlformats.org/drawingml/2006/main">
              <a:ext uri="{FF2B5EF4-FFF2-40B4-BE49-F238E27FC236}">
                <a16:creationId xmlns:a16="http://schemas.microsoft.com/office/drawing/2014/main" id="{4B395B97-A439-4F1B-8BD3-C1F04902F0F7}"/>
              </a:ext>
            </a:extLst>
          </p:cNvPr>
          <p:cNvSpPr>
            <a:spLocks xmlns:a="http://schemas.openxmlformats.org/drawingml/2006/main" noGrp="1"/>
          </p:cNvSpPr>
          <p:nvPr/>
        </p:nvSpPr>
        <p:spPr>
          <a:xfrm xmlns:a="http://schemas.openxmlformats.org/drawingml/2006/main">
            <a:off x="6554391" y="4229100"/>
            <a:ext cx="69294" cy="123825"/>
          </a:xfrm>
          <a:prstGeom xmlns:a="http://schemas.openxmlformats.org/drawingml/2006/main" prst="rect">
            <a:avLst/>
          </a:prstGeom>
          <a:solidFill xmlns:a="http://schemas.openxmlformats.org/drawingml/2006/main">
            <a:srgbClr val="2BAC80"/>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A99A06A4-BE57-46CA-A321-4FBA3982ADA9}"/>
              </a:ext>
            </a:extLst>
          </p:cNvPr>
          <p:cNvSpPr>
            <a:spLocks xmlns:a="http://schemas.openxmlformats.org/drawingml/2006/main" noGrp="1"/>
          </p:cNvSpPr>
          <p:nvPr/>
        </p:nvSpPr>
        <p:spPr>
          <a:xfrm xmlns:a="http://schemas.openxmlformats.org/drawingml/2006/main">
            <a:off x="6619875" y="4229100"/>
            <a:ext cx="69294" cy="123825"/>
          </a:xfrm>
          <a:prstGeom xmlns:a="http://schemas.openxmlformats.org/drawingml/2006/main" prst="rect">
            <a:avLst/>
          </a:prstGeom>
          <a:solidFill xmlns:a="http://schemas.openxmlformats.org/drawingml/2006/main">
            <a:srgbClr val="2EAF7E"/>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E925AAF1-80D2-48A5-ABB8-1DA209844FC4}"/>
              </a:ext>
            </a:extLst>
          </p:cNvPr>
          <p:cNvSpPr>
            <a:spLocks xmlns:a="http://schemas.openxmlformats.org/drawingml/2006/main" noGrp="1"/>
          </p:cNvSpPr>
          <p:nvPr/>
        </p:nvSpPr>
        <p:spPr>
          <a:xfrm xmlns:a="http://schemas.openxmlformats.org/drawingml/2006/main">
            <a:off x="6685359" y="4229100"/>
            <a:ext cx="69294" cy="123825"/>
          </a:xfrm>
          <a:prstGeom xmlns:a="http://schemas.openxmlformats.org/drawingml/2006/main" prst="rect">
            <a:avLst/>
          </a:prstGeom>
          <a:solidFill xmlns:a="http://schemas.openxmlformats.org/drawingml/2006/main">
            <a:srgbClr val="31B37C"/>
          </a:solidFill>
          <a:ln xmlns:a="http://schemas.openxmlformats.org/drawingml/2006/main" w="0">
            <a:noFill/>
            <a:prstDash val="solid"/>
          </a:ln>
        </p:spPr>
      </p:sp>
      <p:sp>
        <p:nvSpPr>
          <p:cNvPr id="132" name="">
            <a:extLst xmlns:a="http://schemas.openxmlformats.org/drawingml/2006/main">
              <a:ext uri="{FF2B5EF4-FFF2-40B4-BE49-F238E27FC236}">
                <a16:creationId xmlns:a16="http://schemas.microsoft.com/office/drawing/2014/main" id="{4BA07A56-F6B0-477C-A32F-D4DA5593277C}"/>
              </a:ext>
            </a:extLst>
          </p:cNvPr>
          <p:cNvSpPr>
            <a:spLocks xmlns:a="http://schemas.openxmlformats.org/drawingml/2006/main" noGrp="1"/>
          </p:cNvSpPr>
          <p:nvPr/>
        </p:nvSpPr>
        <p:spPr>
          <a:xfrm xmlns:a="http://schemas.openxmlformats.org/drawingml/2006/main">
            <a:off x="6750844" y="4229100"/>
            <a:ext cx="69294" cy="123825"/>
          </a:xfrm>
          <a:prstGeom xmlns:a="http://schemas.openxmlformats.org/drawingml/2006/main" prst="rect">
            <a:avLst/>
          </a:prstGeom>
          <a:solidFill xmlns:a="http://schemas.openxmlformats.org/drawingml/2006/main">
            <a:srgbClr val="34B679"/>
          </a:solidFill>
          <a:ln xmlns:a="http://schemas.openxmlformats.org/drawingml/2006/main" w="0">
            <a:noFill/>
            <a:prstDash val="solid"/>
          </a:ln>
        </p:spPr>
      </p:sp>
      <p:sp>
        <p:nvSpPr>
          <p:cNvPr id="133" name="">
            <a:extLst xmlns:a="http://schemas.openxmlformats.org/drawingml/2006/main">
              <a:ext uri="{FF2B5EF4-FFF2-40B4-BE49-F238E27FC236}">
                <a16:creationId xmlns:a16="http://schemas.microsoft.com/office/drawing/2014/main" id="{223A4005-6F90-4799-80FB-FBBEFBF48E93}"/>
              </a:ext>
            </a:extLst>
          </p:cNvPr>
          <p:cNvSpPr>
            <a:spLocks xmlns:a="http://schemas.openxmlformats.org/drawingml/2006/main" noGrp="1"/>
          </p:cNvSpPr>
          <p:nvPr/>
        </p:nvSpPr>
        <p:spPr>
          <a:xfrm xmlns:a="http://schemas.openxmlformats.org/drawingml/2006/main">
            <a:off x="6816328" y="4229100"/>
            <a:ext cx="69294" cy="123825"/>
          </a:xfrm>
          <a:prstGeom xmlns:a="http://schemas.openxmlformats.org/drawingml/2006/main" prst="rect">
            <a:avLst/>
          </a:prstGeom>
          <a:solidFill xmlns:a="http://schemas.openxmlformats.org/drawingml/2006/main">
            <a:srgbClr val="3CBA75"/>
          </a:solidFill>
          <a:ln xmlns:a="http://schemas.openxmlformats.org/drawingml/2006/main" w="0">
            <a:noFill/>
            <a:prstDash val="solid"/>
          </a:ln>
        </p:spPr>
      </p:sp>
      <p:sp>
        <p:nvSpPr>
          <p:cNvPr id="134" name="">
            <a:extLst xmlns:a="http://schemas.openxmlformats.org/drawingml/2006/main">
              <a:ext uri="{FF2B5EF4-FFF2-40B4-BE49-F238E27FC236}">
                <a16:creationId xmlns:a16="http://schemas.microsoft.com/office/drawing/2014/main" id="{A0A7DA4B-5FC5-492C-8BD5-C348D95B383E}"/>
              </a:ext>
            </a:extLst>
          </p:cNvPr>
          <p:cNvSpPr>
            <a:spLocks xmlns:a="http://schemas.openxmlformats.org/drawingml/2006/main" noGrp="1"/>
          </p:cNvSpPr>
          <p:nvPr/>
        </p:nvSpPr>
        <p:spPr>
          <a:xfrm xmlns:a="http://schemas.openxmlformats.org/drawingml/2006/main">
            <a:off x="6881813" y="4229100"/>
            <a:ext cx="69294" cy="123825"/>
          </a:xfrm>
          <a:prstGeom xmlns:a="http://schemas.openxmlformats.org/drawingml/2006/main" prst="rect">
            <a:avLst/>
          </a:prstGeom>
          <a:solidFill xmlns:a="http://schemas.openxmlformats.org/drawingml/2006/main">
            <a:srgbClr val="43BD71"/>
          </a:solidFill>
          <a:ln xmlns:a="http://schemas.openxmlformats.org/drawingml/2006/main" w="0">
            <a:noFill/>
            <a:prstDash val="solid"/>
          </a:ln>
        </p:spPr>
      </p:sp>
      <p:sp>
        <p:nvSpPr>
          <p:cNvPr id="135" name="">
            <a:extLst xmlns:a="http://schemas.openxmlformats.org/drawingml/2006/main">
              <a:ext uri="{FF2B5EF4-FFF2-40B4-BE49-F238E27FC236}">
                <a16:creationId xmlns:a16="http://schemas.microsoft.com/office/drawing/2014/main" id="{15D528ED-7BE0-455B-BCED-1F347B263ED5}"/>
              </a:ext>
            </a:extLst>
          </p:cNvPr>
          <p:cNvSpPr>
            <a:spLocks xmlns:a="http://schemas.openxmlformats.org/drawingml/2006/main" noGrp="1"/>
          </p:cNvSpPr>
          <p:nvPr/>
        </p:nvSpPr>
        <p:spPr>
          <a:xfrm xmlns:a="http://schemas.openxmlformats.org/drawingml/2006/main">
            <a:off x="6947297" y="4229100"/>
            <a:ext cx="69294" cy="123825"/>
          </a:xfrm>
          <a:prstGeom xmlns:a="http://schemas.openxmlformats.org/drawingml/2006/main" prst="rect">
            <a:avLst/>
          </a:prstGeom>
          <a:solidFill xmlns:a="http://schemas.openxmlformats.org/drawingml/2006/main">
            <a:srgbClr val="4BC06C"/>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8A2C0E18-841B-4E1E-9C39-56B11117ABDE}"/>
              </a:ext>
            </a:extLst>
          </p:cNvPr>
          <p:cNvSpPr>
            <a:spLocks xmlns:a="http://schemas.openxmlformats.org/drawingml/2006/main" noGrp="1"/>
          </p:cNvSpPr>
          <p:nvPr/>
        </p:nvSpPr>
        <p:spPr>
          <a:xfrm xmlns:a="http://schemas.openxmlformats.org/drawingml/2006/main">
            <a:off x="7012781" y="4229100"/>
            <a:ext cx="69294" cy="123825"/>
          </a:xfrm>
          <a:prstGeom xmlns:a="http://schemas.openxmlformats.org/drawingml/2006/main" prst="rect">
            <a:avLst/>
          </a:prstGeom>
          <a:solidFill xmlns:a="http://schemas.openxmlformats.org/drawingml/2006/main">
            <a:srgbClr val="53C368"/>
          </a:solidFill>
          <a:ln xmlns:a="http://schemas.openxmlformats.org/drawingml/2006/main" w="0">
            <a:noFill/>
            <a:prstDash val="solid"/>
          </a:ln>
        </p:spPr>
      </p:sp>
      <p:sp>
        <p:nvSpPr>
          <p:cNvPr id="137" name="">
            <a:extLst xmlns:a="http://schemas.openxmlformats.org/drawingml/2006/main">
              <a:ext uri="{FF2B5EF4-FFF2-40B4-BE49-F238E27FC236}">
                <a16:creationId xmlns:a16="http://schemas.microsoft.com/office/drawing/2014/main" id="{DEA75D3D-6F83-4392-B530-A33C3697996D}"/>
              </a:ext>
            </a:extLst>
          </p:cNvPr>
          <p:cNvSpPr>
            <a:spLocks xmlns:a="http://schemas.openxmlformats.org/drawingml/2006/main" noGrp="1"/>
          </p:cNvSpPr>
          <p:nvPr/>
        </p:nvSpPr>
        <p:spPr>
          <a:xfrm xmlns:a="http://schemas.openxmlformats.org/drawingml/2006/main">
            <a:off x="7078266" y="4229100"/>
            <a:ext cx="69294" cy="123825"/>
          </a:xfrm>
          <a:prstGeom xmlns:a="http://schemas.openxmlformats.org/drawingml/2006/main" prst="rect">
            <a:avLst/>
          </a:prstGeom>
          <a:solidFill xmlns:a="http://schemas.openxmlformats.org/drawingml/2006/main">
            <a:srgbClr val="5BC663"/>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4C1794E7-FCDD-4E83-8EF2-E0572E77E099}"/>
              </a:ext>
            </a:extLst>
          </p:cNvPr>
          <p:cNvSpPr>
            <a:spLocks xmlns:a="http://schemas.openxmlformats.org/drawingml/2006/main" noGrp="1"/>
          </p:cNvSpPr>
          <p:nvPr/>
        </p:nvSpPr>
        <p:spPr>
          <a:xfrm xmlns:a="http://schemas.openxmlformats.org/drawingml/2006/main">
            <a:off x="7143750" y="4229100"/>
            <a:ext cx="69294" cy="123825"/>
          </a:xfrm>
          <a:prstGeom xmlns:a="http://schemas.openxmlformats.org/drawingml/2006/main" prst="rect">
            <a:avLst/>
          </a:prstGeom>
          <a:solidFill xmlns:a="http://schemas.openxmlformats.org/drawingml/2006/main">
            <a:srgbClr val="63C95F"/>
          </a:solidFill>
          <a:ln xmlns:a="http://schemas.openxmlformats.org/drawingml/2006/main" w="0">
            <a:noFill/>
            <a:prstDash val="solid"/>
          </a:ln>
        </p:spPr>
      </p:sp>
      <p:sp>
        <p:nvSpPr>
          <p:cNvPr id="139" name="">
            <a:extLst xmlns:a="http://schemas.openxmlformats.org/drawingml/2006/main">
              <a:ext uri="{FF2B5EF4-FFF2-40B4-BE49-F238E27FC236}">
                <a16:creationId xmlns:a16="http://schemas.microsoft.com/office/drawing/2014/main" id="{C6D2F21D-52DA-4AA0-847C-9E3B5B7F0F1C}"/>
              </a:ext>
            </a:extLst>
          </p:cNvPr>
          <p:cNvSpPr>
            <a:spLocks xmlns:a="http://schemas.openxmlformats.org/drawingml/2006/main" noGrp="1"/>
          </p:cNvSpPr>
          <p:nvPr/>
        </p:nvSpPr>
        <p:spPr>
          <a:xfrm xmlns:a="http://schemas.openxmlformats.org/drawingml/2006/main">
            <a:off x="7209234" y="4229100"/>
            <a:ext cx="69294" cy="123825"/>
          </a:xfrm>
          <a:prstGeom xmlns:a="http://schemas.openxmlformats.org/drawingml/2006/main" prst="rect">
            <a:avLst/>
          </a:prstGeom>
          <a:solidFill xmlns:a="http://schemas.openxmlformats.org/drawingml/2006/main">
            <a:srgbClr val="6BCC5A"/>
          </a:solidFill>
          <a:ln xmlns:a="http://schemas.openxmlformats.org/drawingml/2006/main" w="0">
            <a:noFill/>
            <a:prstDash val="solid"/>
          </a:ln>
        </p:spPr>
      </p:sp>
      <p:sp>
        <p:nvSpPr>
          <p:cNvPr id="140" name="">
            <a:extLst xmlns:a="http://schemas.openxmlformats.org/drawingml/2006/main">
              <a:ext uri="{FF2B5EF4-FFF2-40B4-BE49-F238E27FC236}">
                <a16:creationId xmlns:a16="http://schemas.microsoft.com/office/drawing/2014/main" id="{1D00F3A8-31AD-4AA9-AFD9-ADD54D761EE9}"/>
              </a:ext>
            </a:extLst>
          </p:cNvPr>
          <p:cNvSpPr>
            <a:spLocks xmlns:a="http://schemas.openxmlformats.org/drawingml/2006/main" noGrp="1"/>
          </p:cNvSpPr>
          <p:nvPr/>
        </p:nvSpPr>
        <p:spPr>
          <a:xfrm xmlns:a="http://schemas.openxmlformats.org/drawingml/2006/main">
            <a:off x="7274719" y="4229100"/>
            <a:ext cx="69294" cy="123825"/>
          </a:xfrm>
          <a:prstGeom xmlns:a="http://schemas.openxmlformats.org/drawingml/2006/main" prst="rect">
            <a:avLst/>
          </a:prstGeom>
          <a:solidFill xmlns:a="http://schemas.openxmlformats.org/drawingml/2006/main">
            <a:srgbClr val="74CF54"/>
          </a:solidFill>
          <a:ln xmlns:a="http://schemas.openxmlformats.org/drawingml/2006/main" w="0">
            <a:noFill/>
            <a:prstDash val="solid"/>
          </a:ln>
        </p:spPr>
      </p:sp>
      <p:sp>
        <p:nvSpPr>
          <p:cNvPr id="141" name="">
            <a:extLst xmlns:a="http://schemas.openxmlformats.org/drawingml/2006/main">
              <a:ext uri="{FF2B5EF4-FFF2-40B4-BE49-F238E27FC236}">
                <a16:creationId xmlns:a16="http://schemas.microsoft.com/office/drawing/2014/main" id="{68E17B2E-852E-45FC-8EF4-43A864AE3154}"/>
              </a:ext>
            </a:extLst>
          </p:cNvPr>
          <p:cNvSpPr>
            <a:spLocks xmlns:a="http://schemas.openxmlformats.org/drawingml/2006/main" noGrp="1"/>
          </p:cNvSpPr>
          <p:nvPr/>
        </p:nvSpPr>
        <p:spPr>
          <a:xfrm xmlns:a="http://schemas.openxmlformats.org/drawingml/2006/main">
            <a:off x="7340203" y="4229100"/>
            <a:ext cx="69294" cy="123825"/>
          </a:xfrm>
          <a:prstGeom xmlns:a="http://schemas.openxmlformats.org/drawingml/2006/main" prst="rect">
            <a:avLst/>
          </a:prstGeom>
          <a:solidFill xmlns:a="http://schemas.openxmlformats.org/drawingml/2006/main">
            <a:srgbClr val="7ED14E"/>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C4CEB634-E31F-4609-A606-700023D3A541}"/>
              </a:ext>
            </a:extLst>
          </p:cNvPr>
          <p:cNvSpPr>
            <a:spLocks xmlns:a="http://schemas.openxmlformats.org/drawingml/2006/main" noGrp="1"/>
          </p:cNvSpPr>
          <p:nvPr/>
        </p:nvSpPr>
        <p:spPr>
          <a:xfrm xmlns:a="http://schemas.openxmlformats.org/drawingml/2006/main">
            <a:off x="7405688" y="4229100"/>
            <a:ext cx="69294" cy="123825"/>
          </a:xfrm>
          <a:prstGeom xmlns:a="http://schemas.openxmlformats.org/drawingml/2006/main" prst="rect">
            <a:avLst/>
          </a:prstGeom>
          <a:solidFill xmlns:a="http://schemas.openxmlformats.org/drawingml/2006/main">
            <a:srgbClr val="88D448"/>
          </a:solidFill>
          <a:ln xmlns:a="http://schemas.openxmlformats.org/drawingml/2006/main" w="0">
            <a:noFill/>
            <a:prstDash val="solid"/>
          </a:ln>
        </p:spPr>
      </p:sp>
      <p:sp>
        <p:nvSpPr>
          <p:cNvPr id="143" name="">
            <a:extLst xmlns:a="http://schemas.openxmlformats.org/drawingml/2006/main">
              <a:ext uri="{FF2B5EF4-FFF2-40B4-BE49-F238E27FC236}">
                <a16:creationId xmlns:a16="http://schemas.microsoft.com/office/drawing/2014/main" id="{0D524D6A-E77F-47E4-AEB5-226841B88BE7}"/>
              </a:ext>
            </a:extLst>
          </p:cNvPr>
          <p:cNvSpPr>
            <a:spLocks xmlns:a="http://schemas.openxmlformats.org/drawingml/2006/main" noGrp="1"/>
          </p:cNvSpPr>
          <p:nvPr/>
        </p:nvSpPr>
        <p:spPr>
          <a:xfrm xmlns:a="http://schemas.openxmlformats.org/drawingml/2006/main">
            <a:off x="7471172" y="4229100"/>
            <a:ext cx="69294" cy="123825"/>
          </a:xfrm>
          <a:prstGeom xmlns:a="http://schemas.openxmlformats.org/drawingml/2006/main" prst="rect">
            <a:avLst/>
          </a:prstGeom>
          <a:solidFill xmlns:a="http://schemas.openxmlformats.org/drawingml/2006/main">
            <a:srgbClr val="92D641"/>
          </a:solidFill>
          <a:ln xmlns:a="http://schemas.openxmlformats.org/drawingml/2006/main" w="0">
            <a:noFill/>
            <a:prstDash val="solid"/>
          </a:ln>
        </p:spPr>
      </p:sp>
      <p:sp>
        <p:nvSpPr>
          <p:cNvPr id="144" name="">
            <a:extLst xmlns:a="http://schemas.openxmlformats.org/drawingml/2006/main">
              <a:ext uri="{FF2B5EF4-FFF2-40B4-BE49-F238E27FC236}">
                <a16:creationId xmlns:a16="http://schemas.microsoft.com/office/drawing/2014/main" id="{CE9AFBFE-41D0-4B0E-A6CD-BD5EC10429EF}"/>
              </a:ext>
            </a:extLst>
          </p:cNvPr>
          <p:cNvSpPr>
            <a:spLocks xmlns:a="http://schemas.openxmlformats.org/drawingml/2006/main" noGrp="1"/>
          </p:cNvSpPr>
          <p:nvPr/>
        </p:nvSpPr>
        <p:spPr>
          <a:xfrm xmlns:a="http://schemas.openxmlformats.org/drawingml/2006/main">
            <a:off x="7536656" y="4229100"/>
            <a:ext cx="69294" cy="123825"/>
          </a:xfrm>
          <a:prstGeom xmlns:a="http://schemas.openxmlformats.org/drawingml/2006/main" prst="rect">
            <a:avLst/>
          </a:prstGeom>
          <a:solidFill xmlns:a="http://schemas.openxmlformats.org/drawingml/2006/main">
            <a:srgbClr val="9CD83B"/>
          </a:solidFill>
          <a:ln xmlns:a="http://schemas.openxmlformats.org/drawingml/2006/main" w="0">
            <a:noFill/>
            <a:prstDash val="solid"/>
          </a:ln>
        </p:spPr>
      </p:sp>
      <p:sp>
        <p:nvSpPr>
          <p:cNvPr id="145" name="">
            <a:extLst xmlns:a="http://schemas.openxmlformats.org/drawingml/2006/main">
              <a:ext uri="{FF2B5EF4-FFF2-40B4-BE49-F238E27FC236}">
                <a16:creationId xmlns:a16="http://schemas.microsoft.com/office/drawing/2014/main" id="{11E4E8E6-F17E-4A47-BAD2-557604BC20A5}"/>
              </a:ext>
            </a:extLst>
          </p:cNvPr>
          <p:cNvSpPr>
            <a:spLocks xmlns:a="http://schemas.openxmlformats.org/drawingml/2006/main" noGrp="1"/>
          </p:cNvSpPr>
          <p:nvPr/>
        </p:nvSpPr>
        <p:spPr>
          <a:xfrm xmlns:a="http://schemas.openxmlformats.org/drawingml/2006/main">
            <a:off x="7602141" y="4229100"/>
            <a:ext cx="69294" cy="123825"/>
          </a:xfrm>
          <a:prstGeom xmlns:a="http://schemas.openxmlformats.org/drawingml/2006/main" prst="rect">
            <a:avLst/>
          </a:prstGeom>
          <a:solidFill xmlns:a="http://schemas.openxmlformats.org/drawingml/2006/main">
            <a:srgbClr val="A6DB35"/>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77A80F31-3738-4553-8BA7-D4E1CDAE6613}"/>
              </a:ext>
            </a:extLst>
          </p:cNvPr>
          <p:cNvSpPr>
            <a:spLocks xmlns:a="http://schemas.openxmlformats.org/drawingml/2006/main" noGrp="1"/>
          </p:cNvSpPr>
          <p:nvPr/>
        </p:nvSpPr>
        <p:spPr>
          <a:xfrm xmlns:a="http://schemas.openxmlformats.org/drawingml/2006/main">
            <a:off x="7667625" y="4229100"/>
            <a:ext cx="69294" cy="123825"/>
          </a:xfrm>
          <a:prstGeom xmlns:a="http://schemas.openxmlformats.org/drawingml/2006/main" prst="rect">
            <a:avLst/>
          </a:prstGeom>
          <a:solidFill xmlns:a="http://schemas.openxmlformats.org/drawingml/2006/main">
            <a:srgbClr val="B0DD2E"/>
          </a:solidFill>
          <a:ln xmlns:a="http://schemas.openxmlformats.org/drawingml/2006/main" w="0">
            <a:noFill/>
            <a:prstDash val="solid"/>
          </a:ln>
        </p:spPr>
      </p:sp>
      <p:sp>
        <p:nvSpPr>
          <p:cNvPr id="147" name="">
            <a:extLst xmlns:a="http://schemas.openxmlformats.org/drawingml/2006/main">
              <a:ext uri="{FF2B5EF4-FFF2-40B4-BE49-F238E27FC236}">
                <a16:creationId xmlns:a16="http://schemas.microsoft.com/office/drawing/2014/main" id="{DD558D89-FD04-472D-B8EA-E8CB7D2956CF}"/>
              </a:ext>
            </a:extLst>
          </p:cNvPr>
          <p:cNvSpPr>
            <a:spLocks xmlns:a="http://schemas.openxmlformats.org/drawingml/2006/main" noGrp="1"/>
          </p:cNvSpPr>
          <p:nvPr/>
        </p:nvSpPr>
        <p:spPr>
          <a:xfrm xmlns:a="http://schemas.openxmlformats.org/drawingml/2006/main">
            <a:off x="7733109" y="4229100"/>
            <a:ext cx="69294" cy="123825"/>
          </a:xfrm>
          <a:prstGeom xmlns:a="http://schemas.openxmlformats.org/drawingml/2006/main" prst="rect">
            <a:avLst/>
          </a:prstGeom>
          <a:solidFill xmlns:a="http://schemas.openxmlformats.org/drawingml/2006/main">
            <a:srgbClr val="BADF2B"/>
          </a:solidFill>
          <a:ln xmlns:a="http://schemas.openxmlformats.org/drawingml/2006/main" w="0">
            <a:noFill/>
            <a:prstDash val="solid"/>
          </a:ln>
        </p:spPr>
      </p:sp>
      <p:sp>
        <p:nvSpPr>
          <p:cNvPr id="148" name="">
            <a:extLst xmlns:a="http://schemas.openxmlformats.org/drawingml/2006/main">
              <a:ext uri="{FF2B5EF4-FFF2-40B4-BE49-F238E27FC236}">
                <a16:creationId xmlns:a16="http://schemas.microsoft.com/office/drawing/2014/main" id="{8D7E1192-2F8C-4A4E-B24E-470B829C9AC9}"/>
              </a:ext>
            </a:extLst>
          </p:cNvPr>
          <p:cNvSpPr>
            <a:spLocks xmlns:a="http://schemas.openxmlformats.org/drawingml/2006/main" noGrp="1"/>
          </p:cNvSpPr>
          <p:nvPr/>
        </p:nvSpPr>
        <p:spPr>
          <a:xfrm xmlns:a="http://schemas.openxmlformats.org/drawingml/2006/main">
            <a:off x="7798594" y="4229100"/>
            <a:ext cx="69294" cy="123825"/>
          </a:xfrm>
          <a:prstGeom xmlns:a="http://schemas.openxmlformats.org/drawingml/2006/main" prst="rect">
            <a:avLst/>
          </a:prstGeom>
          <a:solidFill xmlns:a="http://schemas.openxmlformats.org/drawingml/2006/main">
            <a:srgbClr val="C5E02A"/>
          </a:solidFill>
          <a:ln xmlns:a="http://schemas.openxmlformats.org/drawingml/2006/main" w="0">
            <a:noFill/>
            <a:prstDash val="solid"/>
          </a:ln>
        </p:spPr>
      </p:sp>
      <p:sp>
        <p:nvSpPr>
          <p:cNvPr id="149" name="">
            <a:extLst xmlns:a="http://schemas.openxmlformats.org/drawingml/2006/main">
              <a:ext uri="{FF2B5EF4-FFF2-40B4-BE49-F238E27FC236}">
                <a16:creationId xmlns:a16="http://schemas.microsoft.com/office/drawing/2014/main" id="{F9FEC6F5-B10A-4DA2-A523-E9A5EB23746E}"/>
              </a:ext>
            </a:extLst>
          </p:cNvPr>
          <p:cNvSpPr>
            <a:spLocks xmlns:a="http://schemas.openxmlformats.org/drawingml/2006/main" noGrp="1"/>
          </p:cNvSpPr>
          <p:nvPr/>
        </p:nvSpPr>
        <p:spPr>
          <a:xfrm xmlns:a="http://schemas.openxmlformats.org/drawingml/2006/main">
            <a:off x="7864078" y="4229100"/>
            <a:ext cx="69294" cy="123825"/>
          </a:xfrm>
          <a:prstGeom xmlns:a="http://schemas.openxmlformats.org/drawingml/2006/main" prst="rect">
            <a:avLst/>
          </a:prstGeom>
          <a:solidFill xmlns:a="http://schemas.openxmlformats.org/drawingml/2006/main">
            <a:srgbClr val="CFE129"/>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B372A5BC-4D23-4F39-9FFF-02ACC5DC30CA}"/>
              </a:ext>
            </a:extLst>
          </p:cNvPr>
          <p:cNvSpPr>
            <a:spLocks xmlns:a="http://schemas.openxmlformats.org/drawingml/2006/main" noGrp="1"/>
          </p:cNvSpPr>
          <p:nvPr/>
        </p:nvSpPr>
        <p:spPr>
          <a:xfrm xmlns:a="http://schemas.openxmlformats.org/drawingml/2006/main">
            <a:off x="7929563" y="4229100"/>
            <a:ext cx="69294" cy="123825"/>
          </a:xfrm>
          <a:prstGeom xmlns:a="http://schemas.openxmlformats.org/drawingml/2006/main" prst="rect">
            <a:avLst/>
          </a:prstGeom>
          <a:solidFill xmlns:a="http://schemas.openxmlformats.org/drawingml/2006/main">
            <a:srgbClr val="D9E328"/>
          </a:solidFill>
          <a:ln xmlns:a="http://schemas.openxmlformats.org/drawingml/2006/main" w="0">
            <a:noFill/>
            <a:prstDash val="solid"/>
          </a:ln>
        </p:spPr>
      </p:sp>
      <p:sp>
        <p:nvSpPr>
          <p:cNvPr id="151" name="">
            <a:extLst xmlns:a="http://schemas.openxmlformats.org/drawingml/2006/main">
              <a:ext uri="{FF2B5EF4-FFF2-40B4-BE49-F238E27FC236}">
                <a16:creationId xmlns:a16="http://schemas.microsoft.com/office/drawing/2014/main" id="{4838B73B-5494-49B3-9B72-90E873571F82}"/>
              </a:ext>
            </a:extLst>
          </p:cNvPr>
          <p:cNvSpPr>
            <a:spLocks xmlns:a="http://schemas.openxmlformats.org/drawingml/2006/main" noGrp="1"/>
          </p:cNvSpPr>
          <p:nvPr/>
        </p:nvSpPr>
        <p:spPr>
          <a:xfrm xmlns:a="http://schemas.openxmlformats.org/drawingml/2006/main">
            <a:off x="7995047" y="4229100"/>
            <a:ext cx="69294" cy="123825"/>
          </a:xfrm>
          <a:prstGeom xmlns:a="http://schemas.openxmlformats.org/drawingml/2006/main" prst="rect">
            <a:avLst/>
          </a:prstGeom>
          <a:solidFill xmlns:a="http://schemas.openxmlformats.org/drawingml/2006/main">
            <a:srgbClr val="E3E427"/>
          </a:solidFill>
          <a:ln xmlns:a="http://schemas.openxmlformats.org/drawingml/2006/main" w="0">
            <a:noFill/>
            <a:prstDash val="solid"/>
          </a:ln>
        </p:spPr>
      </p:sp>
      <p:sp>
        <p:nvSpPr>
          <p:cNvPr id="152" name="">
            <a:extLst xmlns:a="http://schemas.openxmlformats.org/drawingml/2006/main">
              <a:ext uri="{FF2B5EF4-FFF2-40B4-BE49-F238E27FC236}">
                <a16:creationId xmlns:a16="http://schemas.microsoft.com/office/drawing/2014/main" id="{5AB3D661-0E76-40F4-BC91-65D915A61E41}"/>
              </a:ext>
            </a:extLst>
          </p:cNvPr>
          <p:cNvSpPr>
            <a:spLocks xmlns:a="http://schemas.openxmlformats.org/drawingml/2006/main" noGrp="1"/>
          </p:cNvSpPr>
          <p:nvPr/>
        </p:nvSpPr>
        <p:spPr>
          <a:xfrm xmlns:a="http://schemas.openxmlformats.org/drawingml/2006/main">
            <a:off x="8060531" y="4229100"/>
            <a:ext cx="69294" cy="123825"/>
          </a:xfrm>
          <a:prstGeom xmlns:a="http://schemas.openxmlformats.org/drawingml/2006/main" prst="rect">
            <a:avLst/>
          </a:prstGeom>
          <a:solidFill xmlns:a="http://schemas.openxmlformats.org/drawingml/2006/main">
            <a:srgbClr val="EEE526"/>
          </a:solidFill>
          <a:ln xmlns:a="http://schemas.openxmlformats.org/drawingml/2006/main" w="0">
            <a:noFill/>
            <a:prstDash val="solid"/>
          </a:ln>
        </p:spPr>
      </p:sp>
      <p:sp>
        <p:nvSpPr>
          <p:cNvPr id="153" name="">
            <a:extLst xmlns:a="http://schemas.openxmlformats.org/drawingml/2006/main">
              <a:ext uri="{FF2B5EF4-FFF2-40B4-BE49-F238E27FC236}">
                <a16:creationId xmlns:a16="http://schemas.microsoft.com/office/drawing/2014/main" id="{E6BED1AD-E2D7-4E61-8495-1910E8B01F16}"/>
              </a:ext>
            </a:extLst>
          </p:cNvPr>
          <p:cNvSpPr>
            <a:spLocks xmlns:a="http://schemas.openxmlformats.org/drawingml/2006/main" noGrp="1"/>
          </p:cNvSpPr>
          <p:nvPr/>
        </p:nvSpPr>
        <p:spPr>
          <a:xfrm xmlns:a="http://schemas.openxmlformats.org/drawingml/2006/main">
            <a:off x="8126016" y="4229100"/>
            <a:ext cx="69294" cy="123825"/>
          </a:xfrm>
          <a:prstGeom xmlns:a="http://schemas.openxmlformats.org/drawingml/2006/main" prst="rect">
            <a:avLst/>
          </a:prstGeom>
          <a:solidFill xmlns:a="http://schemas.openxmlformats.org/drawingml/2006/main">
            <a:srgbClr val="F8E625"/>
          </a:solidFill>
          <a:ln xmlns:a="http://schemas.openxmlformats.org/drawingml/2006/main" w="0">
            <a:noFill/>
            <a:prstDash val="solid"/>
          </a:ln>
        </p:spPr>
      </p:sp>
      <p:sp>
        <p:nvSpPr>
          <p:cNvPr id="154" name="">
            <a:extLst xmlns:a="http://schemas.openxmlformats.org/drawingml/2006/main">
              <a:ext uri="{FF2B5EF4-FFF2-40B4-BE49-F238E27FC236}">
                <a16:creationId xmlns:a16="http://schemas.microsoft.com/office/drawing/2014/main" id="{78E0C66A-3BA5-4C9E-ABAF-746B01258ADA}"/>
              </a:ext>
            </a:extLst>
          </p:cNvPr>
          <p:cNvSpPr>
            <a:spLocks xmlns:a="http://schemas.openxmlformats.org/drawingml/2006/main" noGrp="1"/>
          </p:cNvSpPr>
          <p:nvPr/>
        </p:nvSpPr>
        <p:spPr>
          <a:xfrm xmlns:a="http://schemas.openxmlformats.org/drawingml/2006/main">
            <a:off x="4000500" y="4229100"/>
            <a:ext cx="41910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55" name="">
            <a:extLst xmlns:a="http://schemas.openxmlformats.org/drawingml/2006/main">
              <a:ext uri="{FF2B5EF4-FFF2-40B4-BE49-F238E27FC236}">
                <a16:creationId xmlns:a16="http://schemas.microsoft.com/office/drawing/2014/main" id="{37570132-E9E3-4E4C-AD50-184C7BC54C01}"/>
              </a:ext>
            </a:extLst>
          </p:cNvPr>
          <p:cNvSpPr>
            <a:spLocks xmlns:a="http://schemas.openxmlformats.org/drawingml/2006/main" noGrp="1"/>
          </p:cNvSpPr>
          <p:nvPr/>
        </p:nvSpPr>
        <p:spPr>
          <a:xfrm xmlns:a="http://schemas.openxmlformats.org/drawingml/2006/main">
            <a:off x="4447121"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6" name="">
            <a:extLst xmlns:a="http://schemas.openxmlformats.org/drawingml/2006/main">
              <a:ext uri="{FF2B5EF4-FFF2-40B4-BE49-F238E27FC236}">
                <a16:creationId xmlns:a16="http://schemas.microsoft.com/office/drawing/2014/main" id="{78AC4BC2-DFC8-4774-8DE8-25330BC27A2C}"/>
              </a:ext>
            </a:extLst>
          </p:cNvPr>
          <p:cNvSpPr>
            <a:spLocks xmlns:a="http://schemas.openxmlformats.org/drawingml/2006/main" noGrp="1"/>
          </p:cNvSpPr>
          <p:nvPr/>
        </p:nvSpPr>
        <p:spPr>
          <a:xfrm xmlns:a="http://schemas.openxmlformats.org/drawingml/2006/main">
            <a:off x="4104221"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10²</a:t>
            </a:r>
          </a:p>
        </p:txBody>
      </p:sp>
      <p:sp>
        <p:nvSpPr>
          <p:cNvPr id="157" name="">
            <a:extLst xmlns:a="http://schemas.openxmlformats.org/drawingml/2006/main">
              <a:ext uri="{FF2B5EF4-FFF2-40B4-BE49-F238E27FC236}">
                <a16:creationId xmlns:a16="http://schemas.microsoft.com/office/drawing/2014/main" id="{45EB2166-6625-42D6-8864-F2F087132914}"/>
              </a:ext>
            </a:extLst>
          </p:cNvPr>
          <p:cNvSpPr>
            <a:spLocks xmlns:a="http://schemas.openxmlformats.org/drawingml/2006/main" noGrp="1"/>
          </p:cNvSpPr>
          <p:nvPr/>
        </p:nvSpPr>
        <p:spPr>
          <a:xfrm xmlns:a="http://schemas.openxmlformats.org/drawingml/2006/main">
            <a:off x="5145621"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8" name="">
            <a:extLst xmlns:a="http://schemas.openxmlformats.org/drawingml/2006/main">
              <a:ext uri="{FF2B5EF4-FFF2-40B4-BE49-F238E27FC236}">
                <a16:creationId xmlns:a16="http://schemas.microsoft.com/office/drawing/2014/main" id="{24573BF6-8533-4A62-82A5-D09F5B38E27E}"/>
              </a:ext>
            </a:extLst>
          </p:cNvPr>
          <p:cNvSpPr>
            <a:spLocks xmlns:a="http://schemas.openxmlformats.org/drawingml/2006/main" noGrp="1"/>
          </p:cNvSpPr>
          <p:nvPr/>
        </p:nvSpPr>
        <p:spPr>
          <a:xfrm xmlns:a="http://schemas.openxmlformats.org/drawingml/2006/main">
            <a:off x="4802721"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10³</a:t>
            </a:r>
          </a:p>
        </p:txBody>
      </p:sp>
      <p:sp>
        <p:nvSpPr>
          <p:cNvPr id="159" name="">
            <a:extLst xmlns:a="http://schemas.openxmlformats.org/drawingml/2006/main">
              <a:ext uri="{FF2B5EF4-FFF2-40B4-BE49-F238E27FC236}">
                <a16:creationId xmlns:a16="http://schemas.microsoft.com/office/drawing/2014/main" id="{BE77F09A-FB47-482F-85C1-E0C7824B3FDE}"/>
              </a:ext>
            </a:extLst>
          </p:cNvPr>
          <p:cNvSpPr>
            <a:spLocks xmlns:a="http://schemas.openxmlformats.org/drawingml/2006/main" noGrp="1"/>
          </p:cNvSpPr>
          <p:nvPr/>
        </p:nvSpPr>
        <p:spPr>
          <a:xfrm xmlns:a="http://schemas.openxmlformats.org/drawingml/2006/main">
            <a:off x="5844121"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0" name="">
            <a:extLst xmlns:a="http://schemas.openxmlformats.org/drawingml/2006/main">
              <a:ext uri="{FF2B5EF4-FFF2-40B4-BE49-F238E27FC236}">
                <a16:creationId xmlns:a16="http://schemas.microsoft.com/office/drawing/2014/main" id="{DB8E20A1-57CB-4684-9383-7C9729569932}"/>
              </a:ext>
            </a:extLst>
          </p:cNvPr>
          <p:cNvSpPr>
            <a:spLocks xmlns:a="http://schemas.openxmlformats.org/drawingml/2006/main" noGrp="1"/>
          </p:cNvSpPr>
          <p:nvPr/>
        </p:nvSpPr>
        <p:spPr>
          <a:xfrm xmlns:a="http://schemas.openxmlformats.org/drawingml/2006/main">
            <a:off x="5501221"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10⁴</a:t>
            </a:r>
          </a:p>
        </p:txBody>
      </p:sp>
      <p:sp>
        <p:nvSpPr>
          <p:cNvPr id="161" name="">
            <a:extLst xmlns:a="http://schemas.openxmlformats.org/drawingml/2006/main">
              <a:ext uri="{FF2B5EF4-FFF2-40B4-BE49-F238E27FC236}">
                <a16:creationId xmlns:a16="http://schemas.microsoft.com/office/drawing/2014/main" id="{2C3D5ACF-03CD-4A6B-AFF6-51AD46814185}"/>
              </a:ext>
            </a:extLst>
          </p:cNvPr>
          <p:cNvSpPr>
            <a:spLocks xmlns:a="http://schemas.openxmlformats.org/drawingml/2006/main" noGrp="1"/>
          </p:cNvSpPr>
          <p:nvPr/>
        </p:nvSpPr>
        <p:spPr>
          <a:xfrm xmlns:a="http://schemas.openxmlformats.org/drawingml/2006/main">
            <a:off x="6542621"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2" name="">
            <a:extLst xmlns:a="http://schemas.openxmlformats.org/drawingml/2006/main">
              <a:ext uri="{FF2B5EF4-FFF2-40B4-BE49-F238E27FC236}">
                <a16:creationId xmlns:a16="http://schemas.microsoft.com/office/drawing/2014/main" id="{9F6A84DB-6FD7-41E0-9632-726B500EEC1F}"/>
              </a:ext>
            </a:extLst>
          </p:cNvPr>
          <p:cNvSpPr>
            <a:spLocks xmlns:a="http://schemas.openxmlformats.org/drawingml/2006/main" noGrp="1"/>
          </p:cNvSpPr>
          <p:nvPr/>
        </p:nvSpPr>
        <p:spPr>
          <a:xfrm xmlns:a="http://schemas.openxmlformats.org/drawingml/2006/main">
            <a:off x="6199721"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10⁵</a:t>
            </a:r>
          </a:p>
        </p:txBody>
      </p:sp>
      <p:sp>
        <p:nvSpPr>
          <p:cNvPr id="163" name="">
            <a:extLst xmlns:a="http://schemas.openxmlformats.org/drawingml/2006/main">
              <a:ext uri="{FF2B5EF4-FFF2-40B4-BE49-F238E27FC236}">
                <a16:creationId xmlns:a16="http://schemas.microsoft.com/office/drawing/2014/main" id="{B165C158-CCA8-4E86-A1DE-F6C4574A22FA}"/>
              </a:ext>
            </a:extLst>
          </p:cNvPr>
          <p:cNvSpPr>
            <a:spLocks xmlns:a="http://schemas.openxmlformats.org/drawingml/2006/main" noGrp="1"/>
          </p:cNvSpPr>
          <p:nvPr/>
        </p:nvSpPr>
        <p:spPr>
          <a:xfrm xmlns:a="http://schemas.openxmlformats.org/drawingml/2006/main">
            <a:off x="7241121"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4" name="">
            <a:extLst xmlns:a="http://schemas.openxmlformats.org/drawingml/2006/main">
              <a:ext uri="{FF2B5EF4-FFF2-40B4-BE49-F238E27FC236}">
                <a16:creationId xmlns:a16="http://schemas.microsoft.com/office/drawing/2014/main" id="{D233F92A-8F1D-442C-8588-9C00A999EAE2}"/>
              </a:ext>
            </a:extLst>
          </p:cNvPr>
          <p:cNvSpPr>
            <a:spLocks xmlns:a="http://schemas.openxmlformats.org/drawingml/2006/main" noGrp="1"/>
          </p:cNvSpPr>
          <p:nvPr/>
        </p:nvSpPr>
        <p:spPr>
          <a:xfrm xmlns:a="http://schemas.openxmlformats.org/drawingml/2006/main">
            <a:off x="6898221"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10⁶</a:t>
            </a:r>
          </a:p>
        </p:txBody>
      </p:sp>
      <p:sp>
        <p:nvSpPr>
          <p:cNvPr id="165" name="">
            <a:extLst xmlns:a="http://schemas.openxmlformats.org/drawingml/2006/main">
              <a:ext uri="{FF2B5EF4-FFF2-40B4-BE49-F238E27FC236}">
                <a16:creationId xmlns:a16="http://schemas.microsoft.com/office/drawing/2014/main" id="{0CB8C98B-E16D-4049-92A4-606EA658B5E5}"/>
              </a:ext>
            </a:extLst>
          </p:cNvPr>
          <p:cNvSpPr>
            <a:spLocks xmlns:a="http://schemas.openxmlformats.org/drawingml/2006/main" noGrp="1"/>
          </p:cNvSpPr>
          <p:nvPr/>
        </p:nvSpPr>
        <p:spPr>
          <a:xfrm xmlns:a="http://schemas.openxmlformats.org/drawingml/2006/main">
            <a:off x="7939621" y="43529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66" name="">
            <a:extLst xmlns:a="http://schemas.openxmlformats.org/drawingml/2006/main">
              <a:ext uri="{FF2B5EF4-FFF2-40B4-BE49-F238E27FC236}">
                <a16:creationId xmlns:a16="http://schemas.microsoft.com/office/drawing/2014/main" id="{F2381539-32BB-4CC4-9AA7-12F73FCA9132}"/>
              </a:ext>
            </a:extLst>
          </p:cNvPr>
          <p:cNvSpPr>
            <a:spLocks xmlns:a="http://schemas.openxmlformats.org/drawingml/2006/main" noGrp="1"/>
          </p:cNvSpPr>
          <p:nvPr/>
        </p:nvSpPr>
        <p:spPr>
          <a:xfrm xmlns:a="http://schemas.openxmlformats.org/drawingml/2006/main">
            <a:off x="7596721" y="43910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10⁷</a:t>
            </a:r>
          </a:p>
        </p:txBody>
      </p:sp>
      <p:sp>
        <p:nvSpPr>
          <p:cNvPr id="167" name="">
            <a:extLst xmlns:a="http://schemas.openxmlformats.org/drawingml/2006/main">
              <a:ext uri="{FF2B5EF4-FFF2-40B4-BE49-F238E27FC236}">
                <a16:creationId xmlns:a16="http://schemas.microsoft.com/office/drawing/2014/main" id="{891380AE-3A99-481A-8B04-48B61D4A1689}"/>
              </a:ext>
            </a:extLst>
          </p:cNvPr>
          <p:cNvSpPr>
            <a:spLocks xmlns:a="http://schemas.openxmlformats.org/drawingml/2006/main" noGrp="1"/>
          </p:cNvSpPr>
          <p:nvPr/>
        </p:nvSpPr>
        <p:spPr>
          <a:xfrm xmlns:a="http://schemas.openxmlformats.org/drawingml/2006/main">
            <a:off x="4000500" y="4019550"/>
            <a:ext cx="4191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log₁₀(Qrh / W m⁻³)</a:t>
            </a:r>
          </a:p>
        </p:txBody>
      </p:sp>
      <p:sp>
        <p:nvSpPr>
          <p:cNvPr id="168" name="">
            <a:extLst xmlns:a="http://schemas.openxmlformats.org/drawingml/2006/main">
              <a:ext uri="{FF2B5EF4-FFF2-40B4-BE49-F238E27FC236}">
                <a16:creationId xmlns:a16="http://schemas.microsoft.com/office/drawing/2014/main" id="{CEF109DC-0E72-41E1-9C88-30DA660B6747}"/>
              </a:ext>
            </a:extLst>
          </p:cNvPr>
          <p:cNvSpPr>
            <a:spLocks xmlns:a="http://schemas.openxmlformats.org/drawingml/2006/main" noGrp="1"/>
          </p:cNvSpPr>
          <p:nvPr/>
        </p:nvSpPr>
        <p:spPr>
          <a:xfrm xmlns:a="http://schemas.openxmlformats.org/drawingml/2006/main">
            <a:off x="4000500" y="4552950"/>
            <a:ext cx="4191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Qrh &lt; Qmax×10⁻⁶は表示下限未満。統計は未クリップ値</a:t>
            </a:r>
          </a:p>
        </p:txBody>
      </p:sp>
      <p:sp>
        <p:nvSpPr>
          <p:cNvPr id="170" name="">
            <a:extLst xmlns:a="http://schemas.openxmlformats.org/drawingml/2006/main">
              <a:ext uri="{FF2B5EF4-FFF2-40B4-BE49-F238E27FC236}">
                <a16:creationId xmlns:a16="http://schemas.microsoft.com/office/drawing/2014/main" id="{59F4514B-E9CF-4F32-BF51-DA40629CB470}"/>
              </a:ext>
            </a:extLst>
          </p:cNvPr>
          <p:cNvSpPr>
            <a:spLocks xmlns:a="http://schemas.openxmlformats.org/drawingml/2006/main" noGrp="1"/>
          </p:cNvSpPr>
          <p:nvPr/>
        </p:nvSpPr>
        <p:spPr>
          <a:xfrm xmlns:a="http://schemas.openxmlformats.org/drawingml/2006/main">
            <a:off x="666750" y="4791075"/>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Qrh = ½ Re(J·E*)</a:t>
            </a:r>
          </a:p>
          <a:p xmlns:a="http://schemas.openxmlformats.org/drawingml/2006/main">
            <a:pPr algn="ctr">
              <a:lnSpc>
                <a:spcPct val="105000"/>
              </a:lnSpc>
              <a:buNone/>
              <a:defRPr sz="1313" b="0" i="0">
                <a:solidFill>
                  <a:srgbClr val="2F2F2F"/>
                </a:solidFill>
                <a:latin typeface="Cambria Math"/>
                <a:ea typeface="Cambria Math"/>
                <a:cs typeface="Cambria Math"/>
              </a:defRPr>
            </a:pPr>
            <a:r>
              <a:rPr sz="1313" b="0" i="0">
                <a:solidFill>
                  <a:srgbClr val="2F2F2F"/>
                </a:solidFill>
                <a:latin typeface="Cambria Math"/>
                <a:ea typeface="Cambria Math"/>
                <a:cs typeface="Cambria Math"/>
              </a:rPr>
              <a:t>≈ ½ Re(σp)|Eθ|²</a:t>
            </a:r>
          </a:p>
        </p:txBody>
      </p:sp>
      <p:sp>
        <p:nvSpPr>
          <p:cNvPr id="172" name="">
            <a:extLst xmlns:a="http://schemas.openxmlformats.org/drawingml/2006/main">
              <a:ext uri="{FF2B5EF4-FFF2-40B4-BE49-F238E27FC236}">
                <a16:creationId xmlns:a16="http://schemas.microsoft.com/office/drawing/2014/main" id="{F908C1CE-2594-4E0E-B794-FBAF27D6E0D2}"/>
              </a:ext>
            </a:extLst>
          </p:cNvPr>
          <p:cNvSpPr>
            <a:spLocks xmlns:a="http://schemas.openxmlformats.org/drawingml/2006/main" noGrp="1"/>
          </p:cNvSpPr>
          <p:nvPr/>
        </p:nvSpPr>
        <p:spPr>
          <a:xfrm xmlns:a="http://schemas.openxmlformats.org/drawingml/2006/main">
            <a:off x="6172200" y="4791075"/>
            <a:ext cx="519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035" b="0" i="0">
                <a:solidFill>
                  <a:srgbClr val="2F2F2F"/>
                </a:solidFill>
                <a:latin typeface="Noto Sans JP"/>
                <a:ea typeface="Noto Sans JP"/>
                <a:cs typeface="Noto Sans JP"/>
              </a:defRPr>
            </a:pPr>
            <a:r>
              <a:rPr sz="1035" b="0" i="0">
                <a:solidFill>
                  <a:srgbClr val="2F2F2F"/>
                </a:solidFill>
                <a:latin typeface="Noto Sans JP"/>
                <a:ea typeface="Noto Sans JP"/>
                <a:cs typeface="Noto Sans JP"/>
              </a:rPr>
              <a:t>最大値：標準COMSOL</a:t>
            </a:r>
            <a:r>
              <a:rPr sz="1035" b="0" i="0">
                <a:solidFill>
                  <a:srgbClr val="2F2F2F"/>
                </a:solidFill>
                <a:latin typeface="Noto Sans JP"/>
                <a:ea typeface="Noto Sans JP"/>
                <a:cs typeface="Noto Sans JP"/>
              </a:rPr>
              <a:t> 2.29e+7、</a:t>
            </a:r>
            <a:r>
              <a:rPr sz="1035" b="0" i="0">
                <a:solidFill>
                  <a:srgbClr val="2F2F2F"/>
                </a:solidFill>
                <a:latin typeface="Noto Sans JP"/>
                <a:ea typeface="Noto Sans JP"/>
                <a:cs typeface="Noto Sans JP"/>
              </a:rPr>
              <a:t>two-term</a:t>
            </a:r>
            <a:r>
              <a:rPr sz="1035" b="0" i="0">
                <a:solidFill>
                  <a:srgbClr val="2F2F2F"/>
                </a:solidFill>
                <a:latin typeface="Noto Sans JP"/>
                <a:ea typeface="Noto Sans JP"/>
                <a:cs typeface="Noto Sans JP"/>
              </a:rPr>
              <a:t> 2.03e+7 W m⁻³。r=0ではEθ対称性により低下。</a:t>
            </a:r>
          </a:p>
        </p:txBody>
      </p:sp>
      <p:sp>
        <p:nvSpPr>
          <p:cNvPr id="175" name="">
            <a:extLst xmlns:a="http://schemas.openxmlformats.org/drawingml/2006/main">
              <a:ext uri="{FF2B5EF4-FFF2-40B4-BE49-F238E27FC236}">
                <a16:creationId xmlns:a16="http://schemas.microsoft.com/office/drawing/2014/main" id="{D58C5B3D-0DB8-4B24-927B-49308C8ACD8A}"/>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RF吸収の体積積分の標準COMSOL比（2T / MC / P1）= +15.5% / +15.5% / +15.5%。コイル電力は全ケース1500 W。</a:t>
            </a:r>
          </a:p>
        </p:txBody>
      </p:sp>
      <p:sp>
        <p:nvSpPr>
          <p:cNvPr id="176" name="">
            <a:extLst xmlns:a="http://schemas.openxmlformats.org/drawingml/2006/main">
              <a:ext uri="{FF2B5EF4-FFF2-40B4-BE49-F238E27FC236}">
                <a16:creationId xmlns:a16="http://schemas.microsoft.com/office/drawing/2014/main" id="{490CFB7F-FACC-4D44-9DCB-43CD5778426C}"/>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outputs/argon_gec_icp/comparison_exports/{original,two_term,monte_carlo,propagator}/fields_common_time.csv</a:t>
            </a:r>
          </a:p>
        </p:txBody>
      </p:sp>
      <p:sp>
        <p:nvSpPr>
          <p:cNvPr id="182" name="title">
            <a:extLst xmlns:a="http://schemas.openxmlformats.org/drawingml/2006/main">
              <a:ext uri="{FF2B5EF4-FFF2-40B4-BE49-F238E27FC236}">
                <a16:creationId xmlns:a16="http://schemas.microsoft.com/office/drawing/2014/main" id="{E1E7146B-BC5B-4A76-9545-8CB7CA5A1921}"/>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RF吸収密度：電子輸送が導電率と電磁場を自己整合に変える</a:t>
            </a:r>
          </a:p>
        </p:txBody>
      </p:sp>
      <p:sp>
        <p:nvSpPr>
          <p:cNvPr id="183" name="">
            <a:extLst xmlns:a="http://schemas.openxmlformats.org/drawingml/2006/main">
              <a:ext uri="{FF2B5EF4-FFF2-40B4-BE49-F238E27FC236}">
                <a16:creationId xmlns:a16="http://schemas.microsoft.com/office/drawing/2014/main" id="{2D8FD332-9DC5-4788-8999-22E51026B180}"/>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84" name="section">
            <a:extLst xmlns:a="http://schemas.openxmlformats.org/drawingml/2006/main">
              <a:ext uri="{FF2B5EF4-FFF2-40B4-BE49-F238E27FC236}">
                <a16:creationId xmlns:a16="http://schemas.microsoft.com/office/drawing/2014/main" id="{8AA6A8BA-E9D5-4BDB-BB0C-1D49E09156A1}"/>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436701601"/>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443CCA7-92E3-4E19-A038-27A7FEE32563}"/>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z = 0 の出力節点（r = 0–8.0 cm）；密度・準安定粒子は各ケースの軸上値で規格化</a:t>
            </a:r>
          </a:p>
        </p:txBody>
      </p:sp>
      <p:sp>
        <p:nvSpPr>
          <p:cNvPr id="7" name="">
            <a:extLst xmlns:a="http://schemas.openxmlformats.org/drawingml/2006/main">
              <a:ext uri="{FF2B5EF4-FFF2-40B4-BE49-F238E27FC236}">
                <a16:creationId xmlns:a16="http://schemas.microsoft.com/office/drawing/2014/main" id="{337B5C76-454E-49AD-8ACE-60F94269EC5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0EE2D71D-EF0D-4671-B91D-FABB6EE7745F}"/>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54</a:t>
            </a:r>
          </a:p>
        </p:txBody>
      </p:sp>
      <p:graphicFrame>
        <p:nvGraphicFramePr>
          <p:cNvPr id="34" name="Chart"/>
          <p:cNvGraphicFramePr/>
          <p:nvPr/>
        </p:nvGraphicFramePr>
        <p:xfrm>
          <a:off xmlns:a="http://schemas.openxmlformats.org/drawingml/2006/main" x="266700"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ea0ce86a8b4343a4"/>
          </a:graphicData>
        </a:graphic>
      </p:graphicFrame>
      <p:graphicFrame>
        <p:nvGraphicFramePr>
          <p:cNvPr id="35" name="Chart"/>
          <p:cNvGraphicFramePr/>
          <p:nvPr/>
        </p:nvGraphicFramePr>
        <p:xfrm>
          <a:off xmlns:a="http://schemas.openxmlformats.org/drawingml/2006/main" x="4238625"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019047fb1281462a"/>
          </a:graphicData>
        </a:graphic>
      </p:graphicFrame>
      <p:graphicFrame>
        <p:nvGraphicFramePr>
          <p:cNvPr id="36" name="Chart"/>
          <p:cNvGraphicFramePr/>
          <p:nvPr/>
        </p:nvGraphicFramePr>
        <p:xfrm>
          <a:off xmlns:a="http://schemas.openxmlformats.org/drawingml/2006/main" x="8210550"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02f31f4caec240fb"/>
          </a:graphicData>
        </a:graphic>
      </p:graphicFrame>
      <p:sp>
        <p:nvSpPr>
          <p:cNvPr id="12" name="">
            <a:extLst xmlns:a="http://schemas.openxmlformats.org/drawingml/2006/main">
              <a:ext uri="{FF2B5EF4-FFF2-40B4-BE49-F238E27FC236}">
                <a16:creationId xmlns:a16="http://schemas.microsoft.com/office/drawing/2014/main" id="{7C7D09FA-3E63-4236-900D-280E289C1422}"/>
              </a:ext>
            </a:extLst>
          </p:cNvPr>
          <p:cNvSpPr>
            <a:spLocks xmlns:a="http://schemas.openxmlformats.org/drawingml/2006/main" noGrp="1"/>
          </p:cNvSpPr>
          <p:nvPr/>
        </p:nvSpPr>
        <p:spPr>
          <a:xfrm xmlns:a="http://schemas.openxmlformats.org/drawingml/2006/main">
            <a:off x="2381250" y="5429250"/>
            <a:ext cx="304800" cy="0"/>
          </a:xfrm>
          <a:prstGeom xmlns:a="http://schemas.openxmlformats.org/drawingml/2006/main" prst="line">
            <a:avLst/>
          </a:prstGeom>
          <a:noFill xmlns:a="http://schemas.openxmlformats.org/drawingml/2006/main"/>
          <a:ln xmlns:a="http://schemas.openxmlformats.org/drawingml/2006/main" w="26670">
            <a:solidFill>
              <a:srgbClr val="7A7A7A"/>
            </a:solidFill>
            <a:prstDash val="solid"/>
          </a:ln>
        </p:spPr>
      </p:sp>
      <p:sp>
        <p:nvSpPr>
          <p:cNvPr id="13" name="">
            <a:extLst xmlns:a="http://schemas.openxmlformats.org/drawingml/2006/main">
              <a:ext uri="{FF2B5EF4-FFF2-40B4-BE49-F238E27FC236}">
                <a16:creationId xmlns:a16="http://schemas.microsoft.com/office/drawing/2014/main" id="{3BF0CEE6-5DF0-41AA-B0F5-8EA229399AA9}"/>
              </a:ext>
            </a:extLst>
          </p:cNvPr>
          <p:cNvSpPr>
            <a:spLocks xmlns:a="http://schemas.openxmlformats.org/drawingml/2006/main" noGrp="1"/>
          </p:cNvSpPr>
          <p:nvPr/>
        </p:nvSpPr>
        <p:spPr>
          <a:xfrm xmlns:a="http://schemas.openxmlformats.org/drawingml/2006/main">
            <a:off x="2733675" y="53244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885" b="1" i="0">
                <a:solidFill>
                  <a:srgbClr val="7A7A7A"/>
                </a:solidFill>
                <a:latin typeface="Noto Sans JP"/>
                <a:ea typeface="Noto Sans JP"/>
                <a:cs typeface="Noto Sans JP"/>
              </a:defRPr>
            </a:pPr>
            <a:r>
              <a:rPr sz="885" b="1" i="0">
                <a:solidFill>
                  <a:srgbClr val="7A7A7A"/>
                </a:solidFill>
                <a:latin typeface="Noto Sans JP"/>
                <a:ea typeface="Noto Sans JP"/>
                <a:cs typeface="Noto Sans JP"/>
              </a:rPr>
              <a:t>標準COMSOL</a:t>
            </a:r>
          </a:p>
        </p:txBody>
      </p:sp>
      <p:sp>
        <p:nvSpPr>
          <p:cNvPr id="14" name="">
            <a:extLst xmlns:a="http://schemas.openxmlformats.org/drawingml/2006/main">
              <a:ext uri="{FF2B5EF4-FFF2-40B4-BE49-F238E27FC236}">
                <a16:creationId xmlns:a16="http://schemas.microsoft.com/office/drawing/2014/main" id="{C71B2BFF-D57C-48E8-B52E-E8FB770A2FFF}"/>
              </a:ext>
            </a:extLst>
          </p:cNvPr>
          <p:cNvSpPr>
            <a:spLocks xmlns:a="http://schemas.openxmlformats.org/drawingml/2006/main" noGrp="1"/>
          </p:cNvSpPr>
          <p:nvPr/>
        </p:nvSpPr>
        <p:spPr>
          <a:xfrm xmlns:a="http://schemas.openxmlformats.org/drawingml/2006/main">
            <a:off x="4333875" y="5429250"/>
            <a:ext cx="304800" cy="0"/>
          </a:xfrm>
          <a:prstGeom xmlns:a="http://schemas.openxmlformats.org/drawingml/2006/main" prst="line">
            <a:avLst/>
          </a:prstGeom>
          <a:noFill xmlns:a="http://schemas.openxmlformats.org/drawingml/2006/main"/>
          <a:ln xmlns:a="http://schemas.openxmlformats.org/drawingml/2006/main" w="26670">
            <a:solidFill>
              <a:srgbClr val="00A6D9"/>
            </a:solidFill>
            <a:prstDash val="solid"/>
          </a:ln>
        </p:spPr>
      </p:sp>
      <p:sp>
        <p:nvSpPr>
          <p:cNvPr id="15" name="">
            <a:extLst xmlns:a="http://schemas.openxmlformats.org/drawingml/2006/main">
              <a:ext uri="{FF2B5EF4-FFF2-40B4-BE49-F238E27FC236}">
                <a16:creationId xmlns:a16="http://schemas.microsoft.com/office/drawing/2014/main" id="{405392F6-4179-40C0-BE47-264965F4B07E}"/>
              </a:ext>
            </a:extLst>
          </p:cNvPr>
          <p:cNvSpPr>
            <a:spLocks xmlns:a="http://schemas.openxmlformats.org/drawingml/2006/main" noGrp="1"/>
          </p:cNvSpPr>
          <p:nvPr/>
        </p:nvSpPr>
        <p:spPr>
          <a:xfrm xmlns:a="http://schemas.openxmlformats.org/drawingml/2006/main">
            <a:off x="4686300" y="53244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885" b="1" i="0">
                <a:solidFill>
                  <a:srgbClr val="00A6D9"/>
                </a:solidFill>
                <a:latin typeface="Noto Sans JP"/>
                <a:ea typeface="Noto Sans JP"/>
                <a:cs typeface="Noto Sans JP"/>
              </a:defRPr>
            </a:pPr>
            <a:r>
              <a:rPr sz="885" b="1" i="0">
                <a:solidFill>
                  <a:srgbClr val="00A6D9"/>
                </a:solidFill>
                <a:latin typeface="Noto Sans JP"/>
                <a:ea typeface="Noto Sans JP"/>
                <a:cs typeface="Noto Sans JP"/>
              </a:rPr>
              <a:t>two-term</a:t>
            </a:r>
          </a:p>
        </p:txBody>
      </p:sp>
      <p:sp>
        <p:nvSpPr>
          <p:cNvPr id="16" name="">
            <a:extLst xmlns:a="http://schemas.openxmlformats.org/drawingml/2006/main">
              <a:ext uri="{FF2B5EF4-FFF2-40B4-BE49-F238E27FC236}">
                <a16:creationId xmlns:a16="http://schemas.microsoft.com/office/drawing/2014/main" id="{38BE96B5-D7DE-47AD-BA99-9B50C6A96B3B}"/>
              </a:ext>
            </a:extLst>
          </p:cNvPr>
          <p:cNvSpPr>
            <a:spLocks xmlns:a="http://schemas.openxmlformats.org/drawingml/2006/main" noGrp="1"/>
          </p:cNvSpPr>
          <p:nvPr/>
        </p:nvSpPr>
        <p:spPr>
          <a:xfrm xmlns:a="http://schemas.openxmlformats.org/drawingml/2006/main">
            <a:off x="6286500" y="5429250"/>
            <a:ext cx="304800" cy="0"/>
          </a:xfrm>
          <a:prstGeom xmlns:a="http://schemas.openxmlformats.org/drawingml/2006/main" prst="line">
            <a:avLst/>
          </a:prstGeom>
          <a:noFill xmlns:a="http://schemas.openxmlformats.org/drawingml/2006/main"/>
          <a:ln xmlns:a="http://schemas.openxmlformats.org/drawingml/2006/main" w="26670">
            <a:solidFill>
              <a:srgbClr val="72B51F"/>
            </a:solidFill>
            <a:prstDash val="solid"/>
          </a:ln>
        </p:spPr>
      </p:sp>
      <p:sp>
        <p:nvSpPr>
          <p:cNvPr id="17" name="">
            <a:extLst xmlns:a="http://schemas.openxmlformats.org/drawingml/2006/main">
              <a:ext uri="{FF2B5EF4-FFF2-40B4-BE49-F238E27FC236}">
                <a16:creationId xmlns:a16="http://schemas.microsoft.com/office/drawing/2014/main" id="{9E82F2B7-36F9-4BD0-B70B-1881299895BA}"/>
              </a:ext>
            </a:extLst>
          </p:cNvPr>
          <p:cNvSpPr>
            <a:spLocks xmlns:a="http://schemas.openxmlformats.org/drawingml/2006/main" noGrp="1"/>
          </p:cNvSpPr>
          <p:nvPr/>
        </p:nvSpPr>
        <p:spPr>
          <a:xfrm xmlns:a="http://schemas.openxmlformats.org/drawingml/2006/main">
            <a:off x="6638925" y="53244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885" b="1" i="0">
                <a:solidFill>
                  <a:srgbClr val="72B51F"/>
                </a:solidFill>
                <a:latin typeface="Noto Sans JP"/>
                <a:ea typeface="Noto Sans JP"/>
                <a:cs typeface="Noto Sans JP"/>
              </a:defRPr>
            </a:pPr>
            <a:r>
              <a:rPr sz="885" b="1" i="0">
                <a:solidFill>
                  <a:srgbClr val="72B51F"/>
                </a:solidFill>
                <a:latin typeface="Noto Sans JP"/>
                <a:ea typeface="Noto Sans JP"/>
                <a:cs typeface="Noto Sans JP"/>
              </a:rPr>
              <a:t>Monte Carlo</a:t>
            </a:r>
          </a:p>
        </p:txBody>
      </p:sp>
      <p:sp>
        <p:nvSpPr>
          <p:cNvPr id="18" name="">
            <a:extLst xmlns:a="http://schemas.openxmlformats.org/drawingml/2006/main">
              <a:ext uri="{FF2B5EF4-FFF2-40B4-BE49-F238E27FC236}">
                <a16:creationId xmlns:a16="http://schemas.microsoft.com/office/drawing/2014/main" id="{1FA8B108-1A49-4EB3-8296-35D88D39A682}"/>
              </a:ext>
            </a:extLst>
          </p:cNvPr>
          <p:cNvSpPr>
            <a:spLocks xmlns:a="http://schemas.openxmlformats.org/drawingml/2006/main" noGrp="1"/>
          </p:cNvSpPr>
          <p:nvPr/>
        </p:nvSpPr>
        <p:spPr>
          <a:xfrm xmlns:a="http://schemas.openxmlformats.org/drawingml/2006/main">
            <a:off x="8239125" y="5429250"/>
            <a:ext cx="304800" cy="0"/>
          </a:xfrm>
          <a:prstGeom xmlns:a="http://schemas.openxmlformats.org/drawingml/2006/main" prst="line">
            <a:avLst/>
          </a:prstGeom>
          <a:noFill xmlns:a="http://schemas.openxmlformats.org/drawingml/2006/main"/>
          <a:ln xmlns:a="http://schemas.openxmlformats.org/drawingml/2006/main" w="26670">
            <a:solidFill>
              <a:srgbClr val="00AFA9"/>
            </a:solidFill>
            <a:prstDash val="solid"/>
          </a:ln>
        </p:spPr>
      </p:sp>
      <p:sp>
        <p:nvSpPr>
          <p:cNvPr id="19" name="">
            <a:extLst xmlns:a="http://schemas.openxmlformats.org/drawingml/2006/main">
              <a:ext uri="{FF2B5EF4-FFF2-40B4-BE49-F238E27FC236}">
                <a16:creationId xmlns:a16="http://schemas.microsoft.com/office/drawing/2014/main" id="{2B70EBE9-87B9-4BA0-BD2C-5D7782ECE5EF}"/>
              </a:ext>
            </a:extLst>
          </p:cNvPr>
          <p:cNvSpPr>
            <a:spLocks xmlns:a="http://schemas.openxmlformats.org/drawingml/2006/main" noGrp="1"/>
          </p:cNvSpPr>
          <p:nvPr/>
        </p:nvSpPr>
        <p:spPr>
          <a:xfrm xmlns:a="http://schemas.openxmlformats.org/drawingml/2006/main">
            <a:off x="8591550" y="53244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885" b="1" i="0">
                <a:solidFill>
                  <a:srgbClr val="00AFA9"/>
                </a:solidFill>
                <a:latin typeface="Noto Sans JP"/>
                <a:ea typeface="Noto Sans JP"/>
                <a:cs typeface="Noto Sans JP"/>
              </a:defRPr>
            </a:pPr>
            <a:r>
              <a:rPr sz="885" b="1" i="0">
                <a:solidFill>
                  <a:srgbClr val="00AFA9"/>
                </a:solidFill>
                <a:latin typeface="Noto Sans JP"/>
                <a:ea typeface="Noto Sans JP"/>
                <a:cs typeface="Noto Sans JP"/>
              </a:rPr>
              <a:t>propagator</a:t>
            </a:r>
          </a:p>
        </p:txBody>
      </p:sp>
      <p:sp>
        <p:nvSpPr>
          <p:cNvPr id="22" name="">
            <a:extLst xmlns:a="http://schemas.openxmlformats.org/drawingml/2006/main">
              <a:ext uri="{FF2B5EF4-FFF2-40B4-BE49-F238E27FC236}">
                <a16:creationId xmlns:a16="http://schemas.microsoft.com/office/drawing/2014/main" id="{8385A8F5-8FDE-45C1-99E6-946C5A9BA4A3}"/>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Swarm 3手法は径方向形状までほぼ重なる。一方、標準COMSOLは平均エネルギーが低く、Ar*の外周部減衰も緩い。</a:t>
            </a:r>
          </a:p>
        </p:txBody>
      </p:sp>
      <p:sp>
        <p:nvSpPr>
          <p:cNvPr id="23" name="">
            <a:extLst xmlns:a="http://schemas.openxmlformats.org/drawingml/2006/main">
              <a:ext uri="{FF2B5EF4-FFF2-40B4-BE49-F238E27FC236}">
                <a16:creationId xmlns:a16="http://schemas.microsoft.com/office/drawing/2014/main" id="{9509F950-3DD4-4868-A063-4BE97F613C18}"/>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fields_common_time.csv exact nodes; z = 0 m; no raster resampling</a:t>
            </a:r>
          </a:p>
        </p:txBody>
      </p:sp>
      <p:sp>
        <p:nvSpPr>
          <p:cNvPr id="28" name="title">
            <a:extLst xmlns:a="http://schemas.openxmlformats.org/drawingml/2006/main">
              <a:ext uri="{FF2B5EF4-FFF2-40B4-BE49-F238E27FC236}">
                <a16:creationId xmlns:a16="http://schemas.microsoft.com/office/drawing/2014/main" id="{FFD93452-0AC1-4021-877C-0949265A5D3E}"/>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ウエハ面の径方向分布：形状差と絶対値差</a:t>
            </a:r>
          </a:p>
        </p:txBody>
      </p:sp>
      <p:sp>
        <p:nvSpPr>
          <p:cNvPr id="29" name="">
            <a:extLst xmlns:a="http://schemas.openxmlformats.org/drawingml/2006/main">
              <a:ext uri="{FF2B5EF4-FFF2-40B4-BE49-F238E27FC236}">
                <a16:creationId xmlns:a16="http://schemas.microsoft.com/office/drawing/2014/main" id="{D38B270B-0242-4638-A3B4-1AF372BCAC79}"/>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0" name="section">
            <a:extLst xmlns:a="http://schemas.openxmlformats.org/drawingml/2006/main">
              <a:ext uri="{FF2B5EF4-FFF2-40B4-BE49-F238E27FC236}">
                <a16:creationId xmlns:a16="http://schemas.microsoft.com/office/drawing/2014/main" id="{8C80E7A9-2FC1-4583-A71E-D701642BD55E}"/>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1177916199"/>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BB59947-BB70-4F48-A083-50FC689DC3FE}"/>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r = 0、t = 1 ms；</a:t>
            </a:r>
            <a:r>
              <a:rPr sz="1275" b="0" i="0">
                <a:solidFill>
                  <a:srgbClr val="008DB6"/>
                </a:solidFill>
                <a:latin typeface="Noto Sans JP"/>
                <a:ea typeface="Noto Sans JP"/>
                <a:cs typeface="Noto Sans JP"/>
              </a:rPr>
              <a:t>灰破線＝標準COMSOL、青＝two-term、緑破線＝Monte Carlo、青緑＝propagator P1</a:t>
            </a:r>
          </a:p>
        </p:txBody>
      </p:sp>
      <p:sp>
        <p:nvSpPr>
          <p:cNvPr id="7" name="">
            <a:extLst xmlns:a="http://schemas.openxmlformats.org/drawingml/2006/main">
              <a:ext uri="{FF2B5EF4-FFF2-40B4-BE49-F238E27FC236}">
                <a16:creationId xmlns:a16="http://schemas.microsoft.com/office/drawing/2014/main" id="{D3ED9C9D-9A68-4C02-BB6E-C3114C05490F}"/>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155DE700-0D53-42C3-9A7D-7A63FC0AD7D9}"/>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55</a:t>
            </a:r>
          </a:p>
        </p:txBody>
      </p:sp>
      <p:graphicFrame>
        <p:nvGraphicFramePr>
          <p:cNvPr id="35" name="Chart"/>
          <p:cNvGraphicFramePr/>
          <p:nvPr/>
        </p:nvGraphicFramePr>
        <p:xfrm>
          <a:off xmlns:a="http://schemas.openxmlformats.org/drawingml/2006/main" x="266700"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e9ce5310d0144248"/>
          </a:graphicData>
        </a:graphic>
      </p:graphicFrame>
      <p:graphicFrame>
        <p:nvGraphicFramePr>
          <p:cNvPr id="36" name="Chart"/>
          <p:cNvGraphicFramePr/>
          <p:nvPr/>
        </p:nvGraphicFramePr>
        <p:xfrm>
          <a:off xmlns:a="http://schemas.openxmlformats.org/drawingml/2006/main" x="4238625"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9a5048fab7b54d66"/>
          </a:graphicData>
        </a:graphic>
      </p:graphicFrame>
      <p:graphicFrame>
        <p:nvGraphicFramePr>
          <p:cNvPr id="37" name="Chart"/>
          <p:cNvGraphicFramePr/>
          <p:nvPr/>
        </p:nvGraphicFramePr>
        <p:xfrm>
          <a:off xmlns:a="http://schemas.openxmlformats.org/drawingml/2006/main" x="8210550" y="1381125"/>
          <a:ext xmlns:a="http://schemas.openxmlformats.org/drawingml/2006/main" cx="3714750" cy="3857625"/>
        </p:xfrm>
        <a:graphic xmlns:a="http://schemas.openxmlformats.org/drawingml/2006/main">
          <a:graphicData uri="http://schemas.openxmlformats.org/drawingml/2006/chart">
            <c:chart xmlns:r="http://schemas.openxmlformats.org/officeDocument/2006/relationships" xmlns:c="http://schemas.openxmlformats.org/drawingml/2006/chart" r:id="R6506a809e68947ab"/>
          </a:graphicData>
        </a:graphic>
      </p:graphicFrame>
      <p:sp>
        <p:nvSpPr>
          <p:cNvPr id="12" name="">
            <a:extLst xmlns:a="http://schemas.openxmlformats.org/drawingml/2006/main">
              <a:ext uri="{FF2B5EF4-FFF2-40B4-BE49-F238E27FC236}">
                <a16:creationId xmlns:a16="http://schemas.microsoft.com/office/drawing/2014/main" id="{FA9130E9-51BB-4978-B00C-C3FE707E350D}"/>
              </a:ext>
            </a:extLst>
          </p:cNvPr>
          <p:cNvSpPr>
            <a:spLocks xmlns:a="http://schemas.openxmlformats.org/drawingml/2006/main" noGrp="1"/>
          </p:cNvSpPr>
          <p:nvPr/>
        </p:nvSpPr>
        <p:spPr>
          <a:xfrm xmlns:a="http://schemas.openxmlformats.org/drawingml/2006/main">
            <a:off x="2381250" y="5429250"/>
            <a:ext cx="304800" cy="0"/>
          </a:xfrm>
          <a:prstGeom xmlns:a="http://schemas.openxmlformats.org/drawingml/2006/main" prst="line">
            <a:avLst/>
          </a:prstGeom>
          <a:noFill xmlns:a="http://schemas.openxmlformats.org/drawingml/2006/main"/>
          <a:ln xmlns:a="http://schemas.openxmlformats.org/drawingml/2006/main" w="26670">
            <a:solidFill>
              <a:srgbClr val="7A7A7A"/>
            </a:solidFill>
            <a:prstDash val="solid"/>
          </a:ln>
        </p:spPr>
      </p:sp>
      <p:sp>
        <p:nvSpPr>
          <p:cNvPr id="13" name="">
            <a:extLst xmlns:a="http://schemas.openxmlformats.org/drawingml/2006/main">
              <a:ext uri="{FF2B5EF4-FFF2-40B4-BE49-F238E27FC236}">
                <a16:creationId xmlns:a16="http://schemas.microsoft.com/office/drawing/2014/main" id="{664B03B1-691D-4DAB-9EF4-0ACFC81405AA}"/>
              </a:ext>
            </a:extLst>
          </p:cNvPr>
          <p:cNvSpPr>
            <a:spLocks xmlns:a="http://schemas.openxmlformats.org/drawingml/2006/main" noGrp="1"/>
          </p:cNvSpPr>
          <p:nvPr/>
        </p:nvSpPr>
        <p:spPr>
          <a:xfrm xmlns:a="http://schemas.openxmlformats.org/drawingml/2006/main">
            <a:off x="2733675" y="53244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885" b="1" i="0">
                <a:solidFill>
                  <a:srgbClr val="7A7A7A"/>
                </a:solidFill>
                <a:latin typeface="Noto Sans JP"/>
                <a:ea typeface="Noto Sans JP"/>
                <a:cs typeface="Noto Sans JP"/>
              </a:defRPr>
            </a:pPr>
            <a:r>
              <a:rPr sz="885" b="1" i="0">
                <a:solidFill>
                  <a:srgbClr val="7A7A7A"/>
                </a:solidFill>
                <a:latin typeface="Noto Sans JP"/>
                <a:ea typeface="Noto Sans JP"/>
                <a:cs typeface="Noto Sans JP"/>
              </a:rPr>
              <a:t>標準COMSOL</a:t>
            </a:r>
          </a:p>
        </p:txBody>
      </p:sp>
      <p:sp>
        <p:nvSpPr>
          <p:cNvPr id="14" name="">
            <a:extLst xmlns:a="http://schemas.openxmlformats.org/drawingml/2006/main">
              <a:ext uri="{FF2B5EF4-FFF2-40B4-BE49-F238E27FC236}">
                <a16:creationId xmlns:a16="http://schemas.microsoft.com/office/drawing/2014/main" id="{E9770423-7E9C-482D-8719-6343258DA3E0}"/>
              </a:ext>
            </a:extLst>
          </p:cNvPr>
          <p:cNvSpPr>
            <a:spLocks xmlns:a="http://schemas.openxmlformats.org/drawingml/2006/main" noGrp="1"/>
          </p:cNvSpPr>
          <p:nvPr/>
        </p:nvSpPr>
        <p:spPr>
          <a:xfrm xmlns:a="http://schemas.openxmlformats.org/drawingml/2006/main">
            <a:off x="4333875" y="5429250"/>
            <a:ext cx="304800" cy="0"/>
          </a:xfrm>
          <a:prstGeom xmlns:a="http://schemas.openxmlformats.org/drawingml/2006/main" prst="line">
            <a:avLst/>
          </a:prstGeom>
          <a:noFill xmlns:a="http://schemas.openxmlformats.org/drawingml/2006/main"/>
          <a:ln xmlns:a="http://schemas.openxmlformats.org/drawingml/2006/main" w="26670">
            <a:solidFill>
              <a:srgbClr val="00A6D9"/>
            </a:solidFill>
            <a:prstDash val="solid"/>
          </a:ln>
        </p:spPr>
      </p:sp>
      <p:sp>
        <p:nvSpPr>
          <p:cNvPr id="15" name="">
            <a:extLst xmlns:a="http://schemas.openxmlformats.org/drawingml/2006/main">
              <a:ext uri="{FF2B5EF4-FFF2-40B4-BE49-F238E27FC236}">
                <a16:creationId xmlns:a16="http://schemas.microsoft.com/office/drawing/2014/main" id="{DB54E7AB-3179-4CA1-9325-239D964BE957}"/>
              </a:ext>
            </a:extLst>
          </p:cNvPr>
          <p:cNvSpPr>
            <a:spLocks xmlns:a="http://schemas.openxmlformats.org/drawingml/2006/main" noGrp="1"/>
          </p:cNvSpPr>
          <p:nvPr/>
        </p:nvSpPr>
        <p:spPr>
          <a:xfrm xmlns:a="http://schemas.openxmlformats.org/drawingml/2006/main">
            <a:off x="4686300" y="53244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885" b="1" i="0">
                <a:solidFill>
                  <a:srgbClr val="00A6D9"/>
                </a:solidFill>
                <a:latin typeface="Noto Sans JP"/>
                <a:ea typeface="Noto Sans JP"/>
                <a:cs typeface="Noto Sans JP"/>
              </a:defRPr>
            </a:pPr>
            <a:r>
              <a:rPr sz="885" b="1" i="0">
                <a:solidFill>
                  <a:srgbClr val="00A6D9"/>
                </a:solidFill>
                <a:latin typeface="Noto Sans JP"/>
                <a:ea typeface="Noto Sans JP"/>
                <a:cs typeface="Noto Sans JP"/>
              </a:rPr>
              <a:t>two-term</a:t>
            </a:r>
          </a:p>
        </p:txBody>
      </p:sp>
      <p:sp>
        <p:nvSpPr>
          <p:cNvPr id="16" name="">
            <a:extLst xmlns:a="http://schemas.openxmlformats.org/drawingml/2006/main">
              <a:ext uri="{FF2B5EF4-FFF2-40B4-BE49-F238E27FC236}">
                <a16:creationId xmlns:a16="http://schemas.microsoft.com/office/drawing/2014/main" id="{53798D56-E78D-4AB4-86BE-52A9FF67CE10}"/>
              </a:ext>
            </a:extLst>
          </p:cNvPr>
          <p:cNvSpPr>
            <a:spLocks xmlns:a="http://schemas.openxmlformats.org/drawingml/2006/main" noGrp="1"/>
          </p:cNvSpPr>
          <p:nvPr/>
        </p:nvSpPr>
        <p:spPr>
          <a:xfrm xmlns:a="http://schemas.openxmlformats.org/drawingml/2006/main">
            <a:off x="6286500" y="5429250"/>
            <a:ext cx="304800" cy="0"/>
          </a:xfrm>
          <a:prstGeom xmlns:a="http://schemas.openxmlformats.org/drawingml/2006/main" prst="line">
            <a:avLst/>
          </a:prstGeom>
          <a:noFill xmlns:a="http://schemas.openxmlformats.org/drawingml/2006/main"/>
          <a:ln xmlns:a="http://schemas.openxmlformats.org/drawingml/2006/main" w="26670">
            <a:solidFill>
              <a:srgbClr val="72B51F"/>
            </a:solidFill>
            <a:prstDash val="solid"/>
          </a:ln>
        </p:spPr>
      </p:sp>
      <p:sp>
        <p:nvSpPr>
          <p:cNvPr id="17" name="">
            <a:extLst xmlns:a="http://schemas.openxmlformats.org/drawingml/2006/main">
              <a:ext uri="{FF2B5EF4-FFF2-40B4-BE49-F238E27FC236}">
                <a16:creationId xmlns:a16="http://schemas.microsoft.com/office/drawing/2014/main" id="{79ED978E-4F1B-43D7-A137-A53DA1EFA6C7}"/>
              </a:ext>
            </a:extLst>
          </p:cNvPr>
          <p:cNvSpPr>
            <a:spLocks xmlns:a="http://schemas.openxmlformats.org/drawingml/2006/main" noGrp="1"/>
          </p:cNvSpPr>
          <p:nvPr/>
        </p:nvSpPr>
        <p:spPr>
          <a:xfrm xmlns:a="http://schemas.openxmlformats.org/drawingml/2006/main">
            <a:off x="6638925" y="53244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885" b="1" i="0">
                <a:solidFill>
                  <a:srgbClr val="72B51F"/>
                </a:solidFill>
                <a:latin typeface="Noto Sans JP"/>
                <a:ea typeface="Noto Sans JP"/>
                <a:cs typeface="Noto Sans JP"/>
              </a:defRPr>
            </a:pPr>
            <a:r>
              <a:rPr sz="885" b="1" i="0">
                <a:solidFill>
                  <a:srgbClr val="72B51F"/>
                </a:solidFill>
                <a:latin typeface="Noto Sans JP"/>
                <a:ea typeface="Noto Sans JP"/>
                <a:cs typeface="Noto Sans JP"/>
              </a:rPr>
              <a:t>Monte Carlo</a:t>
            </a:r>
          </a:p>
        </p:txBody>
      </p:sp>
      <p:sp>
        <p:nvSpPr>
          <p:cNvPr id="18" name="">
            <a:extLst xmlns:a="http://schemas.openxmlformats.org/drawingml/2006/main">
              <a:ext uri="{FF2B5EF4-FFF2-40B4-BE49-F238E27FC236}">
                <a16:creationId xmlns:a16="http://schemas.microsoft.com/office/drawing/2014/main" id="{C6EDCC0F-1489-4CE0-A0BC-04969A211AC7}"/>
              </a:ext>
            </a:extLst>
          </p:cNvPr>
          <p:cNvSpPr>
            <a:spLocks xmlns:a="http://schemas.openxmlformats.org/drawingml/2006/main" noGrp="1"/>
          </p:cNvSpPr>
          <p:nvPr/>
        </p:nvSpPr>
        <p:spPr>
          <a:xfrm xmlns:a="http://schemas.openxmlformats.org/drawingml/2006/main">
            <a:off x="8239125" y="5429250"/>
            <a:ext cx="304800" cy="0"/>
          </a:xfrm>
          <a:prstGeom xmlns:a="http://schemas.openxmlformats.org/drawingml/2006/main" prst="line">
            <a:avLst/>
          </a:prstGeom>
          <a:noFill xmlns:a="http://schemas.openxmlformats.org/drawingml/2006/main"/>
          <a:ln xmlns:a="http://schemas.openxmlformats.org/drawingml/2006/main" w="26670">
            <a:solidFill>
              <a:srgbClr val="00AFA9"/>
            </a:solidFill>
            <a:prstDash val="solid"/>
          </a:ln>
        </p:spPr>
      </p:sp>
      <p:sp>
        <p:nvSpPr>
          <p:cNvPr id="19" name="">
            <a:extLst xmlns:a="http://schemas.openxmlformats.org/drawingml/2006/main">
              <a:ext uri="{FF2B5EF4-FFF2-40B4-BE49-F238E27FC236}">
                <a16:creationId xmlns:a16="http://schemas.microsoft.com/office/drawing/2014/main" id="{87685E19-1A19-4531-9289-A31921EDAFB7}"/>
              </a:ext>
            </a:extLst>
          </p:cNvPr>
          <p:cNvSpPr>
            <a:spLocks xmlns:a="http://schemas.openxmlformats.org/drawingml/2006/main" noGrp="1"/>
          </p:cNvSpPr>
          <p:nvPr/>
        </p:nvSpPr>
        <p:spPr>
          <a:xfrm xmlns:a="http://schemas.openxmlformats.org/drawingml/2006/main">
            <a:off x="8591550" y="53244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885" b="1" i="0">
                <a:solidFill>
                  <a:srgbClr val="00AFA9"/>
                </a:solidFill>
                <a:latin typeface="Noto Sans JP"/>
                <a:ea typeface="Noto Sans JP"/>
                <a:cs typeface="Noto Sans JP"/>
              </a:defRPr>
            </a:pPr>
            <a:r>
              <a:rPr sz="885" b="1" i="0">
                <a:solidFill>
                  <a:srgbClr val="00AFA9"/>
                </a:solidFill>
                <a:latin typeface="Noto Sans JP"/>
                <a:ea typeface="Noto Sans JP"/>
                <a:cs typeface="Noto Sans JP"/>
              </a:rPr>
              <a:t>propagator</a:t>
            </a:r>
          </a:p>
        </p:txBody>
      </p:sp>
      <p:sp>
        <p:nvSpPr>
          <p:cNvPr id="20" name="">
            <a:extLst xmlns:a="http://schemas.openxmlformats.org/drawingml/2006/main">
              <a:ext uri="{FF2B5EF4-FFF2-40B4-BE49-F238E27FC236}">
                <a16:creationId xmlns:a16="http://schemas.microsoft.com/office/drawing/2014/main" id="{40A3136B-A969-451E-A78B-F9F1FA749CF6}"/>
              </a:ext>
            </a:extLst>
          </p:cNvPr>
          <p:cNvSpPr>
            <a:spLocks xmlns:a="http://schemas.openxmlformats.org/drawingml/2006/main" noGrp="1"/>
          </p:cNvSpPr>
          <p:nvPr/>
        </p:nvSpPr>
        <p:spPr>
          <a:xfrm xmlns:a="http://schemas.openxmlformats.org/drawingml/2006/main">
            <a:off x="8143875" y="56197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lnSpc>
                <a:spcPct val="105000"/>
              </a:lnSpc>
              <a:buNone/>
              <a:defRPr sz="788" b="0" i="0">
                <a:solidFill>
                  <a:srgbClr val="666666"/>
                </a:solidFill>
                <a:latin typeface="Noto Sans JP"/>
                <a:ea typeface="Noto Sans JP"/>
                <a:cs typeface="Noto Sans JP"/>
              </a:defRPr>
            </a:pPr>
            <a:r>
              <a:rPr sz="788" b="0" i="0">
                <a:solidFill>
                  <a:srgbClr val="666666"/>
                </a:solidFill>
                <a:latin typeface="Noto Sans JP"/>
                <a:ea typeface="Noto Sans JP"/>
                <a:cs typeface="Noto Sans JP"/>
              </a:rPr>
              <a:t>Qrh表示下限 = 10⁻⁶ W m⁻³（積分・統計には未使用）</a:t>
            </a:r>
          </a:p>
        </p:txBody>
      </p:sp>
      <p:sp>
        <p:nvSpPr>
          <p:cNvPr id="23" name="">
            <a:extLst xmlns:a="http://schemas.openxmlformats.org/drawingml/2006/main">
              <a:ext uri="{FF2B5EF4-FFF2-40B4-BE49-F238E27FC236}">
                <a16:creationId xmlns:a16="http://schemas.microsoft.com/office/drawing/2014/main" id="{006D3449-6B57-4DFE-AE18-48D7A4405053}"/>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Swarm 3手法</a:t>
            </a:r>
            <a:r>
              <a:rPr sz="1275" b="1" i="0">
                <a:solidFill>
                  <a:srgbClr val="6DBB20"/>
                </a:solidFill>
                <a:latin typeface="Noto Sans JP"/>
                <a:ea typeface="Noto Sans JP"/>
                <a:cs typeface="Noto Sans JP"/>
              </a:rPr>
              <a:t>は同じ高さ方向構造を与える。</a:t>
            </a:r>
            <a:r>
              <a:rPr sz="1275" b="1" i="0">
                <a:solidFill>
                  <a:srgbClr val="6DBB20"/>
                </a:solidFill>
                <a:latin typeface="Noto Sans JP"/>
                <a:ea typeface="Noto Sans JP"/>
                <a:cs typeface="Noto Sans JP"/>
              </a:rPr>
              <a:t>標準COMSOLとの差</a:t>
            </a:r>
            <a:r>
              <a:rPr sz="1275" b="1" i="0">
                <a:solidFill>
                  <a:srgbClr val="6DBB20"/>
                </a:solidFill>
                <a:latin typeface="Noto Sans JP"/>
                <a:ea typeface="Noto Sans JP"/>
                <a:cs typeface="Noto Sans JP"/>
              </a:rPr>
              <a:t>は局所反応だけでなく、RF場との自己整合を介して全軸へ伝播する。</a:t>
            </a:r>
          </a:p>
        </p:txBody>
      </p:sp>
      <p:sp>
        <p:nvSpPr>
          <p:cNvPr id="24" name="">
            <a:extLst xmlns:a="http://schemas.openxmlformats.org/drawingml/2006/main">
              <a:ext uri="{FF2B5EF4-FFF2-40B4-BE49-F238E27FC236}">
                <a16:creationId xmlns:a16="http://schemas.microsoft.com/office/drawing/2014/main" id="{2B21F1AF-6D2B-4542-9DD9-249EB6776750}"/>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centerline extracted from the 4545 common-time nodes; t = 0.001 s</a:t>
            </a:r>
          </a:p>
        </p:txBody>
      </p:sp>
      <p:sp>
        <p:nvSpPr>
          <p:cNvPr id="29" name="title">
            <a:extLst xmlns:a="http://schemas.openxmlformats.org/drawingml/2006/main">
              <a:ext uri="{FF2B5EF4-FFF2-40B4-BE49-F238E27FC236}">
                <a16:creationId xmlns:a16="http://schemas.microsoft.com/office/drawing/2014/main" id="{FDE545B8-659B-4899-B751-E45E8996104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中心軸の高さ方向分布：生成・蓄積・RF吸収の結合</a:t>
            </a:r>
          </a:p>
        </p:txBody>
      </p:sp>
      <p:sp>
        <p:nvSpPr>
          <p:cNvPr id="30" name="">
            <a:extLst xmlns:a="http://schemas.openxmlformats.org/drawingml/2006/main">
              <a:ext uri="{FF2B5EF4-FFF2-40B4-BE49-F238E27FC236}">
                <a16:creationId xmlns:a16="http://schemas.microsoft.com/office/drawing/2014/main" id="{236EFE9C-7471-4095-8777-2F827CEC1803}"/>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31" name="section">
            <a:extLst xmlns:a="http://schemas.openxmlformats.org/drawingml/2006/main">
              <a:ext uri="{FF2B5EF4-FFF2-40B4-BE49-F238E27FC236}">
                <a16:creationId xmlns:a16="http://schemas.microsoft.com/office/drawing/2014/main" id="{D940317C-008B-4E1D-B5D4-1E8166A1EA9E}"/>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36351400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A453511-9958-43E8-A72A-7E6730460BA4}"/>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δs = 100(x − x_ref)/max(|x|,|x_ref|)：−100～+100%に有界な節点差</a:t>
            </a:r>
          </a:p>
        </p:txBody>
      </p:sp>
      <p:sp>
        <p:nvSpPr>
          <p:cNvPr id="7" name="">
            <a:extLst xmlns:a="http://schemas.openxmlformats.org/drawingml/2006/main">
              <a:ext uri="{FF2B5EF4-FFF2-40B4-BE49-F238E27FC236}">
                <a16:creationId xmlns:a16="http://schemas.microsoft.com/office/drawing/2014/main" id="{70CE9356-9300-4E05-8FFA-3A35D17E5475}"/>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F30246EE-5C1A-4D73-B377-B3A295E5B95B}"/>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56</a:t>
            </a:r>
          </a:p>
        </p:txBody>
      </p:sp>
      <p:sp>
        <p:nvSpPr>
          <p:cNvPr id="9" name="">
            <a:extLst xmlns:a="http://schemas.openxmlformats.org/drawingml/2006/main">
              <a:ext uri="{FF2B5EF4-FFF2-40B4-BE49-F238E27FC236}">
                <a16:creationId xmlns:a16="http://schemas.microsoft.com/office/drawing/2014/main" id="{05D75E88-2393-4C24-95B8-45C193D20D6B}"/>
              </a:ext>
            </a:extLst>
          </p:cNvPr>
          <p:cNvSpPr>
            <a:spLocks xmlns:a="http://schemas.openxmlformats.org/drawingml/2006/main" noGrp="1"/>
          </p:cNvSpPr>
          <p:nvPr/>
        </p:nvSpPr>
        <p:spPr>
          <a:xfrm xmlns:a="http://schemas.openxmlformats.org/drawingml/2006/main">
            <a:off x="61912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007FAE"/>
                </a:solidFill>
                <a:latin typeface="Noto Sans JP"/>
                <a:ea typeface="Noto Sans JP"/>
                <a:cs typeface="Noto Sans JP"/>
              </a:defRPr>
            </a:pPr>
            <a:r>
              <a:rPr sz="1088" b="1" i="0">
                <a:solidFill>
                  <a:srgbClr val="007FAE"/>
                </a:solidFill>
                <a:latin typeface="Noto Sans JP"/>
                <a:ea typeface="Noto Sans JP"/>
                <a:cs typeface="Noto Sans JP"/>
              </a:rPr>
              <a:t>two-term</a:t>
            </a:r>
            <a:r>
              <a:rPr sz="1088" b="1" i="0">
                <a:solidFill>
                  <a:srgbClr val="007FAE"/>
                </a:solidFill>
                <a:latin typeface="Noto Sans JP"/>
                <a:ea typeface="Noto Sans JP"/>
                <a:cs typeface="Noto Sans JP"/>
              </a:rPr>
              <a:t> </a:t>
            </a:r>
            <a:r>
              <a:rPr sz="1088" b="1" i="0">
                <a:solidFill>
                  <a:srgbClr val="007FAE"/>
                </a:solidFill>
                <a:latin typeface="Noto Sans JP"/>
                <a:ea typeface="Noto Sans JP"/>
                <a:cs typeface="Noto Sans JP"/>
              </a:rPr>
              <a:t>− 標準COMSOL</a:t>
            </a:r>
          </a:p>
        </p:txBody>
      </p:sp>
      <p:sp>
        <p:nvSpPr>
          <p:cNvPr id="10" name="">
            <a:extLst xmlns:a="http://schemas.openxmlformats.org/drawingml/2006/main">
              <a:ext uri="{FF2B5EF4-FFF2-40B4-BE49-F238E27FC236}">
                <a16:creationId xmlns:a16="http://schemas.microsoft.com/office/drawing/2014/main" id="{3FD10C90-E6F9-4B89-B607-A766986B0535}"/>
              </a:ext>
            </a:extLst>
          </p:cNvPr>
          <p:cNvSpPr>
            <a:spLocks xmlns:a="http://schemas.openxmlformats.org/drawingml/2006/main" noGrp="1"/>
          </p:cNvSpPr>
          <p:nvPr/>
        </p:nvSpPr>
        <p:spPr>
          <a:xfrm xmlns:a="http://schemas.openxmlformats.org/drawingml/2006/main">
            <a:off x="742950" y="1600200"/>
            <a:ext cx="3076575" cy="230743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67c1bc056a6d4860"/>
          <a:stretch xmlns:a="http://schemas.openxmlformats.org/drawingml/2006/main"/>
        </p:blipFill>
        <p:spPr>
          <a:xfrm xmlns:a="http://schemas.openxmlformats.org/drawingml/2006/main">
            <a:off x="742950" y="1600200"/>
            <a:ext cx="3076575" cy="2307431"/>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288BE3E-E48D-4D8E-85BA-7979851A78A1}"/>
              </a:ext>
            </a:extLst>
          </p:cNvPr>
          <p:cNvSpPr>
            <a:spLocks xmlns:a="http://schemas.openxmlformats.org/drawingml/2006/main" noGrp="1"/>
          </p:cNvSpPr>
          <p:nvPr/>
        </p:nvSpPr>
        <p:spPr>
          <a:xfrm xmlns:a="http://schemas.openxmlformats.org/drawingml/2006/main">
            <a:off x="742950"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3" name="">
            <a:extLst xmlns:a="http://schemas.openxmlformats.org/drawingml/2006/main">
              <a:ext uri="{FF2B5EF4-FFF2-40B4-BE49-F238E27FC236}">
                <a16:creationId xmlns:a16="http://schemas.microsoft.com/office/drawing/2014/main" id="{69DFB757-615F-4CC9-BF12-01F872CEAC3B}"/>
              </a:ext>
            </a:extLst>
          </p:cNvPr>
          <p:cNvSpPr>
            <a:spLocks xmlns:a="http://schemas.openxmlformats.org/drawingml/2006/main" noGrp="1"/>
          </p:cNvSpPr>
          <p:nvPr/>
        </p:nvSpPr>
        <p:spPr>
          <a:xfrm xmlns:a="http://schemas.openxmlformats.org/drawingml/2006/main">
            <a:off x="647700"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DA337EA3-49F0-4930-9FE3-16AF4582B9DF}"/>
              </a:ext>
            </a:extLst>
          </p:cNvPr>
          <p:cNvSpPr>
            <a:spLocks xmlns:a="http://schemas.openxmlformats.org/drawingml/2006/main" noGrp="1"/>
          </p:cNvSpPr>
          <p:nvPr/>
        </p:nvSpPr>
        <p:spPr>
          <a:xfrm xmlns:a="http://schemas.openxmlformats.org/drawingml/2006/main">
            <a:off x="2281238"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 name="">
            <a:extLst xmlns:a="http://schemas.openxmlformats.org/drawingml/2006/main">
              <a:ext uri="{FF2B5EF4-FFF2-40B4-BE49-F238E27FC236}">
                <a16:creationId xmlns:a16="http://schemas.microsoft.com/office/drawing/2014/main" id="{0E4FCD23-E79B-4165-B4C0-9D26D94CCDA8}"/>
              </a:ext>
            </a:extLst>
          </p:cNvPr>
          <p:cNvSpPr>
            <a:spLocks xmlns:a="http://schemas.openxmlformats.org/drawingml/2006/main" noGrp="1"/>
          </p:cNvSpPr>
          <p:nvPr/>
        </p:nvSpPr>
        <p:spPr>
          <a:xfrm xmlns:a="http://schemas.openxmlformats.org/drawingml/2006/main">
            <a:off x="2185988"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16" name="">
            <a:extLst xmlns:a="http://schemas.openxmlformats.org/drawingml/2006/main">
              <a:ext uri="{FF2B5EF4-FFF2-40B4-BE49-F238E27FC236}">
                <a16:creationId xmlns:a16="http://schemas.microsoft.com/office/drawing/2014/main" id="{361E5B9B-7DE4-4213-8732-C5A9C88C905D}"/>
              </a:ext>
            </a:extLst>
          </p:cNvPr>
          <p:cNvSpPr>
            <a:spLocks xmlns:a="http://schemas.openxmlformats.org/drawingml/2006/main" noGrp="1"/>
          </p:cNvSpPr>
          <p:nvPr/>
        </p:nvSpPr>
        <p:spPr>
          <a:xfrm xmlns:a="http://schemas.openxmlformats.org/drawingml/2006/main">
            <a:off x="3819525"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7" name="">
            <a:extLst xmlns:a="http://schemas.openxmlformats.org/drawingml/2006/main">
              <a:ext uri="{FF2B5EF4-FFF2-40B4-BE49-F238E27FC236}">
                <a16:creationId xmlns:a16="http://schemas.microsoft.com/office/drawing/2014/main" id="{A98792B5-ADD4-40B0-853B-13A6A485416B}"/>
              </a:ext>
            </a:extLst>
          </p:cNvPr>
          <p:cNvSpPr>
            <a:spLocks xmlns:a="http://schemas.openxmlformats.org/drawingml/2006/main" noGrp="1"/>
          </p:cNvSpPr>
          <p:nvPr/>
        </p:nvSpPr>
        <p:spPr>
          <a:xfrm xmlns:a="http://schemas.openxmlformats.org/drawingml/2006/main">
            <a:off x="3724275"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18" name="">
            <a:extLst xmlns:a="http://schemas.openxmlformats.org/drawingml/2006/main">
              <a:ext uri="{FF2B5EF4-FFF2-40B4-BE49-F238E27FC236}">
                <a16:creationId xmlns:a16="http://schemas.microsoft.com/office/drawing/2014/main" id="{4FF7770C-E571-44C6-A759-63317B088D3A}"/>
              </a:ext>
            </a:extLst>
          </p:cNvPr>
          <p:cNvSpPr>
            <a:spLocks xmlns:a="http://schemas.openxmlformats.org/drawingml/2006/main" noGrp="1"/>
          </p:cNvSpPr>
          <p:nvPr/>
        </p:nvSpPr>
        <p:spPr>
          <a:xfrm xmlns:a="http://schemas.openxmlformats.org/drawingml/2006/main">
            <a:off x="466725" y="3850481"/>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−2.5</a:t>
            </a:r>
          </a:p>
        </p:txBody>
      </p:sp>
      <p:sp>
        <p:nvSpPr>
          <p:cNvPr id="19" name="">
            <a:extLst xmlns:a="http://schemas.openxmlformats.org/drawingml/2006/main">
              <a:ext uri="{FF2B5EF4-FFF2-40B4-BE49-F238E27FC236}">
                <a16:creationId xmlns:a16="http://schemas.microsoft.com/office/drawing/2014/main" id="{D623CD6D-8AFF-4B7A-AFFF-897CF85AFB40}"/>
              </a:ext>
            </a:extLst>
          </p:cNvPr>
          <p:cNvSpPr>
            <a:spLocks xmlns:a="http://schemas.openxmlformats.org/drawingml/2006/main" noGrp="1"/>
          </p:cNvSpPr>
          <p:nvPr/>
        </p:nvSpPr>
        <p:spPr>
          <a:xfrm xmlns:a="http://schemas.openxmlformats.org/drawingml/2006/main">
            <a:off x="466725" y="1543050"/>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8</a:t>
            </a:r>
          </a:p>
        </p:txBody>
      </p:sp>
      <p:sp>
        <p:nvSpPr>
          <p:cNvPr id="20" name="">
            <a:extLst xmlns:a="http://schemas.openxmlformats.org/drawingml/2006/main">
              <a:ext uri="{FF2B5EF4-FFF2-40B4-BE49-F238E27FC236}">
                <a16:creationId xmlns:a16="http://schemas.microsoft.com/office/drawing/2014/main" id="{847C4B8F-3446-4C10-9E62-73B282936A4F}"/>
              </a:ext>
            </a:extLst>
          </p:cNvPr>
          <p:cNvSpPr>
            <a:spLocks xmlns:a="http://schemas.openxmlformats.org/drawingml/2006/main" noGrp="1"/>
          </p:cNvSpPr>
          <p:nvPr/>
        </p:nvSpPr>
        <p:spPr>
          <a:xfrm xmlns:a="http://schemas.openxmlformats.org/drawingml/2006/main">
            <a:off x="57150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47.6%　95%点 77.9%</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0.99449</a:t>
            </a:r>
          </a:p>
        </p:txBody>
      </p:sp>
      <p:sp>
        <p:nvSpPr>
          <p:cNvPr id="21" name="">
            <a:extLst xmlns:a="http://schemas.openxmlformats.org/drawingml/2006/main">
              <a:ext uri="{FF2B5EF4-FFF2-40B4-BE49-F238E27FC236}">
                <a16:creationId xmlns:a16="http://schemas.microsoft.com/office/drawing/2014/main" id="{A8B06C6A-4070-4BDE-B08E-9836AFCD321B}"/>
              </a:ext>
            </a:extLst>
          </p:cNvPr>
          <p:cNvSpPr>
            <a:spLocks xmlns:a="http://schemas.openxmlformats.org/drawingml/2006/main" noGrp="1"/>
          </p:cNvSpPr>
          <p:nvPr/>
        </p:nvSpPr>
        <p:spPr>
          <a:xfrm xmlns:a="http://schemas.openxmlformats.org/drawingml/2006/main">
            <a:off x="4476750"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B87900"/>
                </a:solidFill>
                <a:latin typeface="Noto Sans JP"/>
                <a:ea typeface="Noto Sans JP"/>
                <a:cs typeface="Noto Sans JP"/>
              </a:defRPr>
            </a:pPr>
            <a:r>
              <a:rPr sz="1088" b="1" i="0">
                <a:solidFill>
                  <a:srgbClr val="B87900"/>
                </a:solidFill>
                <a:latin typeface="Noto Sans JP"/>
                <a:ea typeface="Noto Sans JP"/>
                <a:cs typeface="Noto Sans JP"/>
              </a:rPr>
              <a:t>Monte Carlo</a:t>
            </a:r>
            <a:r>
              <a:rPr sz="1088" b="1" i="0">
                <a:solidFill>
                  <a:srgbClr val="B87900"/>
                </a:solidFill>
                <a:latin typeface="Noto Sans JP"/>
                <a:ea typeface="Noto Sans JP"/>
                <a:cs typeface="Noto Sans JP"/>
              </a:rPr>
              <a:t> </a:t>
            </a:r>
            <a:r>
              <a:rPr sz="1088" b="1" i="0">
                <a:solidFill>
                  <a:srgbClr val="B87900"/>
                </a:solidFill>
                <a:latin typeface="Noto Sans JP"/>
                <a:ea typeface="Noto Sans JP"/>
                <a:cs typeface="Noto Sans JP"/>
              </a:rPr>
              <a:t>− 標準COMSOL</a:t>
            </a:r>
          </a:p>
        </p:txBody>
      </p:sp>
      <p:sp>
        <p:nvSpPr>
          <p:cNvPr id="22" name="">
            <a:extLst xmlns:a="http://schemas.openxmlformats.org/drawingml/2006/main">
              <a:ext uri="{FF2B5EF4-FFF2-40B4-BE49-F238E27FC236}">
                <a16:creationId xmlns:a16="http://schemas.microsoft.com/office/drawing/2014/main" id="{96FC5029-3403-457C-9A6F-EF265404A4E6}"/>
              </a:ext>
            </a:extLst>
          </p:cNvPr>
          <p:cNvSpPr>
            <a:spLocks xmlns:a="http://schemas.openxmlformats.org/drawingml/2006/main" noGrp="1"/>
          </p:cNvSpPr>
          <p:nvPr/>
        </p:nvSpPr>
        <p:spPr>
          <a:xfrm xmlns:a="http://schemas.openxmlformats.org/drawingml/2006/main">
            <a:off x="4371975"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dff923cac3684982"/>
          <a:stretch xmlns:a="http://schemas.openxmlformats.org/drawingml/2006/main"/>
        </p:blipFill>
        <p:spPr>
          <a:xfrm xmlns:a="http://schemas.openxmlformats.org/drawingml/2006/main">
            <a:off x="4371975" y="1600200"/>
            <a:ext cx="3305175" cy="2478881"/>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58486DA7-889C-4125-A67A-42970C92048D}"/>
              </a:ext>
            </a:extLst>
          </p:cNvPr>
          <p:cNvSpPr>
            <a:spLocks xmlns:a="http://schemas.openxmlformats.org/drawingml/2006/main" noGrp="1"/>
          </p:cNvSpPr>
          <p:nvPr/>
        </p:nvSpPr>
        <p:spPr>
          <a:xfrm xmlns:a="http://schemas.openxmlformats.org/drawingml/2006/main">
            <a:off x="43719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5" name="">
            <a:extLst xmlns:a="http://schemas.openxmlformats.org/drawingml/2006/main">
              <a:ext uri="{FF2B5EF4-FFF2-40B4-BE49-F238E27FC236}">
                <a16:creationId xmlns:a16="http://schemas.microsoft.com/office/drawing/2014/main" id="{F1B1F14B-1B62-4B7E-AA0A-2B51974AAE3F}"/>
              </a:ext>
            </a:extLst>
          </p:cNvPr>
          <p:cNvSpPr>
            <a:spLocks xmlns:a="http://schemas.openxmlformats.org/drawingml/2006/main" noGrp="1"/>
          </p:cNvSpPr>
          <p:nvPr/>
        </p:nvSpPr>
        <p:spPr>
          <a:xfrm xmlns:a="http://schemas.openxmlformats.org/drawingml/2006/main">
            <a:off x="42767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26" name="">
            <a:extLst xmlns:a="http://schemas.openxmlformats.org/drawingml/2006/main">
              <a:ext uri="{FF2B5EF4-FFF2-40B4-BE49-F238E27FC236}">
                <a16:creationId xmlns:a16="http://schemas.microsoft.com/office/drawing/2014/main" id="{BEA93289-8516-472D-9451-0245C0D4A903}"/>
              </a:ext>
            </a:extLst>
          </p:cNvPr>
          <p:cNvSpPr>
            <a:spLocks xmlns:a="http://schemas.openxmlformats.org/drawingml/2006/main" noGrp="1"/>
          </p:cNvSpPr>
          <p:nvPr/>
        </p:nvSpPr>
        <p:spPr>
          <a:xfrm xmlns:a="http://schemas.openxmlformats.org/drawingml/2006/main">
            <a:off x="6024563"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7" name="">
            <a:extLst xmlns:a="http://schemas.openxmlformats.org/drawingml/2006/main">
              <a:ext uri="{FF2B5EF4-FFF2-40B4-BE49-F238E27FC236}">
                <a16:creationId xmlns:a16="http://schemas.microsoft.com/office/drawing/2014/main" id="{AD3FCAAC-B595-4B71-8C9F-C99D7A474967}"/>
              </a:ext>
            </a:extLst>
          </p:cNvPr>
          <p:cNvSpPr>
            <a:spLocks xmlns:a="http://schemas.openxmlformats.org/drawingml/2006/main" noGrp="1"/>
          </p:cNvSpPr>
          <p:nvPr/>
        </p:nvSpPr>
        <p:spPr>
          <a:xfrm xmlns:a="http://schemas.openxmlformats.org/drawingml/2006/main">
            <a:off x="5929313"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28" name="">
            <a:extLst xmlns:a="http://schemas.openxmlformats.org/drawingml/2006/main">
              <a:ext uri="{FF2B5EF4-FFF2-40B4-BE49-F238E27FC236}">
                <a16:creationId xmlns:a16="http://schemas.microsoft.com/office/drawing/2014/main" id="{BC996A1A-B255-425E-9EA5-3816FFF2A0A5}"/>
              </a:ext>
            </a:extLst>
          </p:cNvPr>
          <p:cNvSpPr>
            <a:spLocks xmlns:a="http://schemas.openxmlformats.org/drawingml/2006/main" noGrp="1"/>
          </p:cNvSpPr>
          <p:nvPr/>
        </p:nvSpPr>
        <p:spPr>
          <a:xfrm xmlns:a="http://schemas.openxmlformats.org/drawingml/2006/main">
            <a:off x="767715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9" name="">
            <a:extLst xmlns:a="http://schemas.openxmlformats.org/drawingml/2006/main">
              <a:ext uri="{FF2B5EF4-FFF2-40B4-BE49-F238E27FC236}">
                <a16:creationId xmlns:a16="http://schemas.microsoft.com/office/drawing/2014/main" id="{DFD51E07-CEC1-46E6-8BDB-C232A4FE231D}"/>
              </a:ext>
            </a:extLst>
          </p:cNvPr>
          <p:cNvSpPr>
            <a:spLocks xmlns:a="http://schemas.openxmlformats.org/drawingml/2006/main" noGrp="1"/>
          </p:cNvSpPr>
          <p:nvPr/>
        </p:nvSpPr>
        <p:spPr>
          <a:xfrm xmlns:a="http://schemas.openxmlformats.org/drawingml/2006/main">
            <a:off x="758190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30" name="">
            <a:extLst xmlns:a="http://schemas.openxmlformats.org/drawingml/2006/main">
              <a:ext uri="{FF2B5EF4-FFF2-40B4-BE49-F238E27FC236}">
                <a16:creationId xmlns:a16="http://schemas.microsoft.com/office/drawing/2014/main" id="{C0442C00-B40A-48CC-BACB-E51B717CF0EA}"/>
              </a:ext>
            </a:extLst>
          </p:cNvPr>
          <p:cNvSpPr>
            <a:spLocks xmlns:a="http://schemas.openxmlformats.org/drawingml/2006/main" noGrp="1"/>
          </p:cNvSpPr>
          <p:nvPr/>
        </p:nvSpPr>
        <p:spPr>
          <a:xfrm xmlns:a="http://schemas.openxmlformats.org/drawingml/2006/main">
            <a:off x="4429125"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47.3%　95%点 77.9%</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0.99420</a:t>
            </a:r>
          </a:p>
        </p:txBody>
      </p:sp>
      <p:sp>
        <p:nvSpPr>
          <p:cNvPr id="31" name="">
            <a:extLst xmlns:a="http://schemas.openxmlformats.org/drawingml/2006/main">
              <a:ext uri="{FF2B5EF4-FFF2-40B4-BE49-F238E27FC236}">
                <a16:creationId xmlns:a16="http://schemas.microsoft.com/office/drawing/2014/main" id="{B856D053-B3FC-4C66-8663-8C74E1A15693}"/>
              </a:ext>
            </a:extLst>
          </p:cNvPr>
          <p:cNvSpPr>
            <a:spLocks xmlns:a="http://schemas.openxmlformats.org/drawingml/2006/main" noGrp="1"/>
          </p:cNvSpPr>
          <p:nvPr/>
        </p:nvSpPr>
        <p:spPr>
          <a:xfrm xmlns:a="http://schemas.openxmlformats.org/drawingml/2006/main">
            <a:off x="833437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propagator </a:t>
            </a:r>
            <a:r>
              <a:rPr sz="1088" b="1" i="0">
                <a:solidFill>
                  <a:srgbClr val="72B51F"/>
                </a:solidFill>
                <a:latin typeface="Noto Sans JP"/>
                <a:ea typeface="Noto Sans JP"/>
                <a:cs typeface="Noto Sans JP"/>
              </a:rPr>
              <a:t>− 標準COMSOL</a:t>
            </a:r>
          </a:p>
        </p:txBody>
      </p:sp>
      <p:sp>
        <p:nvSpPr>
          <p:cNvPr id="32" name="">
            <a:extLst xmlns:a="http://schemas.openxmlformats.org/drawingml/2006/main">
              <a:ext uri="{FF2B5EF4-FFF2-40B4-BE49-F238E27FC236}">
                <a16:creationId xmlns:a16="http://schemas.microsoft.com/office/drawing/2014/main" id="{2B8445D4-5A39-440B-A192-2D0C10967847}"/>
              </a:ext>
            </a:extLst>
          </p:cNvPr>
          <p:cNvSpPr>
            <a:spLocks xmlns:a="http://schemas.openxmlformats.org/drawingml/2006/main" noGrp="1"/>
          </p:cNvSpPr>
          <p:nvPr/>
        </p:nvSpPr>
        <p:spPr>
          <a:xfrm xmlns:a="http://schemas.openxmlformats.org/drawingml/2006/main">
            <a:off x="8229600"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3f1859c0c68c40f7"/>
          <a:stretch xmlns:a="http://schemas.openxmlformats.org/drawingml/2006/main"/>
        </p:blipFill>
        <p:spPr>
          <a:xfrm xmlns:a="http://schemas.openxmlformats.org/drawingml/2006/main">
            <a:off x="8229600" y="1600200"/>
            <a:ext cx="3305175" cy="2478881"/>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10F72B46-74A4-4F4D-81AC-703FAA6F9EE2}"/>
              </a:ext>
            </a:extLst>
          </p:cNvPr>
          <p:cNvSpPr>
            <a:spLocks xmlns:a="http://schemas.openxmlformats.org/drawingml/2006/main" noGrp="1"/>
          </p:cNvSpPr>
          <p:nvPr/>
        </p:nvSpPr>
        <p:spPr>
          <a:xfrm xmlns:a="http://schemas.openxmlformats.org/drawingml/2006/main">
            <a:off x="822960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5" name="">
            <a:extLst xmlns:a="http://schemas.openxmlformats.org/drawingml/2006/main">
              <a:ext uri="{FF2B5EF4-FFF2-40B4-BE49-F238E27FC236}">
                <a16:creationId xmlns:a16="http://schemas.microsoft.com/office/drawing/2014/main" id="{92BEAB59-E50E-4325-A3A2-2FA623708CC3}"/>
              </a:ext>
            </a:extLst>
          </p:cNvPr>
          <p:cNvSpPr>
            <a:spLocks xmlns:a="http://schemas.openxmlformats.org/drawingml/2006/main" noGrp="1"/>
          </p:cNvSpPr>
          <p:nvPr/>
        </p:nvSpPr>
        <p:spPr>
          <a:xfrm xmlns:a="http://schemas.openxmlformats.org/drawingml/2006/main">
            <a:off x="813435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36" name="">
            <a:extLst xmlns:a="http://schemas.openxmlformats.org/drawingml/2006/main">
              <a:ext uri="{FF2B5EF4-FFF2-40B4-BE49-F238E27FC236}">
                <a16:creationId xmlns:a16="http://schemas.microsoft.com/office/drawing/2014/main" id="{68883CC2-85EF-4033-BA85-29BE028AB6B6}"/>
              </a:ext>
            </a:extLst>
          </p:cNvPr>
          <p:cNvSpPr>
            <a:spLocks xmlns:a="http://schemas.openxmlformats.org/drawingml/2006/main" noGrp="1"/>
          </p:cNvSpPr>
          <p:nvPr/>
        </p:nvSpPr>
        <p:spPr>
          <a:xfrm xmlns:a="http://schemas.openxmlformats.org/drawingml/2006/main">
            <a:off x="9882188"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7" name="">
            <a:extLst xmlns:a="http://schemas.openxmlformats.org/drawingml/2006/main">
              <a:ext uri="{FF2B5EF4-FFF2-40B4-BE49-F238E27FC236}">
                <a16:creationId xmlns:a16="http://schemas.microsoft.com/office/drawing/2014/main" id="{B5B0E8EA-8CDD-4AEF-A2E4-583F7DF19460}"/>
              </a:ext>
            </a:extLst>
          </p:cNvPr>
          <p:cNvSpPr>
            <a:spLocks xmlns:a="http://schemas.openxmlformats.org/drawingml/2006/main" noGrp="1"/>
          </p:cNvSpPr>
          <p:nvPr/>
        </p:nvSpPr>
        <p:spPr>
          <a:xfrm xmlns:a="http://schemas.openxmlformats.org/drawingml/2006/main">
            <a:off x="9786938"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38" name="">
            <a:extLst xmlns:a="http://schemas.openxmlformats.org/drawingml/2006/main">
              <a:ext uri="{FF2B5EF4-FFF2-40B4-BE49-F238E27FC236}">
                <a16:creationId xmlns:a16="http://schemas.microsoft.com/office/drawing/2014/main" id="{0C5EEB52-47C1-44C2-925B-D051D8067D27}"/>
              </a:ext>
            </a:extLst>
          </p:cNvPr>
          <p:cNvSpPr>
            <a:spLocks xmlns:a="http://schemas.openxmlformats.org/drawingml/2006/main" noGrp="1"/>
          </p:cNvSpPr>
          <p:nvPr/>
        </p:nvSpPr>
        <p:spPr>
          <a:xfrm xmlns:a="http://schemas.openxmlformats.org/drawingml/2006/main">
            <a:off x="115347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9" name="">
            <a:extLst xmlns:a="http://schemas.openxmlformats.org/drawingml/2006/main">
              <a:ext uri="{FF2B5EF4-FFF2-40B4-BE49-F238E27FC236}">
                <a16:creationId xmlns:a16="http://schemas.microsoft.com/office/drawing/2014/main" id="{5A4CA7DA-54EF-48BB-81FF-53917D978C18}"/>
              </a:ext>
            </a:extLst>
          </p:cNvPr>
          <p:cNvSpPr>
            <a:spLocks xmlns:a="http://schemas.openxmlformats.org/drawingml/2006/main" noGrp="1"/>
          </p:cNvSpPr>
          <p:nvPr/>
        </p:nvSpPr>
        <p:spPr>
          <a:xfrm xmlns:a="http://schemas.openxmlformats.org/drawingml/2006/main">
            <a:off x="114395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40" name="">
            <a:extLst xmlns:a="http://schemas.openxmlformats.org/drawingml/2006/main">
              <a:ext uri="{FF2B5EF4-FFF2-40B4-BE49-F238E27FC236}">
                <a16:creationId xmlns:a16="http://schemas.microsoft.com/office/drawing/2014/main" id="{127F7E7E-7DF0-4537-A93C-21A942621AE8}"/>
              </a:ext>
            </a:extLst>
          </p:cNvPr>
          <p:cNvSpPr>
            <a:spLocks xmlns:a="http://schemas.openxmlformats.org/drawingml/2006/main" noGrp="1"/>
          </p:cNvSpPr>
          <p:nvPr/>
        </p:nvSpPr>
        <p:spPr>
          <a:xfrm xmlns:a="http://schemas.openxmlformats.org/drawingml/2006/main">
            <a:off x="828675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47.4%　95%点 77.8%</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0.99422</a:t>
            </a:r>
          </a:p>
        </p:txBody>
      </p:sp>
      <p:sp>
        <p:nvSpPr>
          <p:cNvPr id="41" name="">
            <a:extLst xmlns:a="http://schemas.openxmlformats.org/drawingml/2006/main">
              <a:ext uri="{FF2B5EF4-FFF2-40B4-BE49-F238E27FC236}">
                <a16:creationId xmlns:a16="http://schemas.microsoft.com/office/drawing/2014/main" id="{C8DFEBDC-D9A3-42B8-9E11-1D13EF48630D}"/>
              </a:ext>
            </a:extLst>
          </p:cNvPr>
          <p:cNvSpPr>
            <a:spLocks xmlns:a="http://schemas.openxmlformats.org/drawingml/2006/main" noGrp="1"/>
          </p:cNvSpPr>
          <p:nvPr/>
        </p:nvSpPr>
        <p:spPr>
          <a:xfrm xmlns:a="http://schemas.openxmlformats.org/drawingml/2006/main">
            <a:off x="3381375" y="4686300"/>
            <a:ext cx="66318" cy="123825"/>
          </a:xfrm>
          <a:prstGeom xmlns:a="http://schemas.openxmlformats.org/drawingml/2006/main" prst="rect">
            <a:avLst/>
          </a:prstGeom>
          <a:solidFill xmlns:a="http://schemas.openxmlformats.org/drawingml/2006/main">
            <a:srgbClr val="3D4FC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20DE697-D539-4B09-AE04-21EBC1BE9101}"/>
              </a:ext>
            </a:extLst>
          </p:cNvPr>
          <p:cNvSpPr>
            <a:spLocks xmlns:a="http://schemas.openxmlformats.org/drawingml/2006/main" noGrp="1"/>
          </p:cNvSpPr>
          <p:nvPr/>
        </p:nvSpPr>
        <p:spPr>
          <a:xfrm xmlns:a="http://schemas.openxmlformats.org/drawingml/2006/main">
            <a:off x="3443883" y="4686300"/>
            <a:ext cx="66318" cy="123825"/>
          </a:xfrm>
          <a:prstGeom xmlns:a="http://schemas.openxmlformats.org/drawingml/2006/main" prst="rect">
            <a:avLst/>
          </a:prstGeom>
          <a:solidFill xmlns:a="http://schemas.openxmlformats.org/drawingml/2006/main">
            <a:srgbClr val="4154C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8413D1BC-F26A-4D6D-95A4-BD1CCE66097A}"/>
              </a:ext>
            </a:extLst>
          </p:cNvPr>
          <p:cNvSpPr>
            <a:spLocks xmlns:a="http://schemas.openxmlformats.org/drawingml/2006/main" noGrp="1"/>
          </p:cNvSpPr>
          <p:nvPr/>
        </p:nvSpPr>
        <p:spPr>
          <a:xfrm xmlns:a="http://schemas.openxmlformats.org/drawingml/2006/main">
            <a:off x="3506391" y="4686300"/>
            <a:ext cx="66318" cy="123825"/>
          </a:xfrm>
          <a:prstGeom xmlns:a="http://schemas.openxmlformats.org/drawingml/2006/main" prst="rect">
            <a:avLst/>
          </a:prstGeom>
          <a:solidFill xmlns:a="http://schemas.openxmlformats.org/drawingml/2006/main">
            <a:srgbClr val="455AC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E8BB297-D342-4090-92F9-23EDD916F438}"/>
              </a:ext>
            </a:extLst>
          </p:cNvPr>
          <p:cNvSpPr>
            <a:spLocks xmlns:a="http://schemas.openxmlformats.org/drawingml/2006/main" noGrp="1"/>
          </p:cNvSpPr>
          <p:nvPr/>
        </p:nvSpPr>
        <p:spPr>
          <a:xfrm xmlns:a="http://schemas.openxmlformats.org/drawingml/2006/main">
            <a:off x="3568898" y="4686300"/>
            <a:ext cx="66318" cy="123825"/>
          </a:xfrm>
          <a:prstGeom xmlns:a="http://schemas.openxmlformats.org/drawingml/2006/main" prst="rect">
            <a:avLst/>
          </a:prstGeom>
          <a:solidFill xmlns:a="http://schemas.openxmlformats.org/drawingml/2006/main">
            <a:srgbClr val="4960CF"/>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D503C37-2206-483E-9216-364E0525CA2C}"/>
              </a:ext>
            </a:extLst>
          </p:cNvPr>
          <p:cNvSpPr>
            <a:spLocks xmlns:a="http://schemas.openxmlformats.org/drawingml/2006/main" noGrp="1"/>
          </p:cNvSpPr>
          <p:nvPr/>
        </p:nvSpPr>
        <p:spPr>
          <a:xfrm xmlns:a="http://schemas.openxmlformats.org/drawingml/2006/main">
            <a:off x="3631406" y="4686300"/>
            <a:ext cx="66318" cy="123825"/>
          </a:xfrm>
          <a:prstGeom xmlns:a="http://schemas.openxmlformats.org/drawingml/2006/main" prst="rect">
            <a:avLst/>
          </a:prstGeom>
          <a:solidFill xmlns:a="http://schemas.openxmlformats.org/drawingml/2006/main">
            <a:srgbClr val="4D65D3"/>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CF18EC00-FC11-4537-90DE-07CC9111A911}"/>
              </a:ext>
            </a:extLst>
          </p:cNvPr>
          <p:cNvSpPr>
            <a:spLocks xmlns:a="http://schemas.openxmlformats.org/drawingml/2006/main" noGrp="1"/>
          </p:cNvSpPr>
          <p:nvPr/>
        </p:nvSpPr>
        <p:spPr>
          <a:xfrm xmlns:a="http://schemas.openxmlformats.org/drawingml/2006/main">
            <a:off x="3693914" y="4686300"/>
            <a:ext cx="66318" cy="123825"/>
          </a:xfrm>
          <a:prstGeom xmlns:a="http://schemas.openxmlformats.org/drawingml/2006/main" prst="rect">
            <a:avLst/>
          </a:prstGeom>
          <a:solidFill xmlns:a="http://schemas.openxmlformats.org/drawingml/2006/main">
            <a:srgbClr val="516B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E315D171-166C-4F9F-9E0C-1B2B120DBE5D}"/>
              </a:ext>
            </a:extLst>
          </p:cNvPr>
          <p:cNvSpPr>
            <a:spLocks xmlns:a="http://schemas.openxmlformats.org/drawingml/2006/main" noGrp="1"/>
          </p:cNvSpPr>
          <p:nvPr/>
        </p:nvSpPr>
        <p:spPr>
          <a:xfrm xmlns:a="http://schemas.openxmlformats.org/drawingml/2006/main">
            <a:off x="3756422" y="4686300"/>
            <a:ext cx="66318" cy="123825"/>
          </a:xfrm>
          <a:prstGeom xmlns:a="http://schemas.openxmlformats.org/drawingml/2006/main" prst="rect">
            <a:avLst/>
          </a:prstGeom>
          <a:solidFill xmlns:a="http://schemas.openxmlformats.org/drawingml/2006/main">
            <a:srgbClr val="5571DC"/>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89DA6F0-7AD1-4ECE-BA29-11366E5E4619}"/>
              </a:ext>
            </a:extLst>
          </p:cNvPr>
          <p:cNvSpPr>
            <a:spLocks xmlns:a="http://schemas.openxmlformats.org/drawingml/2006/main" noGrp="1"/>
          </p:cNvSpPr>
          <p:nvPr/>
        </p:nvSpPr>
        <p:spPr>
          <a:xfrm xmlns:a="http://schemas.openxmlformats.org/drawingml/2006/main">
            <a:off x="3818930" y="4686300"/>
            <a:ext cx="66318" cy="123825"/>
          </a:xfrm>
          <a:prstGeom xmlns:a="http://schemas.openxmlformats.org/drawingml/2006/main" prst="rect">
            <a:avLst/>
          </a:prstGeom>
          <a:solidFill xmlns:a="http://schemas.openxmlformats.org/drawingml/2006/main">
            <a:srgbClr val="5976E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77865ED5-B36A-49A9-ACF2-FD669AFBE80E}"/>
              </a:ext>
            </a:extLst>
          </p:cNvPr>
          <p:cNvSpPr>
            <a:spLocks xmlns:a="http://schemas.openxmlformats.org/drawingml/2006/main" noGrp="1"/>
          </p:cNvSpPr>
          <p:nvPr/>
        </p:nvSpPr>
        <p:spPr>
          <a:xfrm xmlns:a="http://schemas.openxmlformats.org/drawingml/2006/main">
            <a:off x="3881438" y="4686300"/>
            <a:ext cx="66318" cy="123825"/>
          </a:xfrm>
          <a:prstGeom xmlns:a="http://schemas.openxmlformats.org/drawingml/2006/main" prst="rect">
            <a:avLst/>
          </a:prstGeom>
          <a:solidFill xmlns:a="http://schemas.openxmlformats.org/drawingml/2006/main">
            <a:srgbClr val="5D7CE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C12409D-842E-4BC1-A8CA-5A6E1F8919BC}"/>
              </a:ext>
            </a:extLst>
          </p:cNvPr>
          <p:cNvSpPr>
            <a:spLocks xmlns:a="http://schemas.openxmlformats.org/drawingml/2006/main" noGrp="1"/>
          </p:cNvSpPr>
          <p:nvPr/>
        </p:nvSpPr>
        <p:spPr>
          <a:xfrm xmlns:a="http://schemas.openxmlformats.org/drawingml/2006/main">
            <a:off x="3943945" y="4686300"/>
            <a:ext cx="66318" cy="123825"/>
          </a:xfrm>
          <a:prstGeom xmlns:a="http://schemas.openxmlformats.org/drawingml/2006/main" prst="rect">
            <a:avLst/>
          </a:prstGeom>
          <a:solidFill xmlns:a="http://schemas.openxmlformats.org/drawingml/2006/main">
            <a:srgbClr val="6181E9"/>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E3ADD52D-FADF-4F6C-8FD0-6FAA68B5EBD7}"/>
              </a:ext>
            </a:extLst>
          </p:cNvPr>
          <p:cNvSpPr>
            <a:spLocks xmlns:a="http://schemas.openxmlformats.org/drawingml/2006/main" noGrp="1"/>
          </p:cNvSpPr>
          <p:nvPr/>
        </p:nvSpPr>
        <p:spPr>
          <a:xfrm xmlns:a="http://schemas.openxmlformats.org/drawingml/2006/main">
            <a:off x="4006453" y="4686300"/>
            <a:ext cx="66318" cy="123825"/>
          </a:xfrm>
          <a:prstGeom xmlns:a="http://schemas.openxmlformats.org/drawingml/2006/main" prst="rect">
            <a:avLst/>
          </a:prstGeom>
          <a:solidFill xmlns:a="http://schemas.openxmlformats.org/drawingml/2006/main">
            <a:srgbClr val="6587ED"/>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33D52AE2-911F-44C8-AFF8-E354D1B4F095}"/>
              </a:ext>
            </a:extLst>
          </p:cNvPr>
          <p:cNvSpPr>
            <a:spLocks xmlns:a="http://schemas.openxmlformats.org/drawingml/2006/main" noGrp="1"/>
          </p:cNvSpPr>
          <p:nvPr/>
        </p:nvSpPr>
        <p:spPr>
          <a:xfrm xmlns:a="http://schemas.openxmlformats.org/drawingml/2006/main">
            <a:off x="4068961" y="4686300"/>
            <a:ext cx="66318" cy="123825"/>
          </a:xfrm>
          <a:prstGeom xmlns:a="http://schemas.openxmlformats.org/drawingml/2006/main" prst="rect">
            <a:avLst/>
          </a:prstGeom>
          <a:solidFill xmlns:a="http://schemas.openxmlformats.org/drawingml/2006/main">
            <a:srgbClr val="6B8DEF"/>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8D8DF1E1-82A0-4B38-9623-9735E40094BE}"/>
              </a:ext>
            </a:extLst>
          </p:cNvPr>
          <p:cNvSpPr>
            <a:spLocks xmlns:a="http://schemas.openxmlformats.org/drawingml/2006/main" noGrp="1"/>
          </p:cNvSpPr>
          <p:nvPr/>
        </p:nvSpPr>
        <p:spPr>
          <a:xfrm xmlns:a="http://schemas.openxmlformats.org/drawingml/2006/main">
            <a:off x="4131469" y="4686300"/>
            <a:ext cx="66318" cy="123825"/>
          </a:xfrm>
          <a:prstGeom xmlns:a="http://schemas.openxmlformats.org/drawingml/2006/main" prst="rect">
            <a:avLst/>
          </a:prstGeom>
          <a:solidFill xmlns:a="http://schemas.openxmlformats.org/drawingml/2006/main">
            <a:srgbClr val="7292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CE16488D-FE65-46AA-BDF5-224C6228708C}"/>
              </a:ext>
            </a:extLst>
          </p:cNvPr>
          <p:cNvSpPr>
            <a:spLocks xmlns:a="http://schemas.openxmlformats.org/drawingml/2006/main" noGrp="1"/>
          </p:cNvSpPr>
          <p:nvPr/>
        </p:nvSpPr>
        <p:spPr>
          <a:xfrm xmlns:a="http://schemas.openxmlformats.org/drawingml/2006/main">
            <a:off x="4193977" y="4686300"/>
            <a:ext cx="66318" cy="123825"/>
          </a:xfrm>
          <a:prstGeom xmlns:a="http://schemas.openxmlformats.org/drawingml/2006/main" prst="rect">
            <a:avLst/>
          </a:prstGeom>
          <a:solidFill xmlns:a="http://schemas.openxmlformats.org/drawingml/2006/main">
            <a:srgbClr val="7898F1"/>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6D5D0729-EFAA-4290-AA32-7532788AC901}"/>
              </a:ext>
            </a:extLst>
          </p:cNvPr>
          <p:cNvSpPr>
            <a:spLocks xmlns:a="http://schemas.openxmlformats.org/drawingml/2006/main" noGrp="1"/>
          </p:cNvSpPr>
          <p:nvPr/>
        </p:nvSpPr>
        <p:spPr>
          <a:xfrm xmlns:a="http://schemas.openxmlformats.org/drawingml/2006/main">
            <a:off x="4256484" y="4686300"/>
            <a:ext cx="66318" cy="123825"/>
          </a:xfrm>
          <a:prstGeom xmlns:a="http://schemas.openxmlformats.org/drawingml/2006/main" prst="rect">
            <a:avLst/>
          </a:prstGeom>
          <a:solidFill xmlns:a="http://schemas.openxmlformats.org/drawingml/2006/main">
            <a:srgbClr val="7E9EF2"/>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119AB783-FAA4-42F2-8825-3A31E4E1C682}"/>
              </a:ext>
            </a:extLst>
          </p:cNvPr>
          <p:cNvSpPr>
            <a:spLocks xmlns:a="http://schemas.openxmlformats.org/drawingml/2006/main" noGrp="1"/>
          </p:cNvSpPr>
          <p:nvPr/>
        </p:nvSpPr>
        <p:spPr>
          <a:xfrm xmlns:a="http://schemas.openxmlformats.org/drawingml/2006/main">
            <a:off x="4318992" y="4686300"/>
            <a:ext cx="66318" cy="123825"/>
          </a:xfrm>
          <a:prstGeom xmlns:a="http://schemas.openxmlformats.org/drawingml/2006/main" prst="rect">
            <a:avLst/>
          </a:prstGeom>
          <a:solidFill xmlns:a="http://schemas.openxmlformats.org/drawingml/2006/main">
            <a:srgbClr val="84A4F3"/>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8CDB378B-601D-4DF8-BFD2-FBBFF3B30075}"/>
              </a:ext>
            </a:extLst>
          </p:cNvPr>
          <p:cNvSpPr>
            <a:spLocks xmlns:a="http://schemas.openxmlformats.org/drawingml/2006/main" noGrp="1"/>
          </p:cNvSpPr>
          <p:nvPr/>
        </p:nvSpPr>
        <p:spPr>
          <a:xfrm xmlns:a="http://schemas.openxmlformats.org/drawingml/2006/main">
            <a:off x="4381500" y="4686300"/>
            <a:ext cx="66318" cy="123825"/>
          </a:xfrm>
          <a:prstGeom xmlns:a="http://schemas.openxmlformats.org/drawingml/2006/main" prst="rect">
            <a:avLst/>
          </a:prstGeom>
          <a:solidFill xmlns:a="http://schemas.openxmlformats.org/drawingml/2006/main">
            <a:srgbClr val="8BA9F3"/>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51A229C9-6476-41DA-8180-3FC1C62B5CEB}"/>
              </a:ext>
            </a:extLst>
          </p:cNvPr>
          <p:cNvSpPr>
            <a:spLocks xmlns:a="http://schemas.openxmlformats.org/drawingml/2006/main" noGrp="1"/>
          </p:cNvSpPr>
          <p:nvPr/>
        </p:nvSpPr>
        <p:spPr>
          <a:xfrm xmlns:a="http://schemas.openxmlformats.org/drawingml/2006/main">
            <a:off x="4444008" y="4686300"/>
            <a:ext cx="66318" cy="123825"/>
          </a:xfrm>
          <a:prstGeom xmlns:a="http://schemas.openxmlformats.org/drawingml/2006/main" prst="rect">
            <a:avLst/>
          </a:prstGeom>
          <a:solidFill xmlns:a="http://schemas.openxmlformats.org/drawingml/2006/main">
            <a:srgbClr val="91AFF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CBDB9674-11FB-4B4A-AD06-E89D2F4A5228}"/>
              </a:ext>
            </a:extLst>
          </p:cNvPr>
          <p:cNvSpPr>
            <a:spLocks xmlns:a="http://schemas.openxmlformats.org/drawingml/2006/main" noGrp="1"/>
          </p:cNvSpPr>
          <p:nvPr/>
        </p:nvSpPr>
        <p:spPr>
          <a:xfrm xmlns:a="http://schemas.openxmlformats.org/drawingml/2006/main">
            <a:off x="4506516" y="4686300"/>
            <a:ext cx="66318" cy="123825"/>
          </a:xfrm>
          <a:prstGeom xmlns:a="http://schemas.openxmlformats.org/drawingml/2006/main" prst="rect">
            <a:avLst/>
          </a:prstGeom>
          <a:solidFill xmlns:a="http://schemas.openxmlformats.org/drawingml/2006/main">
            <a:srgbClr val="97B5F5"/>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EA1BD08A-5DD7-4630-93F5-E29BC12E4777}"/>
              </a:ext>
            </a:extLst>
          </p:cNvPr>
          <p:cNvSpPr>
            <a:spLocks xmlns:a="http://schemas.openxmlformats.org/drawingml/2006/main" noGrp="1"/>
          </p:cNvSpPr>
          <p:nvPr/>
        </p:nvSpPr>
        <p:spPr>
          <a:xfrm xmlns:a="http://schemas.openxmlformats.org/drawingml/2006/main">
            <a:off x="4569023" y="4686300"/>
            <a:ext cx="66318" cy="123825"/>
          </a:xfrm>
          <a:prstGeom xmlns:a="http://schemas.openxmlformats.org/drawingml/2006/main" prst="rect">
            <a:avLst/>
          </a:prstGeom>
          <a:solidFill xmlns:a="http://schemas.openxmlformats.org/drawingml/2006/main">
            <a:srgbClr val="9DBBF6"/>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819279F3-B2D6-4389-9755-4539EFEE0A83}"/>
              </a:ext>
            </a:extLst>
          </p:cNvPr>
          <p:cNvSpPr>
            <a:spLocks xmlns:a="http://schemas.openxmlformats.org/drawingml/2006/main" noGrp="1"/>
          </p:cNvSpPr>
          <p:nvPr/>
        </p:nvSpPr>
        <p:spPr>
          <a:xfrm xmlns:a="http://schemas.openxmlformats.org/drawingml/2006/main">
            <a:off x="4631531" y="4686300"/>
            <a:ext cx="66318" cy="123825"/>
          </a:xfrm>
          <a:prstGeom xmlns:a="http://schemas.openxmlformats.org/drawingml/2006/main" prst="rect">
            <a:avLst/>
          </a:prstGeom>
          <a:solidFill xmlns:a="http://schemas.openxmlformats.org/drawingml/2006/main">
            <a:srgbClr val="A4C0F7"/>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F4351667-C99A-4C94-B8B8-C66E47C39053}"/>
              </a:ext>
            </a:extLst>
          </p:cNvPr>
          <p:cNvSpPr>
            <a:spLocks xmlns:a="http://schemas.openxmlformats.org/drawingml/2006/main" noGrp="1"/>
          </p:cNvSpPr>
          <p:nvPr/>
        </p:nvSpPr>
        <p:spPr>
          <a:xfrm xmlns:a="http://schemas.openxmlformats.org/drawingml/2006/main">
            <a:off x="4694039" y="4686300"/>
            <a:ext cx="66318" cy="123825"/>
          </a:xfrm>
          <a:prstGeom xmlns:a="http://schemas.openxmlformats.org/drawingml/2006/main" prst="rect">
            <a:avLst/>
          </a:prstGeom>
          <a:solidFill xmlns:a="http://schemas.openxmlformats.org/drawingml/2006/main">
            <a:srgbClr val="AAC6F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A16EE7B8-5BF5-431A-9987-291803E520AC}"/>
              </a:ext>
            </a:extLst>
          </p:cNvPr>
          <p:cNvSpPr>
            <a:spLocks xmlns:a="http://schemas.openxmlformats.org/drawingml/2006/main" noGrp="1"/>
          </p:cNvSpPr>
          <p:nvPr/>
        </p:nvSpPr>
        <p:spPr>
          <a:xfrm xmlns:a="http://schemas.openxmlformats.org/drawingml/2006/main">
            <a:off x="4756547" y="4686300"/>
            <a:ext cx="66318" cy="123825"/>
          </a:xfrm>
          <a:prstGeom xmlns:a="http://schemas.openxmlformats.org/drawingml/2006/main" prst="rect">
            <a:avLst/>
          </a:prstGeom>
          <a:solidFill xmlns:a="http://schemas.openxmlformats.org/drawingml/2006/main">
            <a:srgbClr val="B2CAF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22FA4219-20D3-46E7-94EA-6F98DE011497}"/>
              </a:ext>
            </a:extLst>
          </p:cNvPr>
          <p:cNvSpPr>
            <a:spLocks xmlns:a="http://schemas.openxmlformats.org/drawingml/2006/main" noGrp="1"/>
          </p:cNvSpPr>
          <p:nvPr/>
        </p:nvSpPr>
        <p:spPr>
          <a:xfrm xmlns:a="http://schemas.openxmlformats.org/drawingml/2006/main">
            <a:off x="4819055" y="4686300"/>
            <a:ext cx="66318" cy="123825"/>
          </a:xfrm>
          <a:prstGeom xmlns:a="http://schemas.openxmlformats.org/drawingml/2006/main" prst="rect">
            <a:avLst/>
          </a:prstGeom>
          <a:solidFill xmlns:a="http://schemas.openxmlformats.org/drawingml/2006/main">
            <a:srgbClr val="B9CFF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A4AD3A89-1DCD-4377-B592-550E1FDF33E3}"/>
              </a:ext>
            </a:extLst>
          </p:cNvPr>
          <p:cNvSpPr>
            <a:spLocks xmlns:a="http://schemas.openxmlformats.org/drawingml/2006/main" noGrp="1"/>
          </p:cNvSpPr>
          <p:nvPr/>
        </p:nvSpPr>
        <p:spPr>
          <a:xfrm xmlns:a="http://schemas.openxmlformats.org/drawingml/2006/main">
            <a:off x="4881563" y="4686300"/>
            <a:ext cx="66318" cy="123825"/>
          </a:xfrm>
          <a:prstGeom xmlns:a="http://schemas.openxmlformats.org/drawingml/2006/main" prst="rect">
            <a:avLst/>
          </a:prstGeom>
          <a:solidFill xmlns:a="http://schemas.openxmlformats.org/drawingml/2006/main">
            <a:srgbClr val="C0D4F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15CE0C92-AF06-4E2D-AD43-956BD2DD93B2}"/>
              </a:ext>
            </a:extLst>
          </p:cNvPr>
          <p:cNvSpPr>
            <a:spLocks xmlns:a="http://schemas.openxmlformats.org/drawingml/2006/main" noGrp="1"/>
          </p:cNvSpPr>
          <p:nvPr/>
        </p:nvSpPr>
        <p:spPr>
          <a:xfrm xmlns:a="http://schemas.openxmlformats.org/drawingml/2006/main">
            <a:off x="4944070" y="4686300"/>
            <a:ext cx="66318" cy="123825"/>
          </a:xfrm>
          <a:prstGeom xmlns:a="http://schemas.openxmlformats.org/drawingml/2006/main" prst="rect">
            <a:avLst/>
          </a:prstGeom>
          <a:solidFill xmlns:a="http://schemas.openxmlformats.org/drawingml/2006/main">
            <a:srgbClr val="C7D9F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99E4704F-2150-46C8-BA5E-E991BAEF5515}"/>
              </a:ext>
            </a:extLst>
          </p:cNvPr>
          <p:cNvSpPr>
            <a:spLocks xmlns:a="http://schemas.openxmlformats.org/drawingml/2006/main" noGrp="1"/>
          </p:cNvSpPr>
          <p:nvPr/>
        </p:nvSpPr>
        <p:spPr>
          <a:xfrm xmlns:a="http://schemas.openxmlformats.org/drawingml/2006/main">
            <a:off x="5006578" y="4686300"/>
            <a:ext cx="66318" cy="123825"/>
          </a:xfrm>
          <a:prstGeom xmlns:a="http://schemas.openxmlformats.org/drawingml/2006/main" prst="rect">
            <a:avLst/>
          </a:prstGeom>
          <a:solidFill xmlns:a="http://schemas.openxmlformats.org/drawingml/2006/main">
            <a:srgbClr val="CFDDF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9C9DFE54-7D0C-46CE-B6EC-CC6846EC1C21}"/>
              </a:ext>
            </a:extLst>
          </p:cNvPr>
          <p:cNvSpPr>
            <a:spLocks xmlns:a="http://schemas.openxmlformats.org/drawingml/2006/main" noGrp="1"/>
          </p:cNvSpPr>
          <p:nvPr/>
        </p:nvSpPr>
        <p:spPr>
          <a:xfrm xmlns:a="http://schemas.openxmlformats.org/drawingml/2006/main">
            <a:off x="5069086" y="4686300"/>
            <a:ext cx="66318" cy="123825"/>
          </a:xfrm>
          <a:prstGeom xmlns:a="http://schemas.openxmlformats.org/drawingml/2006/main" prst="rect">
            <a:avLst/>
          </a:prstGeom>
          <a:solidFill xmlns:a="http://schemas.openxmlformats.org/drawingml/2006/main">
            <a:srgbClr val="D6E2F7"/>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8C1BD417-C7B3-4FD8-93B9-0122F28306C2}"/>
              </a:ext>
            </a:extLst>
          </p:cNvPr>
          <p:cNvSpPr>
            <a:spLocks xmlns:a="http://schemas.openxmlformats.org/drawingml/2006/main" noGrp="1"/>
          </p:cNvSpPr>
          <p:nvPr/>
        </p:nvSpPr>
        <p:spPr>
          <a:xfrm xmlns:a="http://schemas.openxmlformats.org/drawingml/2006/main">
            <a:off x="5131594" y="4686300"/>
            <a:ext cx="66318" cy="123825"/>
          </a:xfrm>
          <a:prstGeom xmlns:a="http://schemas.openxmlformats.org/drawingml/2006/main" prst="rect">
            <a:avLst/>
          </a:prstGeom>
          <a:solidFill xmlns:a="http://schemas.openxmlformats.org/drawingml/2006/main">
            <a:srgbClr val="DDE7F7"/>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F4CAB4D5-3B6F-48F2-A6D8-2BD9A2D8CF9D}"/>
              </a:ext>
            </a:extLst>
          </p:cNvPr>
          <p:cNvSpPr>
            <a:spLocks xmlns:a="http://schemas.openxmlformats.org/drawingml/2006/main" noGrp="1"/>
          </p:cNvSpPr>
          <p:nvPr/>
        </p:nvSpPr>
        <p:spPr>
          <a:xfrm xmlns:a="http://schemas.openxmlformats.org/drawingml/2006/main">
            <a:off x="5194102" y="4686300"/>
            <a:ext cx="66318" cy="123825"/>
          </a:xfrm>
          <a:prstGeom xmlns:a="http://schemas.openxmlformats.org/drawingml/2006/main" prst="rect">
            <a:avLst/>
          </a:prstGeom>
          <a:solidFill xmlns:a="http://schemas.openxmlformats.org/drawingml/2006/main">
            <a:srgbClr val="E5EBF7"/>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4AA9AA0A-494F-408F-9091-295D86E499B6}"/>
              </a:ext>
            </a:extLst>
          </p:cNvPr>
          <p:cNvSpPr>
            <a:spLocks xmlns:a="http://schemas.openxmlformats.org/drawingml/2006/main" noGrp="1"/>
          </p:cNvSpPr>
          <p:nvPr/>
        </p:nvSpPr>
        <p:spPr>
          <a:xfrm xmlns:a="http://schemas.openxmlformats.org/drawingml/2006/main">
            <a:off x="5256609" y="4686300"/>
            <a:ext cx="66318" cy="123825"/>
          </a:xfrm>
          <a:prstGeom xmlns:a="http://schemas.openxmlformats.org/drawingml/2006/main" prst="rect">
            <a:avLst/>
          </a:prstGeom>
          <a:solidFill xmlns:a="http://schemas.openxmlformats.org/drawingml/2006/main">
            <a:srgbClr val="ECF0F7"/>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A3645766-5B84-4635-95C0-D33FC28CAC90}"/>
              </a:ext>
            </a:extLst>
          </p:cNvPr>
          <p:cNvSpPr>
            <a:spLocks xmlns:a="http://schemas.openxmlformats.org/drawingml/2006/main" noGrp="1"/>
          </p:cNvSpPr>
          <p:nvPr/>
        </p:nvSpPr>
        <p:spPr>
          <a:xfrm xmlns:a="http://schemas.openxmlformats.org/drawingml/2006/main">
            <a:off x="5319117" y="4686300"/>
            <a:ext cx="66318" cy="1238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DDF2D89B-B162-4476-8FC4-C5C2383E8C8A}"/>
              </a:ext>
            </a:extLst>
          </p:cNvPr>
          <p:cNvSpPr>
            <a:spLocks xmlns:a="http://schemas.openxmlformats.org/drawingml/2006/main" noGrp="1"/>
          </p:cNvSpPr>
          <p:nvPr/>
        </p:nvSpPr>
        <p:spPr>
          <a:xfrm xmlns:a="http://schemas.openxmlformats.org/drawingml/2006/main">
            <a:off x="5381625" y="4686300"/>
            <a:ext cx="66318" cy="123825"/>
          </a:xfrm>
          <a:prstGeom xmlns:a="http://schemas.openxmlformats.org/drawingml/2006/main" prst="rect">
            <a:avLst/>
          </a:prstGeom>
          <a:solidFill xmlns:a="http://schemas.openxmlformats.org/drawingml/2006/main">
            <a:srgbClr val="F7F4F3"/>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AA8BA195-850C-4BF7-A716-03047520CAC3}"/>
              </a:ext>
            </a:extLst>
          </p:cNvPr>
          <p:cNvSpPr>
            <a:spLocks xmlns:a="http://schemas.openxmlformats.org/drawingml/2006/main" noGrp="1"/>
          </p:cNvSpPr>
          <p:nvPr/>
        </p:nvSpPr>
        <p:spPr>
          <a:xfrm xmlns:a="http://schemas.openxmlformats.org/drawingml/2006/main">
            <a:off x="5444133" y="4686300"/>
            <a:ext cx="66318" cy="123825"/>
          </a:xfrm>
          <a:prstGeom xmlns:a="http://schemas.openxmlformats.org/drawingml/2006/main" prst="rect">
            <a:avLst/>
          </a:prstGeom>
          <a:solidFill xmlns:a="http://schemas.openxmlformats.org/drawingml/2006/main">
            <a:srgbClr val="F7EEEC"/>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81862B05-BC62-42D4-B840-7DA42C47EF47}"/>
              </a:ext>
            </a:extLst>
          </p:cNvPr>
          <p:cNvSpPr>
            <a:spLocks xmlns:a="http://schemas.openxmlformats.org/drawingml/2006/main" noGrp="1"/>
          </p:cNvSpPr>
          <p:nvPr/>
        </p:nvSpPr>
        <p:spPr>
          <a:xfrm xmlns:a="http://schemas.openxmlformats.org/drawingml/2006/main">
            <a:off x="5506641" y="4686300"/>
            <a:ext cx="66318" cy="123825"/>
          </a:xfrm>
          <a:prstGeom xmlns:a="http://schemas.openxmlformats.org/drawingml/2006/main" prst="rect">
            <a:avLst/>
          </a:prstGeom>
          <a:solidFill xmlns:a="http://schemas.openxmlformats.org/drawingml/2006/main">
            <a:srgbClr val="F6E8E4"/>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1A0E8281-7A4C-4569-8375-C75DA0C31797}"/>
              </a:ext>
            </a:extLst>
          </p:cNvPr>
          <p:cNvSpPr>
            <a:spLocks xmlns:a="http://schemas.openxmlformats.org/drawingml/2006/main" noGrp="1"/>
          </p:cNvSpPr>
          <p:nvPr/>
        </p:nvSpPr>
        <p:spPr>
          <a:xfrm xmlns:a="http://schemas.openxmlformats.org/drawingml/2006/main">
            <a:off x="5569148" y="4686300"/>
            <a:ext cx="66318" cy="123825"/>
          </a:xfrm>
          <a:prstGeom xmlns:a="http://schemas.openxmlformats.org/drawingml/2006/main" prst="rect">
            <a:avLst/>
          </a:prstGeom>
          <a:solidFill xmlns:a="http://schemas.openxmlformats.org/drawingml/2006/main">
            <a:srgbClr val="F6E1DC"/>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E5CAC322-2D77-4674-9571-7DB74A21845A}"/>
              </a:ext>
            </a:extLst>
          </p:cNvPr>
          <p:cNvSpPr>
            <a:spLocks xmlns:a="http://schemas.openxmlformats.org/drawingml/2006/main" noGrp="1"/>
          </p:cNvSpPr>
          <p:nvPr/>
        </p:nvSpPr>
        <p:spPr>
          <a:xfrm xmlns:a="http://schemas.openxmlformats.org/drawingml/2006/main">
            <a:off x="5631656" y="4686300"/>
            <a:ext cx="66318" cy="123825"/>
          </a:xfrm>
          <a:prstGeom xmlns:a="http://schemas.openxmlformats.org/drawingml/2006/main" prst="rect">
            <a:avLst/>
          </a:prstGeom>
          <a:solidFill xmlns:a="http://schemas.openxmlformats.org/drawingml/2006/main">
            <a:srgbClr val="F6DBD5"/>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4CC6CE47-2992-4107-B306-24B997918C30}"/>
              </a:ext>
            </a:extLst>
          </p:cNvPr>
          <p:cNvSpPr>
            <a:spLocks xmlns:a="http://schemas.openxmlformats.org/drawingml/2006/main" noGrp="1"/>
          </p:cNvSpPr>
          <p:nvPr/>
        </p:nvSpPr>
        <p:spPr>
          <a:xfrm xmlns:a="http://schemas.openxmlformats.org/drawingml/2006/main">
            <a:off x="5694164" y="4686300"/>
            <a:ext cx="66318" cy="123825"/>
          </a:xfrm>
          <a:prstGeom xmlns:a="http://schemas.openxmlformats.org/drawingml/2006/main" prst="rect">
            <a:avLst/>
          </a:prstGeom>
          <a:solidFill xmlns:a="http://schemas.openxmlformats.org/drawingml/2006/main">
            <a:srgbClr val="F5D5CD"/>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DA5B15A6-AEA6-43A8-A4F0-2FF042F48D59}"/>
              </a:ext>
            </a:extLst>
          </p:cNvPr>
          <p:cNvSpPr>
            <a:spLocks xmlns:a="http://schemas.openxmlformats.org/drawingml/2006/main" noGrp="1"/>
          </p:cNvSpPr>
          <p:nvPr/>
        </p:nvSpPr>
        <p:spPr>
          <a:xfrm xmlns:a="http://schemas.openxmlformats.org/drawingml/2006/main">
            <a:off x="5756672" y="4686300"/>
            <a:ext cx="66318" cy="123825"/>
          </a:xfrm>
          <a:prstGeom xmlns:a="http://schemas.openxmlformats.org/drawingml/2006/main" prst="rect">
            <a:avLst/>
          </a:prstGeom>
          <a:solidFill xmlns:a="http://schemas.openxmlformats.org/drawingml/2006/main">
            <a:srgbClr val="F5CFC6"/>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F62EBFD7-33FE-4091-91FC-5656F07AD5ED}"/>
              </a:ext>
            </a:extLst>
          </p:cNvPr>
          <p:cNvSpPr>
            <a:spLocks xmlns:a="http://schemas.openxmlformats.org/drawingml/2006/main" noGrp="1"/>
          </p:cNvSpPr>
          <p:nvPr/>
        </p:nvSpPr>
        <p:spPr>
          <a:xfrm xmlns:a="http://schemas.openxmlformats.org/drawingml/2006/main">
            <a:off x="5819180" y="4686300"/>
            <a:ext cx="66318" cy="123825"/>
          </a:xfrm>
          <a:prstGeom xmlns:a="http://schemas.openxmlformats.org/drawingml/2006/main" prst="rect">
            <a:avLst/>
          </a:prstGeom>
          <a:solidFill xmlns:a="http://schemas.openxmlformats.org/drawingml/2006/main">
            <a:srgbClr val="F5C9BE"/>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1ACFD54F-FCA3-40E7-A529-59B30031416C}"/>
              </a:ext>
            </a:extLst>
          </p:cNvPr>
          <p:cNvSpPr>
            <a:spLocks xmlns:a="http://schemas.openxmlformats.org/drawingml/2006/main" noGrp="1"/>
          </p:cNvSpPr>
          <p:nvPr/>
        </p:nvSpPr>
        <p:spPr>
          <a:xfrm xmlns:a="http://schemas.openxmlformats.org/drawingml/2006/main">
            <a:off x="5881688" y="4686300"/>
            <a:ext cx="66318" cy="123825"/>
          </a:xfrm>
          <a:prstGeom xmlns:a="http://schemas.openxmlformats.org/drawingml/2006/main" prst="rect">
            <a:avLst/>
          </a:prstGeom>
          <a:solidFill xmlns:a="http://schemas.openxmlformats.org/drawingml/2006/main">
            <a:srgbClr val="F5C2B6"/>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30DFF705-BBC4-49DB-8D38-22FB8E82D5C0}"/>
              </a:ext>
            </a:extLst>
          </p:cNvPr>
          <p:cNvSpPr>
            <a:spLocks xmlns:a="http://schemas.openxmlformats.org/drawingml/2006/main" noGrp="1"/>
          </p:cNvSpPr>
          <p:nvPr/>
        </p:nvSpPr>
        <p:spPr>
          <a:xfrm xmlns:a="http://schemas.openxmlformats.org/drawingml/2006/main">
            <a:off x="5944195" y="4686300"/>
            <a:ext cx="66318" cy="123825"/>
          </a:xfrm>
          <a:prstGeom xmlns:a="http://schemas.openxmlformats.org/drawingml/2006/main" prst="rect">
            <a:avLst/>
          </a:prstGeom>
          <a:solidFill xmlns:a="http://schemas.openxmlformats.org/drawingml/2006/main">
            <a:srgbClr val="F4BCA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07EE32FF-D614-427D-BB44-99BD025FD68C}"/>
              </a:ext>
            </a:extLst>
          </p:cNvPr>
          <p:cNvSpPr>
            <a:spLocks xmlns:a="http://schemas.openxmlformats.org/drawingml/2006/main" noGrp="1"/>
          </p:cNvSpPr>
          <p:nvPr/>
        </p:nvSpPr>
        <p:spPr>
          <a:xfrm xmlns:a="http://schemas.openxmlformats.org/drawingml/2006/main">
            <a:off x="6006703" y="4686300"/>
            <a:ext cx="66318" cy="123825"/>
          </a:xfrm>
          <a:prstGeom xmlns:a="http://schemas.openxmlformats.org/drawingml/2006/main" prst="rect">
            <a:avLst/>
          </a:prstGeom>
          <a:solidFill xmlns:a="http://schemas.openxmlformats.org/drawingml/2006/main">
            <a:srgbClr val="F4B6A7"/>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A9FB19B9-80AE-4151-92D2-AEE65A4A7EB7}"/>
              </a:ext>
            </a:extLst>
          </p:cNvPr>
          <p:cNvSpPr>
            <a:spLocks xmlns:a="http://schemas.openxmlformats.org/drawingml/2006/main" noGrp="1"/>
          </p:cNvSpPr>
          <p:nvPr/>
        </p:nvSpPr>
        <p:spPr>
          <a:xfrm xmlns:a="http://schemas.openxmlformats.org/drawingml/2006/main">
            <a:off x="6069211" y="4686300"/>
            <a:ext cx="66318" cy="123825"/>
          </a:xfrm>
          <a:prstGeom xmlns:a="http://schemas.openxmlformats.org/drawingml/2006/main" prst="rect">
            <a:avLst/>
          </a:prstGeom>
          <a:solidFill xmlns:a="http://schemas.openxmlformats.org/drawingml/2006/main">
            <a:srgbClr val="F2AFA0"/>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0E4CAA99-A11D-40DA-8667-7D1E11ADF04F}"/>
              </a:ext>
            </a:extLst>
          </p:cNvPr>
          <p:cNvSpPr>
            <a:spLocks xmlns:a="http://schemas.openxmlformats.org/drawingml/2006/main" noGrp="1"/>
          </p:cNvSpPr>
          <p:nvPr/>
        </p:nvSpPr>
        <p:spPr>
          <a:xfrm xmlns:a="http://schemas.openxmlformats.org/drawingml/2006/main">
            <a:off x="6131719" y="4686300"/>
            <a:ext cx="66318" cy="123825"/>
          </a:xfrm>
          <a:prstGeom xmlns:a="http://schemas.openxmlformats.org/drawingml/2006/main" prst="rect">
            <a:avLst/>
          </a:prstGeom>
          <a:solidFill xmlns:a="http://schemas.openxmlformats.org/drawingml/2006/main">
            <a:srgbClr val="F0A79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4285DFBB-E770-4A07-A0F6-2605A15C229A}"/>
              </a:ext>
            </a:extLst>
          </p:cNvPr>
          <p:cNvSpPr>
            <a:spLocks xmlns:a="http://schemas.openxmlformats.org/drawingml/2006/main" noGrp="1"/>
          </p:cNvSpPr>
          <p:nvPr/>
        </p:nvSpPr>
        <p:spPr>
          <a:xfrm xmlns:a="http://schemas.openxmlformats.org/drawingml/2006/main">
            <a:off x="6194227" y="4686300"/>
            <a:ext cx="66318" cy="123825"/>
          </a:xfrm>
          <a:prstGeom xmlns:a="http://schemas.openxmlformats.org/drawingml/2006/main" prst="rect">
            <a:avLst/>
          </a:prstGeom>
          <a:solidFill xmlns:a="http://schemas.openxmlformats.org/drawingml/2006/main">
            <a:srgbClr val="EEA091"/>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8527F0F5-BC66-4C18-82D4-14A58AA50DBF}"/>
              </a:ext>
            </a:extLst>
          </p:cNvPr>
          <p:cNvSpPr>
            <a:spLocks xmlns:a="http://schemas.openxmlformats.org/drawingml/2006/main" noGrp="1"/>
          </p:cNvSpPr>
          <p:nvPr/>
        </p:nvSpPr>
        <p:spPr>
          <a:xfrm xmlns:a="http://schemas.openxmlformats.org/drawingml/2006/main">
            <a:off x="6256734" y="4686300"/>
            <a:ext cx="66318" cy="123825"/>
          </a:xfrm>
          <a:prstGeom xmlns:a="http://schemas.openxmlformats.org/drawingml/2006/main" prst="rect">
            <a:avLst/>
          </a:prstGeom>
          <a:solidFill xmlns:a="http://schemas.openxmlformats.org/drawingml/2006/main">
            <a:srgbClr val="EC9989"/>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DC6BDE62-E589-414F-96AC-E8E717888273}"/>
              </a:ext>
            </a:extLst>
          </p:cNvPr>
          <p:cNvSpPr>
            <a:spLocks xmlns:a="http://schemas.openxmlformats.org/drawingml/2006/main" noGrp="1"/>
          </p:cNvSpPr>
          <p:nvPr/>
        </p:nvSpPr>
        <p:spPr>
          <a:xfrm xmlns:a="http://schemas.openxmlformats.org/drawingml/2006/main">
            <a:off x="6319242" y="4686300"/>
            <a:ext cx="66318" cy="123825"/>
          </a:xfrm>
          <a:prstGeom xmlns:a="http://schemas.openxmlformats.org/drawingml/2006/main" prst="rect">
            <a:avLst/>
          </a:prstGeom>
          <a:solidFill xmlns:a="http://schemas.openxmlformats.org/drawingml/2006/main">
            <a:srgbClr val="EA9182"/>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D6C54E22-AE93-4696-8687-71AA2839B4E6}"/>
              </a:ext>
            </a:extLst>
          </p:cNvPr>
          <p:cNvSpPr>
            <a:spLocks xmlns:a="http://schemas.openxmlformats.org/drawingml/2006/main" noGrp="1"/>
          </p:cNvSpPr>
          <p:nvPr/>
        </p:nvSpPr>
        <p:spPr>
          <a:xfrm xmlns:a="http://schemas.openxmlformats.org/drawingml/2006/main">
            <a:off x="6381750" y="4686300"/>
            <a:ext cx="66318" cy="123825"/>
          </a:xfrm>
          <a:prstGeom xmlns:a="http://schemas.openxmlformats.org/drawingml/2006/main" prst="rect">
            <a:avLst/>
          </a:prstGeom>
          <a:solidFill xmlns:a="http://schemas.openxmlformats.org/drawingml/2006/main">
            <a:srgbClr val="E78A7A"/>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26FC1B90-4072-43F4-9879-21B517AA1E64}"/>
              </a:ext>
            </a:extLst>
          </p:cNvPr>
          <p:cNvSpPr>
            <a:spLocks xmlns:a="http://schemas.openxmlformats.org/drawingml/2006/main" noGrp="1"/>
          </p:cNvSpPr>
          <p:nvPr/>
        </p:nvSpPr>
        <p:spPr>
          <a:xfrm xmlns:a="http://schemas.openxmlformats.org/drawingml/2006/main">
            <a:off x="6444258" y="4686300"/>
            <a:ext cx="66318" cy="123825"/>
          </a:xfrm>
          <a:prstGeom xmlns:a="http://schemas.openxmlformats.org/drawingml/2006/main" prst="rect">
            <a:avLst/>
          </a:prstGeom>
          <a:solidFill xmlns:a="http://schemas.openxmlformats.org/drawingml/2006/main">
            <a:srgbClr val="E58273"/>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F7D285D7-9E72-4B60-9DA7-712A0FFEAFA7}"/>
              </a:ext>
            </a:extLst>
          </p:cNvPr>
          <p:cNvSpPr>
            <a:spLocks xmlns:a="http://schemas.openxmlformats.org/drawingml/2006/main" noGrp="1"/>
          </p:cNvSpPr>
          <p:nvPr/>
        </p:nvSpPr>
        <p:spPr>
          <a:xfrm xmlns:a="http://schemas.openxmlformats.org/drawingml/2006/main">
            <a:off x="6506766" y="4686300"/>
            <a:ext cx="66318" cy="123825"/>
          </a:xfrm>
          <a:prstGeom xmlns:a="http://schemas.openxmlformats.org/drawingml/2006/main" prst="rect">
            <a:avLst/>
          </a:prstGeom>
          <a:solidFill xmlns:a="http://schemas.openxmlformats.org/drawingml/2006/main">
            <a:srgbClr val="E37B6B"/>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CFE0AFF1-7492-4C0E-A673-86E353FA2FAA}"/>
              </a:ext>
            </a:extLst>
          </p:cNvPr>
          <p:cNvSpPr>
            <a:spLocks xmlns:a="http://schemas.openxmlformats.org/drawingml/2006/main" noGrp="1"/>
          </p:cNvSpPr>
          <p:nvPr/>
        </p:nvSpPr>
        <p:spPr>
          <a:xfrm xmlns:a="http://schemas.openxmlformats.org/drawingml/2006/main">
            <a:off x="6569273" y="4686300"/>
            <a:ext cx="66318" cy="123825"/>
          </a:xfrm>
          <a:prstGeom xmlns:a="http://schemas.openxmlformats.org/drawingml/2006/main" prst="rect">
            <a:avLst/>
          </a:prstGeom>
          <a:solidFill xmlns:a="http://schemas.openxmlformats.org/drawingml/2006/main">
            <a:srgbClr val="E17464"/>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96C17645-7FD4-49CF-BBBD-0670B3CF628A}"/>
              </a:ext>
            </a:extLst>
          </p:cNvPr>
          <p:cNvSpPr>
            <a:spLocks xmlns:a="http://schemas.openxmlformats.org/drawingml/2006/main" noGrp="1"/>
          </p:cNvSpPr>
          <p:nvPr/>
        </p:nvSpPr>
        <p:spPr>
          <a:xfrm xmlns:a="http://schemas.openxmlformats.org/drawingml/2006/main">
            <a:off x="6631781" y="4686300"/>
            <a:ext cx="66318" cy="123825"/>
          </a:xfrm>
          <a:prstGeom xmlns:a="http://schemas.openxmlformats.org/drawingml/2006/main" prst="rect">
            <a:avLst/>
          </a:prstGeom>
          <a:solidFill xmlns:a="http://schemas.openxmlformats.org/drawingml/2006/main">
            <a:srgbClr val="DF6C5C"/>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F8DBAB66-4792-4A3F-9A3C-A54089370503}"/>
              </a:ext>
            </a:extLst>
          </p:cNvPr>
          <p:cNvSpPr>
            <a:spLocks xmlns:a="http://schemas.openxmlformats.org/drawingml/2006/main" noGrp="1"/>
          </p:cNvSpPr>
          <p:nvPr/>
        </p:nvSpPr>
        <p:spPr>
          <a:xfrm xmlns:a="http://schemas.openxmlformats.org/drawingml/2006/main">
            <a:off x="6694289" y="4686300"/>
            <a:ext cx="66318" cy="123825"/>
          </a:xfrm>
          <a:prstGeom xmlns:a="http://schemas.openxmlformats.org/drawingml/2006/main" prst="rect">
            <a:avLst/>
          </a:prstGeom>
          <a:solidFill xmlns:a="http://schemas.openxmlformats.org/drawingml/2006/main">
            <a:srgbClr val="DC6455"/>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4FB0B9C5-ED21-4365-AE2E-AD292F9A2E3F}"/>
              </a:ext>
            </a:extLst>
          </p:cNvPr>
          <p:cNvSpPr>
            <a:spLocks xmlns:a="http://schemas.openxmlformats.org/drawingml/2006/main" noGrp="1"/>
          </p:cNvSpPr>
          <p:nvPr/>
        </p:nvSpPr>
        <p:spPr>
          <a:xfrm xmlns:a="http://schemas.openxmlformats.org/drawingml/2006/main">
            <a:off x="6756797" y="4686300"/>
            <a:ext cx="66318" cy="123825"/>
          </a:xfrm>
          <a:prstGeom xmlns:a="http://schemas.openxmlformats.org/drawingml/2006/main" prst="rect">
            <a:avLst/>
          </a:prstGeom>
          <a:solidFill xmlns:a="http://schemas.openxmlformats.org/drawingml/2006/main">
            <a:srgbClr val="D95B51"/>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735FC2EA-9E67-4F22-BBA3-7489F61D1FE7}"/>
              </a:ext>
            </a:extLst>
          </p:cNvPr>
          <p:cNvSpPr>
            <a:spLocks xmlns:a="http://schemas.openxmlformats.org/drawingml/2006/main" noGrp="1"/>
          </p:cNvSpPr>
          <p:nvPr/>
        </p:nvSpPr>
        <p:spPr>
          <a:xfrm xmlns:a="http://schemas.openxmlformats.org/drawingml/2006/main">
            <a:off x="6819305" y="4686300"/>
            <a:ext cx="66318" cy="123825"/>
          </a:xfrm>
          <a:prstGeom xmlns:a="http://schemas.openxmlformats.org/drawingml/2006/main" prst="rect">
            <a:avLst/>
          </a:prstGeom>
          <a:solidFill xmlns:a="http://schemas.openxmlformats.org/drawingml/2006/main">
            <a:srgbClr val="D5524C"/>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A5D758D1-63C3-4508-A0D5-CB73C30C97AB}"/>
              </a:ext>
            </a:extLst>
          </p:cNvPr>
          <p:cNvSpPr>
            <a:spLocks xmlns:a="http://schemas.openxmlformats.org/drawingml/2006/main" noGrp="1"/>
          </p:cNvSpPr>
          <p:nvPr/>
        </p:nvSpPr>
        <p:spPr>
          <a:xfrm xmlns:a="http://schemas.openxmlformats.org/drawingml/2006/main">
            <a:off x="6881813" y="4686300"/>
            <a:ext cx="66318" cy="123825"/>
          </a:xfrm>
          <a:prstGeom xmlns:a="http://schemas.openxmlformats.org/drawingml/2006/main" prst="rect">
            <a:avLst/>
          </a:prstGeom>
          <a:solidFill xmlns:a="http://schemas.openxmlformats.org/drawingml/2006/main">
            <a:srgbClr val="D14948"/>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05A7D7C3-51E2-4C72-BE57-EA18CBFF294A}"/>
              </a:ext>
            </a:extLst>
          </p:cNvPr>
          <p:cNvSpPr>
            <a:spLocks xmlns:a="http://schemas.openxmlformats.org/drawingml/2006/main" noGrp="1"/>
          </p:cNvSpPr>
          <p:nvPr/>
        </p:nvSpPr>
        <p:spPr>
          <a:xfrm xmlns:a="http://schemas.openxmlformats.org/drawingml/2006/main">
            <a:off x="6944320" y="4686300"/>
            <a:ext cx="66318" cy="123825"/>
          </a:xfrm>
          <a:prstGeom xmlns:a="http://schemas.openxmlformats.org/drawingml/2006/main" prst="rect">
            <a:avLst/>
          </a:prstGeom>
          <a:solidFill xmlns:a="http://schemas.openxmlformats.org/drawingml/2006/main">
            <a:srgbClr val="CD4043"/>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F5908040-26D4-41C9-9063-F6A75B56016B}"/>
              </a:ext>
            </a:extLst>
          </p:cNvPr>
          <p:cNvSpPr>
            <a:spLocks xmlns:a="http://schemas.openxmlformats.org/drawingml/2006/main" noGrp="1"/>
          </p:cNvSpPr>
          <p:nvPr/>
        </p:nvSpPr>
        <p:spPr>
          <a:xfrm xmlns:a="http://schemas.openxmlformats.org/drawingml/2006/main">
            <a:off x="7006828" y="4686300"/>
            <a:ext cx="66318" cy="123825"/>
          </a:xfrm>
          <a:prstGeom xmlns:a="http://schemas.openxmlformats.org/drawingml/2006/main" prst="rect">
            <a:avLst/>
          </a:prstGeom>
          <a:solidFill xmlns:a="http://schemas.openxmlformats.org/drawingml/2006/main">
            <a:srgbClr val="C9373F"/>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CDAC56B3-D259-4C21-B534-07D6360555AB}"/>
              </a:ext>
            </a:extLst>
          </p:cNvPr>
          <p:cNvSpPr>
            <a:spLocks xmlns:a="http://schemas.openxmlformats.org/drawingml/2006/main" noGrp="1"/>
          </p:cNvSpPr>
          <p:nvPr/>
        </p:nvSpPr>
        <p:spPr>
          <a:xfrm xmlns:a="http://schemas.openxmlformats.org/drawingml/2006/main">
            <a:off x="7069336" y="4686300"/>
            <a:ext cx="66318" cy="123825"/>
          </a:xfrm>
          <a:prstGeom xmlns:a="http://schemas.openxmlformats.org/drawingml/2006/main" prst="rect">
            <a:avLst/>
          </a:prstGeom>
          <a:solidFill xmlns:a="http://schemas.openxmlformats.org/drawingml/2006/main">
            <a:srgbClr val="C52D3A"/>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65132CAC-2A8D-41A2-9AEB-4099C3CA555E}"/>
              </a:ext>
            </a:extLst>
          </p:cNvPr>
          <p:cNvSpPr>
            <a:spLocks xmlns:a="http://schemas.openxmlformats.org/drawingml/2006/main" noGrp="1"/>
          </p:cNvSpPr>
          <p:nvPr/>
        </p:nvSpPr>
        <p:spPr>
          <a:xfrm xmlns:a="http://schemas.openxmlformats.org/drawingml/2006/main">
            <a:off x="7131844" y="4686300"/>
            <a:ext cx="66318" cy="123825"/>
          </a:xfrm>
          <a:prstGeom xmlns:a="http://schemas.openxmlformats.org/drawingml/2006/main" prst="rect">
            <a:avLst/>
          </a:prstGeom>
          <a:solidFill xmlns:a="http://schemas.openxmlformats.org/drawingml/2006/main">
            <a:srgbClr val="C12436"/>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86F398A7-2094-4183-A969-ED76DD72E5B0}"/>
              </a:ext>
            </a:extLst>
          </p:cNvPr>
          <p:cNvSpPr>
            <a:spLocks xmlns:a="http://schemas.openxmlformats.org/drawingml/2006/main" noGrp="1"/>
          </p:cNvSpPr>
          <p:nvPr/>
        </p:nvSpPr>
        <p:spPr>
          <a:xfrm xmlns:a="http://schemas.openxmlformats.org/drawingml/2006/main">
            <a:off x="7194352" y="4686300"/>
            <a:ext cx="66318" cy="123825"/>
          </a:xfrm>
          <a:prstGeom xmlns:a="http://schemas.openxmlformats.org/drawingml/2006/main" prst="rect">
            <a:avLst/>
          </a:prstGeom>
          <a:solidFill xmlns:a="http://schemas.openxmlformats.org/drawingml/2006/main">
            <a:srgbClr val="BE1B31"/>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D0DE742A-E3B4-411D-9405-0715C5841564}"/>
              </a:ext>
            </a:extLst>
          </p:cNvPr>
          <p:cNvSpPr>
            <a:spLocks xmlns:a="http://schemas.openxmlformats.org/drawingml/2006/main" noGrp="1"/>
          </p:cNvSpPr>
          <p:nvPr/>
        </p:nvSpPr>
        <p:spPr>
          <a:xfrm xmlns:a="http://schemas.openxmlformats.org/drawingml/2006/main">
            <a:off x="7256859" y="4686300"/>
            <a:ext cx="66318" cy="123825"/>
          </a:xfrm>
          <a:prstGeom xmlns:a="http://schemas.openxmlformats.org/drawingml/2006/main" prst="rect">
            <a:avLst/>
          </a:prstGeom>
          <a:solidFill xmlns:a="http://schemas.openxmlformats.org/drawingml/2006/main">
            <a:srgbClr val="BA122D"/>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D620B810-F000-49B4-A272-1652432BDEE4}"/>
              </a:ext>
            </a:extLst>
          </p:cNvPr>
          <p:cNvSpPr>
            <a:spLocks xmlns:a="http://schemas.openxmlformats.org/drawingml/2006/main" noGrp="1"/>
          </p:cNvSpPr>
          <p:nvPr/>
        </p:nvSpPr>
        <p:spPr>
          <a:xfrm xmlns:a="http://schemas.openxmlformats.org/drawingml/2006/main">
            <a:off x="7319367" y="4686300"/>
            <a:ext cx="66318" cy="123825"/>
          </a:xfrm>
          <a:prstGeom xmlns:a="http://schemas.openxmlformats.org/drawingml/2006/main" prst="rect">
            <a:avLst/>
          </a:prstGeom>
          <a:solidFill xmlns:a="http://schemas.openxmlformats.org/drawingml/2006/main">
            <a:srgbClr val="B60928"/>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503F7CA7-4E1E-4E43-BF1F-C97FE46EC5AC}"/>
              </a:ext>
            </a:extLst>
          </p:cNvPr>
          <p:cNvSpPr>
            <a:spLocks xmlns:a="http://schemas.openxmlformats.org/drawingml/2006/main" noGrp="1"/>
          </p:cNvSpPr>
          <p:nvPr/>
        </p:nvSpPr>
        <p:spPr>
          <a:xfrm xmlns:a="http://schemas.openxmlformats.org/drawingml/2006/main">
            <a:off x="3381375" y="4686300"/>
            <a:ext cx="40005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06" name="">
            <a:extLst xmlns:a="http://schemas.openxmlformats.org/drawingml/2006/main">
              <a:ext uri="{FF2B5EF4-FFF2-40B4-BE49-F238E27FC236}">
                <a16:creationId xmlns:a16="http://schemas.microsoft.com/office/drawing/2014/main" id="{708EA36D-E64F-4006-9324-3ADC5720B650}"/>
              </a:ext>
            </a:extLst>
          </p:cNvPr>
          <p:cNvSpPr>
            <a:spLocks xmlns:a="http://schemas.openxmlformats.org/drawingml/2006/main" noGrp="1"/>
          </p:cNvSpPr>
          <p:nvPr/>
        </p:nvSpPr>
        <p:spPr>
          <a:xfrm xmlns:a="http://schemas.openxmlformats.org/drawingml/2006/main">
            <a:off x="33813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7" name="">
            <a:extLst xmlns:a="http://schemas.openxmlformats.org/drawingml/2006/main">
              <a:ext uri="{FF2B5EF4-FFF2-40B4-BE49-F238E27FC236}">
                <a16:creationId xmlns:a16="http://schemas.microsoft.com/office/drawing/2014/main" id="{F3F29658-9B90-4D30-A978-590FD25ECAE3}"/>
              </a:ext>
            </a:extLst>
          </p:cNvPr>
          <p:cNvSpPr>
            <a:spLocks xmlns:a="http://schemas.openxmlformats.org/drawingml/2006/main" noGrp="1"/>
          </p:cNvSpPr>
          <p:nvPr/>
        </p:nvSpPr>
        <p:spPr>
          <a:xfrm xmlns:a="http://schemas.openxmlformats.org/drawingml/2006/main">
            <a:off x="30384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−100</a:t>
            </a:r>
          </a:p>
        </p:txBody>
      </p:sp>
      <p:sp>
        <p:nvSpPr>
          <p:cNvPr id="108" name="">
            <a:extLst xmlns:a="http://schemas.openxmlformats.org/drawingml/2006/main">
              <a:ext uri="{FF2B5EF4-FFF2-40B4-BE49-F238E27FC236}">
                <a16:creationId xmlns:a16="http://schemas.microsoft.com/office/drawing/2014/main" id="{6AA671F7-0B87-4269-BD55-530FBCF80BB0}"/>
              </a:ext>
            </a:extLst>
          </p:cNvPr>
          <p:cNvSpPr>
            <a:spLocks xmlns:a="http://schemas.openxmlformats.org/drawingml/2006/main" noGrp="1"/>
          </p:cNvSpPr>
          <p:nvPr/>
        </p:nvSpPr>
        <p:spPr>
          <a:xfrm xmlns:a="http://schemas.openxmlformats.org/drawingml/2006/main">
            <a:off x="538162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9" name="">
            <a:extLst xmlns:a="http://schemas.openxmlformats.org/drawingml/2006/main">
              <a:ext uri="{FF2B5EF4-FFF2-40B4-BE49-F238E27FC236}">
                <a16:creationId xmlns:a16="http://schemas.microsoft.com/office/drawing/2014/main" id="{FF512572-9F0D-4066-87A1-435BCB60720F}"/>
              </a:ext>
            </a:extLst>
          </p:cNvPr>
          <p:cNvSpPr>
            <a:spLocks xmlns:a="http://schemas.openxmlformats.org/drawingml/2006/main" noGrp="1"/>
          </p:cNvSpPr>
          <p:nvPr/>
        </p:nvSpPr>
        <p:spPr>
          <a:xfrm xmlns:a="http://schemas.openxmlformats.org/drawingml/2006/main">
            <a:off x="503872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0</a:t>
            </a:r>
          </a:p>
        </p:txBody>
      </p:sp>
      <p:sp>
        <p:nvSpPr>
          <p:cNvPr id="110" name="">
            <a:extLst xmlns:a="http://schemas.openxmlformats.org/drawingml/2006/main">
              <a:ext uri="{FF2B5EF4-FFF2-40B4-BE49-F238E27FC236}">
                <a16:creationId xmlns:a16="http://schemas.microsoft.com/office/drawing/2014/main" id="{E2F2C465-49A1-4C2A-8E0B-B329632EFE3F}"/>
              </a:ext>
            </a:extLst>
          </p:cNvPr>
          <p:cNvSpPr>
            <a:spLocks xmlns:a="http://schemas.openxmlformats.org/drawingml/2006/main" noGrp="1"/>
          </p:cNvSpPr>
          <p:nvPr/>
        </p:nvSpPr>
        <p:spPr>
          <a:xfrm xmlns:a="http://schemas.openxmlformats.org/drawingml/2006/main">
            <a:off x="73818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11" name="">
            <a:extLst xmlns:a="http://schemas.openxmlformats.org/drawingml/2006/main">
              <a:ext uri="{FF2B5EF4-FFF2-40B4-BE49-F238E27FC236}">
                <a16:creationId xmlns:a16="http://schemas.microsoft.com/office/drawing/2014/main" id="{3732D796-2555-4ECF-8CD1-A58253664FC0}"/>
              </a:ext>
            </a:extLst>
          </p:cNvPr>
          <p:cNvSpPr>
            <a:spLocks xmlns:a="http://schemas.openxmlformats.org/drawingml/2006/main" noGrp="1"/>
          </p:cNvSpPr>
          <p:nvPr/>
        </p:nvSpPr>
        <p:spPr>
          <a:xfrm xmlns:a="http://schemas.openxmlformats.org/drawingml/2006/main">
            <a:off x="70389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+100</a:t>
            </a:r>
          </a:p>
        </p:txBody>
      </p:sp>
      <p:sp>
        <p:nvSpPr>
          <p:cNvPr id="112" name="">
            <a:extLst xmlns:a="http://schemas.openxmlformats.org/drawingml/2006/main">
              <a:ext uri="{FF2B5EF4-FFF2-40B4-BE49-F238E27FC236}">
                <a16:creationId xmlns:a16="http://schemas.microsoft.com/office/drawing/2014/main" id="{23E97291-4A89-45FB-8F25-545B6A6065F1}"/>
              </a:ext>
            </a:extLst>
          </p:cNvPr>
          <p:cNvSpPr>
            <a:spLocks xmlns:a="http://schemas.openxmlformats.org/drawingml/2006/main" noGrp="1"/>
          </p:cNvSpPr>
          <p:nvPr/>
        </p:nvSpPr>
        <p:spPr>
          <a:xfrm xmlns:a="http://schemas.openxmlformats.org/drawingml/2006/main">
            <a:off x="3381375" y="4476750"/>
            <a:ext cx="4000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nₑ: δs [%], 表示範囲 ±100%</a:t>
            </a:r>
          </a:p>
        </p:txBody>
      </p:sp>
      <p:sp>
        <p:nvSpPr>
          <p:cNvPr id="113" name="">
            <a:extLst xmlns:a="http://schemas.openxmlformats.org/drawingml/2006/main">
              <a:ext uri="{FF2B5EF4-FFF2-40B4-BE49-F238E27FC236}">
                <a16:creationId xmlns:a16="http://schemas.microsoft.com/office/drawing/2014/main" id="{55129639-436D-4A2B-9350-E344BA629EFA}"/>
              </a:ext>
            </a:extLst>
          </p:cNvPr>
          <p:cNvSpPr>
            <a:spLocks xmlns:a="http://schemas.openxmlformats.org/drawingml/2006/main" noGrp="1"/>
          </p:cNvSpPr>
          <p:nvPr/>
        </p:nvSpPr>
        <p:spPr>
          <a:xfrm xmlns:a="http://schemas.openxmlformats.org/drawingml/2006/main">
            <a:off x="3381375" y="5010150"/>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青： 標準COMSOLより低い　赤： 標準COMSOLより高い。統計は未クリップ節点値</a:t>
            </a:r>
          </a:p>
        </p:txBody>
      </p:sp>
      <p:sp>
        <p:nvSpPr>
          <p:cNvPr id="114" name="">
            <a:extLst xmlns:a="http://schemas.openxmlformats.org/drawingml/2006/main">
              <a:ext uri="{FF2B5EF4-FFF2-40B4-BE49-F238E27FC236}">
                <a16:creationId xmlns:a16="http://schemas.microsoft.com/office/drawing/2014/main" id="{00203C8B-4721-4963-9FDC-BD43491796CD}"/>
              </a:ext>
            </a:extLst>
          </p:cNvPr>
          <p:cNvSpPr>
            <a:spLocks xmlns:a="http://schemas.openxmlformats.org/drawingml/2006/main" noGrp="1"/>
          </p:cNvSpPr>
          <p:nvPr/>
        </p:nvSpPr>
        <p:spPr>
          <a:xfrm xmlns:a="http://schemas.openxmlformats.org/drawingml/2006/main">
            <a:off x="7715250" y="4638675"/>
            <a:ext cx="3667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90" b="0" i="0">
                <a:solidFill>
                  <a:srgbClr val="2F2F2F"/>
                </a:solidFill>
                <a:latin typeface="Noto Sans JP"/>
                <a:ea typeface="Noto Sans JP"/>
                <a:cs typeface="Noto Sans JP"/>
              </a:defRPr>
            </a:pPr>
            <a:r>
              <a:rPr sz="990" b="0" i="0">
                <a:solidFill>
                  <a:srgbClr val="2F2F2F"/>
                </a:solidFill>
                <a:latin typeface="Noto Sans JP"/>
                <a:ea typeface="Noto Sans JP"/>
                <a:cs typeface="Noto Sans JP"/>
              </a:rPr>
              <a:t>3つのSwarm物性入力で同じ低密度化パターン。局所差は壁近傍・低密度域で大きく、体積積分電子数は約−35%。</a:t>
            </a:r>
          </a:p>
        </p:txBody>
      </p:sp>
      <p:sp>
        <p:nvSpPr>
          <p:cNvPr id="115" name="">
            <a:extLst xmlns:a="http://schemas.openxmlformats.org/drawingml/2006/main">
              <a:ext uri="{FF2B5EF4-FFF2-40B4-BE49-F238E27FC236}">
                <a16:creationId xmlns:a16="http://schemas.microsoft.com/office/drawing/2014/main" id="{8524CBD1-DA36-4499-ACC0-870A8250CC6F}"/>
              </a:ext>
            </a:extLst>
          </p:cNvPr>
          <p:cNvSpPr>
            <a:spLocks xmlns:a="http://schemas.openxmlformats.org/drawingml/2006/main" noGrp="1"/>
          </p:cNvSpPr>
          <p:nvPr/>
        </p:nvSpPr>
        <p:spPr>
          <a:xfrm xmlns:a="http://schemas.openxmlformats.org/drawingml/2006/main">
            <a:off x="3333750" y="5381625"/>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6631"/>
          </a:bodyPr>
          <a:lstStyle xmlns:a="http://schemas.openxmlformats.org/drawingml/2006/main"/>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体積積分の</a:t>
            </a:r>
            <a:r>
              <a:rPr sz="1065" b="1" i="0">
                <a:solidFill>
                  <a:srgbClr val="211441"/>
                </a:solidFill>
                <a:latin typeface="Noto Sans JP"/>
                <a:ea typeface="Noto Sans JP"/>
                <a:cs typeface="Noto Sans JP"/>
              </a:rPr>
              <a:t>標準COMSOL比</a:t>
            </a:r>
            <a:r>
              <a:rPr sz="1065" b="1" i="0">
                <a:solidFill>
                  <a:srgbClr val="211441"/>
                </a:solidFill>
                <a:latin typeface="Noto Sans JP"/>
                <a:ea typeface="Noto Sans JP"/>
                <a:cs typeface="Noto Sans JP"/>
              </a:rPr>
              <a:t>（2T / MC / P1）</a:t>
            </a:r>
          </a:p>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-35.4% / -35.0% / -34.8%</a:t>
            </a:r>
          </a:p>
        </p:txBody>
      </p:sp>
      <p:sp>
        <p:nvSpPr>
          <p:cNvPr id="118" name="">
            <a:extLst xmlns:a="http://schemas.openxmlformats.org/drawingml/2006/main">
              <a:ext uri="{FF2B5EF4-FFF2-40B4-BE49-F238E27FC236}">
                <a16:creationId xmlns:a16="http://schemas.microsoft.com/office/drawing/2014/main" id="{8D5E3CF3-5DBB-4316-A451-1DED6C321EC7}"/>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標準COMSOLとの差</a:t>
            </a:r>
            <a:r>
              <a:rPr sz="1275" b="1" i="0">
                <a:solidFill>
                  <a:srgbClr val="6DBB20"/>
                </a:solidFill>
                <a:latin typeface="Noto Sans JP"/>
                <a:ea typeface="Noto Sans JP"/>
                <a:cs typeface="Noto Sans JP"/>
              </a:rPr>
              <a:t>は</a:t>
            </a:r>
            <a:r>
              <a:rPr sz="1275" b="1" i="0">
                <a:solidFill>
                  <a:srgbClr val="6DBB20"/>
                </a:solidFill>
                <a:latin typeface="Noto Sans JP"/>
                <a:ea typeface="Noto Sans JP"/>
                <a:cs typeface="Noto Sans JP"/>
              </a:rPr>
              <a:t>Swarm 3手法</a:t>
            </a:r>
            <a:r>
              <a:rPr sz="1275" b="1" i="0">
                <a:solidFill>
                  <a:srgbClr val="6DBB20"/>
                </a:solidFill>
                <a:latin typeface="Noto Sans JP"/>
                <a:ea typeface="Noto Sans JP"/>
                <a:cs typeface="Noto Sans JP"/>
              </a:rPr>
              <a:t>間差より一桁以上大きい。</a:t>
            </a:r>
            <a:r>
              <a:rPr sz="1275" b="1" i="0">
                <a:solidFill>
                  <a:srgbClr val="6DBB20"/>
                </a:solidFill>
                <a:latin typeface="Noto Sans JP"/>
                <a:ea typeface="Noto Sans JP"/>
                <a:cs typeface="Noto Sans JP"/>
              </a:rPr>
              <a:t>EEDF表現</a:t>
            </a:r>
            <a:r>
              <a:rPr sz="1275" b="1" i="0">
                <a:solidFill>
                  <a:srgbClr val="6DBB20"/>
                </a:solidFill>
                <a:latin typeface="Noto Sans JP"/>
                <a:ea typeface="Noto Sans JP"/>
                <a:cs typeface="Noto Sans JP"/>
              </a:rPr>
              <a:t>と</a:t>
            </a:r>
            <a:r>
              <a:rPr sz="1275" b="1" i="0">
                <a:solidFill>
                  <a:srgbClr val="6DBB20"/>
                </a:solidFill>
                <a:latin typeface="Noto Sans JP"/>
                <a:ea typeface="Noto Sans JP"/>
                <a:cs typeface="Noto Sans JP"/>
              </a:rPr>
              <a:t>輸送モデル</a:t>
            </a:r>
            <a:r>
              <a:rPr sz="1275" b="1" i="0">
                <a:solidFill>
                  <a:srgbClr val="6DBB20"/>
                </a:solidFill>
                <a:latin typeface="Noto Sans JP"/>
                <a:ea typeface="Noto Sans JP"/>
                <a:cs typeface="Noto Sans JP"/>
              </a:rPr>
              <a:t>の選択が密度解を支配する。</a:t>
            </a:r>
          </a:p>
        </p:txBody>
      </p:sp>
      <p:sp>
        <p:nvSpPr>
          <p:cNvPr id="119" name="">
            <a:extLst xmlns:a="http://schemas.openxmlformats.org/drawingml/2006/main">
              <a:ext uri="{FF2B5EF4-FFF2-40B4-BE49-F238E27FC236}">
                <a16:creationId xmlns:a16="http://schemas.microsoft.com/office/drawing/2014/main" id="{6A091ADD-70F3-4E8A-9B26-CB588E19F270}"/>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fields_common_time.csv; 4545 identical nodes; original COMSOL reference</a:t>
            </a:r>
          </a:p>
        </p:txBody>
      </p:sp>
      <p:sp>
        <p:nvSpPr>
          <p:cNvPr id="124" name="title">
            <a:extLst xmlns:a="http://schemas.openxmlformats.org/drawingml/2006/main">
              <a:ext uri="{FF2B5EF4-FFF2-40B4-BE49-F238E27FC236}">
                <a16:creationId xmlns:a16="http://schemas.microsoft.com/office/drawing/2014/main" id="{1A688352-8472-40FA-BC73-23AAF8299823}"/>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標準COMSOLとの差 I：電子密度</a:t>
            </a:r>
          </a:p>
        </p:txBody>
      </p:sp>
      <p:sp>
        <p:nvSpPr>
          <p:cNvPr id="125" name="">
            <a:extLst xmlns:a="http://schemas.openxmlformats.org/drawingml/2006/main">
              <a:ext uri="{FF2B5EF4-FFF2-40B4-BE49-F238E27FC236}">
                <a16:creationId xmlns:a16="http://schemas.microsoft.com/office/drawing/2014/main" id="{497A6967-0BD6-40F0-9D9C-C88B90302F1D}"/>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26" name="section">
            <a:extLst xmlns:a="http://schemas.openxmlformats.org/drawingml/2006/main">
              <a:ext uri="{FF2B5EF4-FFF2-40B4-BE49-F238E27FC236}">
                <a16:creationId xmlns:a16="http://schemas.microsoft.com/office/drawing/2014/main" id="{E7A036B2-33B4-4017-A197-EF1163AE17D9}"/>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856494016"/>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D4FBF56-0BFE-4454-A7CD-11E38E8CDCD1}"/>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δs = 100(x − x_ref)/max(|x|,|x_ref|)：−100～+100%に有界な節点差</a:t>
            </a:r>
          </a:p>
        </p:txBody>
      </p:sp>
      <p:sp>
        <p:nvSpPr>
          <p:cNvPr id="7" name="">
            <a:extLst xmlns:a="http://schemas.openxmlformats.org/drawingml/2006/main">
              <a:ext uri="{FF2B5EF4-FFF2-40B4-BE49-F238E27FC236}">
                <a16:creationId xmlns:a16="http://schemas.microsoft.com/office/drawing/2014/main" id="{F2D90EA6-3087-4758-932D-AD2B644442C7}"/>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E86E4C5F-70F1-48BD-A0CC-61E61919339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57</a:t>
            </a:r>
          </a:p>
        </p:txBody>
      </p:sp>
      <p:sp>
        <p:nvSpPr>
          <p:cNvPr id="9" name="">
            <a:extLst xmlns:a="http://schemas.openxmlformats.org/drawingml/2006/main">
              <a:ext uri="{FF2B5EF4-FFF2-40B4-BE49-F238E27FC236}">
                <a16:creationId xmlns:a16="http://schemas.microsoft.com/office/drawing/2014/main" id="{9765D8A1-ED16-42E5-B25C-76E787912475}"/>
              </a:ext>
            </a:extLst>
          </p:cNvPr>
          <p:cNvSpPr>
            <a:spLocks xmlns:a="http://schemas.openxmlformats.org/drawingml/2006/main" noGrp="1"/>
          </p:cNvSpPr>
          <p:nvPr/>
        </p:nvSpPr>
        <p:spPr>
          <a:xfrm xmlns:a="http://schemas.openxmlformats.org/drawingml/2006/main">
            <a:off x="61912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007FAE"/>
                </a:solidFill>
                <a:latin typeface="Noto Sans JP"/>
                <a:ea typeface="Noto Sans JP"/>
                <a:cs typeface="Noto Sans JP"/>
              </a:defRPr>
            </a:pPr>
            <a:r>
              <a:rPr sz="1088" b="1" i="0">
                <a:solidFill>
                  <a:srgbClr val="007FAE"/>
                </a:solidFill>
                <a:latin typeface="Noto Sans JP"/>
                <a:ea typeface="Noto Sans JP"/>
                <a:cs typeface="Noto Sans JP"/>
              </a:rPr>
              <a:t>two-term</a:t>
            </a:r>
            <a:r>
              <a:rPr sz="1088" b="1" i="0">
                <a:solidFill>
                  <a:srgbClr val="007FAE"/>
                </a:solidFill>
                <a:latin typeface="Noto Sans JP"/>
                <a:ea typeface="Noto Sans JP"/>
                <a:cs typeface="Noto Sans JP"/>
              </a:rPr>
              <a:t> </a:t>
            </a:r>
            <a:r>
              <a:rPr sz="1088" b="1" i="0">
                <a:solidFill>
                  <a:srgbClr val="007FAE"/>
                </a:solidFill>
                <a:latin typeface="Noto Sans JP"/>
                <a:ea typeface="Noto Sans JP"/>
                <a:cs typeface="Noto Sans JP"/>
              </a:rPr>
              <a:t>− 標準COMSOL</a:t>
            </a:r>
          </a:p>
        </p:txBody>
      </p:sp>
      <p:sp>
        <p:nvSpPr>
          <p:cNvPr id="10" name="">
            <a:extLst xmlns:a="http://schemas.openxmlformats.org/drawingml/2006/main">
              <a:ext uri="{FF2B5EF4-FFF2-40B4-BE49-F238E27FC236}">
                <a16:creationId xmlns:a16="http://schemas.microsoft.com/office/drawing/2014/main" id="{7969B1F4-333B-4BFE-8958-51A48A38568B}"/>
              </a:ext>
            </a:extLst>
          </p:cNvPr>
          <p:cNvSpPr>
            <a:spLocks xmlns:a="http://schemas.openxmlformats.org/drawingml/2006/main" noGrp="1"/>
          </p:cNvSpPr>
          <p:nvPr/>
        </p:nvSpPr>
        <p:spPr>
          <a:xfrm xmlns:a="http://schemas.openxmlformats.org/drawingml/2006/main">
            <a:off x="742950" y="1600200"/>
            <a:ext cx="3076575" cy="230743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741c28a352a947b9"/>
          <a:stretch xmlns:a="http://schemas.openxmlformats.org/drawingml/2006/main"/>
        </p:blipFill>
        <p:spPr>
          <a:xfrm xmlns:a="http://schemas.openxmlformats.org/drawingml/2006/main">
            <a:off x="742950" y="1600200"/>
            <a:ext cx="3076575" cy="2307431"/>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9578996-30BC-418A-80CA-13BC72EEBD7E}"/>
              </a:ext>
            </a:extLst>
          </p:cNvPr>
          <p:cNvSpPr>
            <a:spLocks xmlns:a="http://schemas.openxmlformats.org/drawingml/2006/main" noGrp="1"/>
          </p:cNvSpPr>
          <p:nvPr/>
        </p:nvSpPr>
        <p:spPr>
          <a:xfrm xmlns:a="http://schemas.openxmlformats.org/drawingml/2006/main">
            <a:off x="742950"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3" name="">
            <a:extLst xmlns:a="http://schemas.openxmlformats.org/drawingml/2006/main">
              <a:ext uri="{FF2B5EF4-FFF2-40B4-BE49-F238E27FC236}">
                <a16:creationId xmlns:a16="http://schemas.microsoft.com/office/drawing/2014/main" id="{185B4C62-E22B-4198-BC4F-3D3218537EC0}"/>
              </a:ext>
            </a:extLst>
          </p:cNvPr>
          <p:cNvSpPr>
            <a:spLocks xmlns:a="http://schemas.openxmlformats.org/drawingml/2006/main" noGrp="1"/>
          </p:cNvSpPr>
          <p:nvPr/>
        </p:nvSpPr>
        <p:spPr>
          <a:xfrm xmlns:a="http://schemas.openxmlformats.org/drawingml/2006/main">
            <a:off x="647700"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63C71E87-C12B-48E4-9713-05ECC8F53A44}"/>
              </a:ext>
            </a:extLst>
          </p:cNvPr>
          <p:cNvSpPr>
            <a:spLocks xmlns:a="http://schemas.openxmlformats.org/drawingml/2006/main" noGrp="1"/>
          </p:cNvSpPr>
          <p:nvPr/>
        </p:nvSpPr>
        <p:spPr>
          <a:xfrm xmlns:a="http://schemas.openxmlformats.org/drawingml/2006/main">
            <a:off x="2281238"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 name="">
            <a:extLst xmlns:a="http://schemas.openxmlformats.org/drawingml/2006/main">
              <a:ext uri="{FF2B5EF4-FFF2-40B4-BE49-F238E27FC236}">
                <a16:creationId xmlns:a16="http://schemas.microsoft.com/office/drawing/2014/main" id="{751D2ED5-605C-43DA-A89A-2B52BF41EBD5}"/>
              </a:ext>
            </a:extLst>
          </p:cNvPr>
          <p:cNvSpPr>
            <a:spLocks xmlns:a="http://schemas.openxmlformats.org/drawingml/2006/main" noGrp="1"/>
          </p:cNvSpPr>
          <p:nvPr/>
        </p:nvSpPr>
        <p:spPr>
          <a:xfrm xmlns:a="http://schemas.openxmlformats.org/drawingml/2006/main">
            <a:off x="2185988"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16" name="">
            <a:extLst xmlns:a="http://schemas.openxmlformats.org/drawingml/2006/main">
              <a:ext uri="{FF2B5EF4-FFF2-40B4-BE49-F238E27FC236}">
                <a16:creationId xmlns:a16="http://schemas.microsoft.com/office/drawing/2014/main" id="{C58917C1-7209-42C7-A578-A3536FDAEE14}"/>
              </a:ext>
            </a:extLst>
          </p:cNvPr>
          <p:cNvSpPr>
            <a:spLocks xmlns:a="http://schemas.openxmlformats.org/drawingml/2006/main" noGrp="1"/>
          </p:cNvSpPr>
          <p:nvPr/>
        </p:nvSpPr>
        <p:spPr>
          <a:xfrm xmlns:a="http://schemas.openxmlformats.org/drawingml/2006/main">
            <a:off x="3819525"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7" name="">
            <a:extLst xmlns:a="http://schemas.openxmlformats.org/drawingml/2006/main">
              <a:ext uri="{FF2B5EF4-FFF2-40B4-BE49-F238E27FC236}">
                <a16:creationId xmlns:a16="http://schemas.microsoft.com/office/drawing/2014/main" id="{E9469B4A-AEAF-43A4-9464-2D10A89EA798}"/>
              </a:ext>
            </a:extLst>
          </p:cNvPr>
          <p:cNvSpPr>
            <a:spLocks xmlns:a="http://schemas.openxmlformats.org/drawingml/2006/main" noGrp="1"/>
          </p:cNvSpPr>
          <p:nvPr/>
        </p:nvSpPr>
        <p:spPr>
          <a:xfrm xmlns:a="http://schemas.openxmlformats.org/drawingml/2006/main">
            <a:off x="3724275"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18" name="">
            <a:extLst xmlns:a="http://schemas.openxmlformats.org/drawingml/2006/main">
              <a:ext uri="{FF2B5EF4-FFF2-40B4-BE49-F238E27FC236}">
                <a16:creationId xmlns:a16="http://schemas.microsoft.com/office/drawing/2014/main" id="{985EEC39-B935-40C1-A547-626645C246E2}"/>
              </a:ext>
            </a:extLst>
          </p:cNvPr>
          <p:cNvSpPr>
            <a:spLocks xmlns:a="http://schemas.openxmlformats.org/drawingml/2006/main" noGrp="1"/>
          </p:cNvSpPr>
          <p:nvPr/>
        </p:nvSpPr>
        <p:spPr>
          <a:xfrm xmlns:a="http://schemas.openxmlformats.org/drawingml/2006/main">
            <a:off x="466725" y="3850481"/>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−2.5</a:t>
            </a:r>
          </a:p>
        </p:txBody>
      </p:sp>
      <p:sp>
        <p:nvSpPr>
          <p:cNvPr id="19" name="">
            <a:extLst xmlns:a="http://schemas.openxmlformats.org/drawingml/2006/main">
              <a:ext uri="{FF2B5EF4-FFF2-40B4-BE49-F238E27FC236}">
                <a16:creationId xmlns:a16="http://schemas.microsoft.com/office/drawing/2014/main" id="{21291A11-D0FC-465F-B304-4698DF3B0F95}"/>
              </a:ext>
            </a:extLst>
          </p:cNvPr>
          <p:cNvSpPr>
            <a:spLocks xmlns:a="http://schemas.openxmlformats.org/drawingml/2006/main" noGrp="1"/>
          </p:cNvSpPr>
          <p:nvPr/>
        </p:nvSpPr>
        <p:spPr>
          <a:xfrm xmlns:a="http://schemas.openxmlformats.org/drawingml/2006/main">
            <a:off x="466725" y="1543050"/>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8</a:t>
            </a:r>
          </a:p>
        </p:txBody>
      </p:sp>
      <p:sp>
        <p:nvSpPr>
          <p:cNvPr id="20" name="">
            <a:extLst xmlns:a="http://schemas.openxmlformats.org/drawingml/2006/main">
              <a:ext uri="{FF2B5EF4-FFF2-40B4-BE49-F238E27FC236}">
                <a16:creationId xmlns:a16="http://schemas.microsoft.com/office/drawing/2014/main" id="{262C014C-4192-4434-A5E7-FDD4210C541C}"/>
              </a:ext>
            </a:extLst>
          </p:cNvPr>
          <p:cNvSpPr>
            <a:spLocks xmlns:a="http://schemas.openxmlformats.org/drawingml/2006/main" noGrp="1"/>
          </p:cNvSpPr>
          <p:nvPr/>
        </p:nvSpPr>
        <p:spPr>
          <a:xfrm xmlns:a="http://schemas.openxmlformats.org/drawingml/2006/main">
            <a:off x="57150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20.7%　95%点 33.3%</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0.99241</a:t>
            </a:r>
          </a:p>
        </p:txBody>
      </p:sp>
      <p:sp>
        <p:nvSpPr>
          <p:cNvPr id="21" name="">
            <a:extLst xmlns:a="http://schemas.openxmlformats.org/drawingml/2006/main">
              <a:ext uri="{FF2B5EF4-FFF2-40B4-BE49-F238E27FC236}">
                <a16:creationId xmlns:a16="http://schemas.microsoft.com/office/drawing/2014/main" id="{23DBF8AA-4537-4408-8D1A-66A3A8EA5380}"/>
              </a:ext>
            </a:extLst>
          </p:cNvPr>
          <p:cNvSpPr>
            <a:spLocks xmlns:a="http://schemas.openxmlformats.org/drawingml/2006/main" noGrp="1"/>
          </p:cNvSpPr>
          <p:nvPr/>
        </p:nvSpPr>
        <p:spPr>
          <a:xfrm xmlns:a="http://schemas.openxmlformats.org/drawingml/2006/main">
            <a:off x="4476750"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B87900"/>
                </a:solidFill>
                <a:latin typeface="Noto Sans JP"/>
                <a:ea typeface="Noto Sans JP"/>
                <a:cs typeface="Noto Sans JP"/>
              </a:defRPr>
            </a:pPr>
            <a:r>
              <a:rPr sz="1088" b="1" i="0">
                <a:solidFill>
                  <a:srgbClr val="B87900"/>
                </a:solidFill>
                <a:latin typeface="Noto Sans JP"/>
                <a:ea typeface="Noto Sans JP"/>
                <a:cs typeface="Noto Sans JP"/>
              </a:rPr>
              <a:t>Monte Carlo</a:t>
            </a:r>
            <a:r>
              <a:rPr sz="1088" b="1" i="0">
                <a:solidFill>
                  <a:srgbClr val="B87900"/>
                </a:solidFill>
                <a:latin typeface="Noto Sans JP"/>
                <a:ea typeface="Noto Sans JP"/>
                <a:cs typeface="Noto Sans JP"/>
              </a:rPr>
              <a:t> </a:t>
            </a:r>
            <a:r>
              <a:rPr sz="1088" b="1" i="0">
                <a:solidFill>
                  <a:srgbClr val="B87900"/>
                </a:solidFill>
                <a:latin typeface="Noto Sans JP"/>
                <a:ea typeface="Noto Sans JP"/>
                <a:cs typeface="Noto Sans JP"/>
              </a:rPr>
              <a:t>− 標準COMSOL</a:t>
            </a:r>
          </a:p>
        </p:txBody>
      </p:sp>
      <p:sp>
        <p:nvSpPr>
          <p:cNvPr id="22" name="">
            <a:extLst xmlns:a="http://schemas.openxmlformats.org/drawingml/2006/main">
              <a:ext uri="{FF2B5EF4-FFF2-40B4-BE49-F238E27FC236}">
                <a16:creationId xmlns:a16="http://schemas.microsoft.com/office/drawing/2014/main" id="{E542B371-0056-4E6E-B982-5700A7DC9F61}"/>
              </a:ext>
            </a:extLst>
          </p:cNvPr>
          <p:cNvSpPr>
            <a:spLocks xmlns:a="http://schemas.openxmlformats.org/drawingml/2006/main" noGrp="1"/>
          </p:cNvSpPr>
          <p:nvPr/>
        </p:nvSpPr>
        <p:spPr>
          <a:xfrm xmlns:a="http://schemas.openxmlformats.org/drawingml/2006/main">
            <a:off x="4371975"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0e22aa87545d4cdb"/>
          <a:stretch xmlns:a="http://schemas.openxmlformats.org/drawingml/2006/main"/>
        </p:blipFill>
        <p:spPr>
          <a:xfrm xmlns:a="http://schemas.openxmlformats.org/drawingml/2006/main">
            <a:off x="4371975" y="1600200"/>
            <a:ext cx="3305175" cy="2478881"/>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55BC0DB5-6675-441F-B2B9-096D3B27151E}"/>
              </a:ext>
            </a:extLst>
          </p:cNvPr>
          <p:cNvSpPr>
            <a:spLocks xmlns:a="http://schemas.openxmlformats.org/drawingml/2006/main" noGrp="1"/>
          </p:cNvSpPr>
          <p:nvPr/>
        </p:nvSpPr>
        <p:spPr>
          <a:xfrm xmlns:a="http://schemas.openxmlformats.org/drawingml/2006/main">
            <a:off x="43719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5" name="">
            <a:extLst xmlns:a="http://schemas.openxmlformats.org/drawingml/2006/main">
              <a:ext uri="{FF2B5EF4-FFF2-40B4-BE49-F238E27FC236}">
                <a16:creationId xmlns:a16="http://schemas.microsoft.com/office/drawing/2014/main" id="{2AAA0FE4-97AB-43D1-84CD-D1074A5E966C}"/>
              </a:ext>
            </a:extLst>
          </p:cNvPr>
          <p:cNvSpPr>
            <a:spLocks xmlns:a="http://schemas.openxmlformats.org/drawingml/2006/main" noGrp="1"/>
          </p:cNvSpPr>
          <p:nvPr/>
        </p:nvSpPr>
        <p:spPr>
          <a:xfrm xmlns:a="http://schemas.openxmlformats.org/drawingml/2006/main">
            <a:off x="42767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26" name="">
            <a:extLst xmlns:a="http://schemas.openxmlformats.org/drawingml/2006/main">
              <a:ext uri="{FF2B5EF4-FFF2-40B4-BE49-F238E27FC236}">
                <a16:creationId xmlns:a16="http://schemas.microsoft.com/office/drawing/2014/main" id="{2EB30C28-1C37-45CB-ABC9-519484B804B5}"/>
              </a:ext>
            </a:extLst>
          </p:cNvPr>
          <p:cNvSpPr>
            <a:spLocks xmlns:a="http://schemas.openxmlformats.org/drawingml/2006/main" noGrp="1"/>
          </p:cNvSpPr>
          <p:nvPr/>
        </p:nvSpPr>
        <p:spPr>
          <a:xfrm xmlns:a="http://schemas.openxmlformats.org/drawingml/2006/main">
            <a:off x="6024563"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7" name="">
            <a:extLst xmlns:a="http://schemas.openxmlformats.org/drawingml/2006/main">
              <a:ext uri="{FF2B5EF4-FFF2-40B4-BE49-F238E27FC236}">
                <a16:creationId xmlns:a16="http://schemas.microsoft.com/office/drawing/2014/main" id="{ACA78EB0-2EA4-46C8-A523-71A27C8FDB12}"/>
              </a:ext>
            </a:extLst>
          </p:cNvPr>
          <p:cNvSpPr>
            <a:spLocks xmlns:a="http://schemas.openxmlformats.org/drawingml/2006/main" noGrp="1"/>
          </p:cNvSpPr>
          <p:nvPr/>
        </p:nvSpPr>
        <p:spPr>
          <a:xfrm xmlns:a="http://schemas.openxmlformats.org/drawingml/2006/main">
            <a:off x="5929313"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28" name="">
            <a:extLst xmlns:a="http://schemas.openxmlformats.org/drawingml/2006/main">
              <a:ext uri="{FF2B5EF4-FFF2-40B4-BE49-F238E27FC236}">
                <a16:creationId xmlns:a16="http://schemas.microsoft.com/office/drawing/2014/main" id="{2E388E18-0DE2-4272-B64A-043D84D10C1B}"/>
              </a:ext>
            </a:extLst>
          </p:cNvPr>
          <p:cNvSpPr>
            <a:spLocks xmlns:a="http://schemas.openxmlformats.org/drawingml/2006/main" noGrp="1"/>
          </p:cNvSpPr>
          <p:nvPr/>
        </p:nvSpPr>
        <p:spPr>
          <a:xfrm xmlns:a="http://schemas.openxmlformats.org/drawingml/2006/main">
            <a:off x="767715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9" name="">
            <a:extLst xmlns:a="http://schemas.openxmlformats.org/drawingml/2006/main">
              <a:ext uri="{FF2B5EF4-FFF2-40B4-BE49-F238E27FC236}">
                <a16:creationId xmlns:a16="http://schemas.microsoft.com/office/drawing/2014/main" id="{410FF830-1B5B-41C0-87CD-324FEF6CA9AB}"/>
              </a:ext>
            </a:extLst>
          </p:cNvPr>
          <p:cNvSpPr>
            <a:spLocks xmlns:a="http://schemas.openxmlformats.org/drawingml/2006/main" noGrp="1"/>
          </p:cNvSpPr>
          <p:nvPr/>
        </p:nvSpPr>
        <p:spPr>
          <a:xfrm xmlns:a="http://schemas.openxmlformats.org/drawingml/2006/main">
            <a:off x="758190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30" name="">
            <a:extLst xmlns:a="http://schemas.openxmlformats.org/drawingml/2006/main">
              <a:ext uri="{FF2B5EF4-FFF2-40B4-BE49-F238E27FC236}">
                <a16:creationId xmlns:a16="http://schemas.microsoft.com/office/drawing/2014/main" id="{B549DECF-7745-4632-A659-76F1AA6B6B2C}"/>
              </a:ext>
            </a:extLst>
          </p:cNvPr>
          <p:cNvSpPr>
            <a:spLocks xmlns:a="http://schemas.openxmlformats.org/drawingml/2006/main" noGrp="1"/>
          </p:cNvSpPr>
          <p:nvPr/>
        </p:nvSpPr>
        <p:spPr>
          <a:xfrm xmlns:a="http://schemas.openxmlformats.org/drawingml/2006/main">
            <a:off x="4429125"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20.4%　95%点 33.0%</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0.99226</a:t>
            </a:r>
          </a:p>
        </p:txBody>
      </p:sp>
      <p:sp>
        <p:nvSpPr>
          <p:cNvPr id="31" name="">
            <a:extLst xmlns:a="http://schemas.openxmlformats.org/drawingml/2006/main">
              <a:ext uri="{FF2B5EF4-FFF2-40B4-BE49-F238E27FC236}">
                <a16:creationId xmlns:a16="http://schemas.microsoft.com/office/drawing/2014/main" id="{ACB2DF33-29F2-4BE7-AC6D-C57A7517C7A0}"/>
              </a:ext>
            </a:extLst>
          </p:cNvPr>
          <p:cNvSpPr>
            <a:spLocks xmlns:a="http://schemas.openxmlformats.org/drawingml/2006/main" noGrp="1"/>
          </p:cNvSpPr>
          <p:nvPr/>
        </p:nvSpPr>
        <p:spPr>
          <a:xfrm xmlns:a="http://schemas.openxmlformats.org/drawingml/2006/main">
            <a:off x="833437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propagator </a:t>
            </a:r>
            <a:r>
              <a:rPr sz="1088" b="1" i="0">
                <a:solidFill>
                  <a:srgbClr val="72B51F"/>
                </a:solidFill>
                <a:latin typeface="Noto Sans JP"/>
                <a:ea typeface="Noto Sans JP"/>
                <a:cs typeface="Noto Sans JP"/>
              </a:rPr>
              <a:t>− 標準COMSOL</a:t>
            </a:r>
          </a:p>
        </p:txBody>
      </p:sp>
      <p:sp>
        <p:nvSpPr>
          <p:cNvPr id="32" name="">
            <a:extLst xmlns:a="http://schemas.openxmlformats.org/drawingml/2006/main">
              <a:ext uri="{FF2B5EF4-FFF2-40B4-BE49-F238E27FC236}">
                <a16:creationId xmlns:a16="http://schemas.microsoft.com/office/drawing/2014/main" id="{BC63FF07-2565-4BA1-A1C3-E7CA63384412}"/>
              </a:ext>
            </a:extLst>
          </p:cNvPr>
          <p:cNvSpPr>
            <a:spLocks xmlns:a="http://schemas.openxmlformats.org/drawingml/2006/main" noGrp="1"/>
          </p:cNvSpPr>
          <p:nvPr/>
        </p:nvSpPr>
        <p:spPr>
          <a:xfrm xmlns:a="http://schemas.openxmlformats.org/drawingml/2006/main">
            <a:off x="8229600"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5a346aca7ab94826"/>
          <a:stretch xmlns:a="http://schemas.openxmlformats.org/drawingml/2006/main"/>
        </p:blipFill>
        <p:spPr>
          <a:xfrm xmlns:a="http://schemas.openxmlformats.org/drawingml/2006/main">
            <a:off x="8229600" y="1600200"/>
            <a:ext cx="3305175" cy="2478881"/>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9E26C214-83F3-45DC-AEDF-B024D2A57F65}"/>
              </a:ext>
            </a:extLst>
          </p:cNvPr>
          <p:cNvSpPr>
            <a:spLocks xmlns:a="http://schemas.openxmlformats.org/drawingml/2006/main" noGrp="1"/>
          </p:cNvSpPr>
          <p:nvPr/>
        </p:nvSpPr>
        <p:spPr>
          <a:xfrm xmlns:a="http://schemas.openxmlformats.org/drawingml/2006/main">
            <a:off x="822960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5" name="">
            <a:extLst xmlns:a="http://schemas.openxmlformats.org/drawingml/2006/main">
              <a:ext uri="{FF2B5EF4-FFF2-40B4-BE49-F238E27FC236}">
                <a16:creationId xmlns:a16="http://schemas.microsoft.com/office/drawing/2014/main" id="{9A7B3897-09C6-47AF-946D-170975C88C12}"/>
              </a:ext>
            </a:extLst>
          </p:cNvPr>
          <p:cNvSpPr>
            <a:spLocks xmlns:a="http://schemas.openxmlformats.org/drawingml/2006/main" noGrp="1"/>
          </p:cNvSpPr>
          <p:nvPr/>
        </p:nvSpPr>
        <p:spPr>
          <a:xfrm xmlns:a="http://schemas.openxmlformats.org/drawingml/2006/main">
            <a:off x="813435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36" name="">
            <a:extLst xmlns:a="http://schemas.openxmlformats.org/drawingml/2006/main">
              <a:ext uri="{FF2B5EF4-FFF2-40B4-BE49-F238E27FC236}">
                <a16:creationId xmlns:a16="http://schemas.microsoft.com/office/drawing/2014/main" id="{FDC56FE6-C0B2-40EE-B5B0-7FBE95D3A16B}"/>
              </a:ext>
            </a:extLst>
          </p:cNvPr>
          <p:cNvSpPr>
            <a:spLocks xmlns:a="http://schemas.openxmlformats.org/drawingml/2006/main" noGrp="1"/>
          </p:cNvSpPr>
          <p:nvPr/>
        </p:nvSpPr>
        <p:spPr>
          <a:xfrm xmlns:a="http://schemas.openxmlformats.org/drawingml/2006/main">
            <a:off x="9882188"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7" name="">
            <a:extLst xmlns:a="http://schemas.openxmlformats.org/drawingml/2006/main">
              <a:ext uri="{FF2B5EF4-FFF2-40B4-BE49-F238E27FC236}">
                <a16:creationId xmlns:a16="http://schemas.microsoft.com/office/drawing/2014/main" id="{B86400AC-A41B-4719-8AA5-B98FB9EF0BB3}"/>
              </a:ext>
            </a:extLst>
          </p:cNvPr>
          <p:cNvSpPr>
            <a:spLocks xmlns:a="http://schemas.openxmlformats.org/drawingml/2006/main" noGrp="1"/>
          </p:cNvSpPr>
          <p:nvPr/>
        </p:nvSpPr>
        <p:spPr>
          <a:xfrm xmlns:a="http://schemas.openxmlformats.org/drawingml/2006/main">
            <a:off x="9786938"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38" name="">
            <a:extLst xmlns:a="http://schemas.openxmlformats.org/drawingml/2006/main">
              <a:ext uri="{FF2B5EF4-FFF2-40B4-BE49-F238E27FC236}">
                <a16:creationId xmlns:a16="http://schemas.microsoft.com/office/drawing/2014/main" id="{4801A47C-AAF3-4EF9-945D-FE7D3FB9A8E0}"/>
              </a:ext>
            </a:extLst>
          </p:cNvPr>
          <p:cNvSpPr>
            <a:spLocks xmlns:a="http://schemas.openxmlformats.org/drawingml/2006/main" noGrp="1"/>
          </p:cNvSpPr>
          <p:nvPr/>
        </p:nvSpPr>
        <p:spPr>
          <a:xfrm xmlns:a="http://schemas.openxmlformats.org/drawingml/2006/main">
            <a:off x="115347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9" name="">
            <a:extLst xmlns:a="http://schemas.openxmlformats.org/drawingml/2006/main">
              <a:ext uri="{FF2B5EF4-FFF2-40B4-BE49-F238E27FC236}">
                <a16:creationId xmlns:a16="http://schemas.microsoft.com/office/drawing/2014/main" id="{7ECC9BAC-0578-46BF-8583-8A7F0E4D6F39}"/>
              </a:ext>
            </a:extLst>
          </p:cNvPr>
          <p:cNvSpPr>
            <a:spLocks xmlns:a="http://schemas.openxmlformats.org/drawingml/2006/main" noGrp="1"/>
          </p:cNvSpPr>
          <p:nvPr/>
        </p:nvSpPr>
        <p:spPr>
          <a:xfrm xmlns:a="http://schemas.openxmlformats.org/drawingml/2006/main">
            <a:off x="114395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40" name="">
            <a:extLst xmlns:a="http://schemas.openxmlformats.org/drawingml/2006/main">
              <a:ext uri="{FF2B5EF4-FFF2-40B4-BE49-F238E27FC236}">
                <a16:creationId xmlns:a16="http://schemas.microsoft.com/office/drawing/2014/main" id="{535E2837-8E59-4A69-BB01-0C27FEF18B2E}"/>
              </a:ext>
            </a:extLst>
          </p:cNvPr>
          <p:cNvSpPr>
            <a:spLocks xmlns:a="http://schemas.openxmlformats.org/drawingml/2006/main" noGrp="1"/>
          </p:cNvSpPr>
          <p:nvPr/>
        </p:nvSpPr>
        <p:spPr>
          <a:xfrm xmlns:a="http://schemas.openxmlformats.org/drawingml/2006/main">
            <a:off x="828675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20.2%　95%点 32.9%</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0.99228</a:t>
            </a:r>
          </a:p>
        </p:txBody>
      </p:sp>
      <p:sp>
        <p:nvSpPr>
          <p:cNvPr id="41" name="">
            <a:extLst xmlns:a="http://schemas.openxmlformats.org/drawingml/2006/main">
              <a:ext uri="{FF2B5EF4-FFF2-40B4-BE49-F238E27FC236}">
                <a16:creationId xmlns:a16="http://schemas.microsoft.com/office/drawing/2014/main" id="{4B6849B3-BBB6-4269-A453-A6050C1F76FE}"/>
              </a:ext>
            </a:extLst>
          </p:cNvPr>
          <p:cNvSpPr>
            <a:spLocks xmlns:a="http://schemas.openxmlformats.org/drawingml/2006/main" noGrp="1"/>
          </p:cNvSpPr>
          <p:nvPr/>
        </p:nvSpPr>
        <p:spPr>
          <a:xfrm xmlns:a="http://schemas.openxmlformats.org/drawingml/2006/main">
            <a:off x="3381375" y="4686300"/>
            <a:ext cx="66318" cy="123825"/>
          </a:xfrm>
          <a:prstGeom xmlns:a="http://schemas.openxmlformats.org/drawingml/2006/main" prst="rect">
            <a:avLst/>
          </a:prstGeom>
          <a:solidFill xmlns:a="http://schemas.openxmlformats.org/drawingml/2006/main">
            <a:srgbClr val="3D4FC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265A38D-1852-4869-BC77-A2340067B833}"/>
              </a:ext>
            </a:extLst>
          </p:cNvPr>
          <p:cNvSpPr>
            <a:spLocks xmlns:a="http://schemas.openxmlformats.org/drawingml/2006/main" noGrp="1"/>
          </p:cNvSpPr>
          <p:nvPr/>
        </p:nvSpPr>
        <p:spPr>
          <a:xfrm xmlns:a="http://schemas.openxmlformats.org/drawingml/2006/main">
            <a:off x="3443883" y="4686300"/>
            <a:ext cx="66318" cy="123825"/>
          </a:xfrm>
          <a:prstGeom xmlns:a="http://schemas.openxmlformats.org/drawingml/2006/main" prst="rect">
            <a:avLst/>
          </a:prstGeom>
          <a:solidFill xmlns:a="http://schemas.openxmlformats.org/drawingml/2006/main">
            <a:srgbClr val="4154C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EDA11342-8F48-4FFF-90C4-6530353FD82C}"/>
              </a:ext>
            </a:extLst>
          </p:cNvPr>
          <p:cNvSpPr>
            <a:spLocks xmlns:a="http://schemas.openxmlformats.org/drawingml/2006/main" noGrp="1"/>
          </p:cNvSpPr>
          <p:nvPr/>
        </p:nvSpPr>
        <p:spPr>
          <a:xfrm xmlns:a="http://schemas.openxmlformats.org/drawingml/2006/main">
            <a:off x="3506391" y="4686300"/>
            <a:ext cx="66318" cy="123825"/>
          </a:xfrm>
          <a:prstGeom xmlns:a="http://schemas.openxmlformats.org/drawingml/2006/main" prst="rect">
            <a:avLst/>
          </a:prstGeom>
          <a:solidFill xmlns:a="http://schemas.openxmlformats.org/drawingml/2006/main">
            <a:srgbClr val="455AC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90ACE12-F339-45B2-B2AC-72F4863C4932}"/>
              </a:ext>
            </a:extLst>
          </p:cNvPr>
          <p:cNvSpPr>
            <a:spLocks xmlns:a="http://schemas.openxmlformats.org/drawingml/2006/main" noGrp="1"/>
          </p:cNvSpPr>
          <p:nvPr/>
        </p:nvSpPr>
        <p:spPr>
          <a:xfrm xmlns:a="http://schemas.openxmlformats.org/drawingml/2006/main">
            <a:off x="3568898" y="4686300"/>
            <a:ext cx="66318" cy="123825"/>
          </a:xfrm>
          <a:prstGeom xmlns:a="http://schemas.openxmlformats.org/drawingml/2006/main" prst="rect">
            <a:avLst/>
          </a:prstGeom>
          <a:solidFill xmlns:a="http://schemas.openxmlformats.org/drawingml/2006/main">
            <a:srgbClr val="4960CF"/>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9D4E0D92-9833-4F3D-9452-D0BE7AF5048A}"/>
              </a:ext>
            </a:extLst>
          </p:cNvPr>
          <p:cNvSpPr>
            <a:spLocks xmlns:a="http://schemas.openxmlformats.org/drawingml/2006/main" noGrp="1"/>
          </p:cNvSpPr>
          <p:nvPr/>
        </p:nvSpPr>
        <p:spPr>
          <a:xfrm xmlns:a="http://schemas.openxmlformats.org/drawingml/2006/main">
            <a:off x="3631406" y="4686300"/>
            <a:ext cx="66318" cy="123825"/>
          </a:xfrm>
          <a:prstGeom xmlns:a="http://schemas.openxmlformats.org/drawingml/2006/main" prst="rect">
            <a:avLst/>
          </a:prstGeom>
          <a:solidFill xmlns:a="http://schemas.openxmlformats.org/drawingml/2006/main">
            <a:srgbClr val="4D65D3"/>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2CEA1248-428C-4331-A28C-9F5F01933FAE}"/>
              </a:ext>
            </a:extLst>
          </p:cNvPr>
          <p:cNvSpPr>
            <a:spLocks xmlns:a="http://schemas.openxmlformats.org/drawingml/2006/main" noGrp="1"/>
          </p:cNvSpPr>
          <p:nvPr/>
        </p:nvSpPr>
        <p:spPr>
          <a:xfrm xmlns:a="http://schemas.openxmlformats.org/drawingml/2006/main">
            <a:off x="3693914" y="4686300"/>
            <a:ext cx="66318" cy="123825"/>
          </a:xfrm>
          <a:prstGeom xmlns:a="http://schemas.openxmlformats.org/drawingml/2006/main" prst="rect">
            <a:avLst/>
          </a:prstGeom>
          <a:solidFill xmlns:a="http://schemas.openxmlformats.org/drawingml/2006/main">
            <a:srgbClr val="516B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D6995EED-9D5E-465A-B609-6CA951369465}"/>
              </a:ext>
            </a:extLst>
          </p:cNvPr>
          <p:cNvSpPr>
            <a:spLocks xmlns:a="http://schemas.openxmlformats.org/drawingml/2006/main" noGrp="1"/>
          </p:cNvSpPr>
          <p:nvPr/>
        </p:nvSpPr>
        <p:spPr>
          <a:xfrm xmlns:a="http://schemas.openxmlformats.org/drawingml/2006/main">
            <a:off x="3756422" y="4686300"/>
            <a:ext cx="66318" cy="123825"/>
          </a:xfrm>
          <a:prstGeom xmlns:a="http://schemas.openxmlformats.org/drawingml/2006/main" prst="rect">
            <a:avLst/>
          </a:prstGeom>
          <a:solidFill xmlns:a="http://schemas.openxmlformats.org/drawingml/2006/main">
            <a:srgbClr val="5571DC"/>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55812141-4795-4D5F-9A97-F13EFCF280EB}"/>
              </a:ext>
            </a:extLst>
          </p:cNvPr>
          <p:cNvSpPr>
            <a:spLocks xmlns:a="http://schemas.openxmlformats.org/drawingml/2006/main" noGrp="1"/>
          </p:cNvSpPr>
          <p:nvPr/>
        </p:nvSpPr>
        <p:spPr>
          <a:xfrm xmlns:a="http://schemas.openxmlformats.org/drawingml/2006/main">
            <a:off x="3818930" y="4686300"/>
            <a:ext cx="66318" cy="123825"/>
          </a:xfrm>
          <a:prstGeom xmlns:a="http://schemas.openxmlformats.org/drawingml/2006/main" prst="rect">
            <a:avLst/>
          </a:prstGeom>
          <a:solidFill xmlns:a="http://schemas.openxmlformats.org/drawingml/2006/main">
            <a:srgbClr val="5976E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45226099-645B-42E2-9405-D135F6E20058}"/>
              </a:ext>
            </a:extLst>
          </p:cNvPr>
          <p:cNvSpPr>
            <a:spLocks xmlns:a="http://schemas.openxmlformats.org/drawingml/2006/main" noGrp="1"/>
          </p:cNvSpPr>
          <p:nvPr/>
        </p:nvSpPr>
        <p:spPr>
          <a:xfrm xmlns:a="http://schemas.openxmlformats.org/drawingml/2006/main">
            <a:off x="3881438" y="4686300"/>
            <a:ext cx="66318" cy="123825"/>
          </a:xfrm>
          <a:prstGeom xmlns:a="http://schemas.openxmlformats.org/drawingml/2006/main" prst="rect">
            <a:avLst/>
          </a:prstGeom>
          <a:solidFill xmlns:a="http://schemas.openxmlformats.org/drawingml/2006/main">
            <a:srgbClr val="5D7CE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B18A821E-5209-4D14-B83C-EDB196248235}"/>
              </a:ext>
            </a:extLst>
          </p:cNvPr>
          <p:cNvSpPr>
            <a:spLocks xmlns:a="http://schemas.openxmlformats.org/drawingml/2006/main" noGrp="1"/>
          </p:cNvSpPr>
          <p:nvPr/>
        </p:nvSpPr>
        <p:spPr>
          <a:xfrm xmlns:a="http://schemas.openxmlformats.org/drawingml/2006/main">
            <a:off x="3943945" y="4686300"/>
            <a:ext cx="66318" cy="123825"/>
          </a:xfrm>
          <a:prstGeom xmlns:a="http://schemas.openxmlformats.org/drawingml/2006/main" prst="rect">
            <a:avLst/>
          </a:prstGeom>
          <a:solidFill xmlns:a="http://schemas.openxmlformats.org/drawingml/2006/main">
            <a:srgbClr val="6181E9"/>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455F7011-4519-485B-8E6C-37D603E0CD89}"/>
              </a:ext>
            </a:extLst>
          </p:cNvPr>
          <p:cNvSpPr>
            <a:spLocks xmlns:a="http://schemas.openxmlformats.org/drawingml/2006/main" noGrp="1"/>
          </p:cNvSpPr>
          <p:nvPr/>
        </p:nvSpPr>
        <p:spPr>
          <a:xfrm xmlns:a="http://schemas.openxmlformats.org/drawingml/2006/main">
            <a:off x="4006453" y="4686300"/>
            <a:ext cx="66318" cy="123825"/>
          </a:xfrm>
          <a:prstGeom xmlns:a="http://schemas.openxmlformats.org/drawingml/2006/main" prst="rect">
            <a:avLst/>
          </a:prstGeom>
          <a:solidFill xmlns:a="http://schemas.openxmlformats.org/drawingml/2006/main">
            <a:srgbClr val="6587ED"/>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8141B6B-1DE6-4044-A2CC-C3616A79C540}"/>
              </a:ext>
            </a:extLst>
          </p:cNvPr>
          <p:cNvSpPr>
            <a:spLocks xmlns:a="http://schemas.openxmlformats.org/drawingml/2006/main" noGrp="1"/>
          </p:cNvSpPr>
          <p:nvPr/>
        </p:nvSpPr>
        <p:spPr>
          <a:xfrm xmlns:a="http://schemas.openxmlformats.org/drawingml/2006/main">
            <a:off x="4068961" y="4686300"/>
            <a:ext cx="66318" cy="123825"/>
          </a:xfrm>
          <a:prstGeom xmlns:a="http://schemas.openxmlformats.org/drawingml/2006/main" prst="rect">
            <a:avLst/>
          </a:prstGeom>
          <a:solidFill xmlns:a="http://schemas.openxmlformats.org/drawingml/2006/main">
            <a:srgbClr val="6B8DEF"/>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69F31FAD-A9BF-436E-9064-A3C9BABF5E3E}"/>
              </a:ext>
            </a:extLst>
          </p:cNvPr>
          <p:cNvSpPr>
            <a:spLocks xmlns:a="http://schemas.openxmlformats.org/drawingml/2006/main" noGrp="1"/>
          </p:cNvSpPr>
          <p:nvPr/>
        </p:nvSpPr>
        <p:spPr>
          <a:xfrm xmlns:a="http://schemas.openxmlformats.org/drawingml/2006/main">
            <a:off x="4131469" y="4686300"/>
            <a:ext cx="66318" cy="123825"/>
          </a:xfrm>
          <a:prstGeom xmlns:a="http://schemas.openxmlformats.org/drawingml/2006/main" prst="rect">
            <a:avLst/>
          </a:prstGeom>
          <a:solidFill xmlns:a="http://schemas.openxmlformats.org/drawingml/2006/main">
            <a:srgbClr val="7292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56C703C-ED3D-48E7-9362-335B75227963}"/>
              </a:ext>
            </a:extLst>
          </p:cNvPr>
          <p:cNvSpPr>
            <a:spLocks xmlns:a="http://schemas.openxmlformats.org/drawingml/2006/main" noGrp="1"/>
          </p:cNvSpPr>
          <p:nvPr/>
        </p:nvSpPr>
        <p:spPr>
          <a:xfrm xmlns:a="http://schemas.openxmlformats.org/drawingml/2006/main">
            <a:off x="4193977" y="4686300"/>
            <a:ext cx="66318" cy="123825"/>
          </a:xfrm>
          <a:prstGeom xmlns:a="http://schemas.openxmlformats.org/drawingml/2006/main" prst="rect">
            <a:avLst/>
          </a:prstGeom>
          <a:solidFill xmlns:a="http://schemas.openxmlformats.org/drawingml/2006/main">
            <a:srgbClr val="7898F1"/>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CECD8506-A1DE-484F-B091-649D9E262C37}"/>
              </a:ext>
            </a:extLst>
          </p:cNvPr>
          <p:cNvSpPr>
            <a:spLocks xmlns:a="http://schemas.openxmlformats.org/drawingml/2006/main" noGrp="1"/>
          </p:cNvSpPr>
          <p:nvPr/>
        </p:nvSpPr>
        <p:spPr>
          <a:xfrm xmlns:a="http://schemas.openxmlformats.org/drawingml/2006/main">
            <a:off x="4256484" y="4686300"/>
            <a:ext cx="66318" cy="123825"/>
          </a:xfrm>
          <a:prstGeom xmlns:a="http://schemas.openxmlformats.org/drawingml/2006/main" prst="rect">
            <a:avLst/>
          </a:prstGeom>
          <a:solidFill xmlns:a="http://schemas.openxmlformats.org/drawingml/2006/main">
            <a:srgbClr val="7E9EF2"/>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5226FEB5-7286-4E2D-90D7-D9E51231617F}"/>
              </a:ext>
            </a:extLst>
          </p:cNvPr>
          <p:cNvSpPr>
            <a:spLocks xmlns:a="http://schemas.openxmlformats.org/drawingml/2006/main" noGrp="1"/>
          </p:cNvSpPr>
          <p:nvPr/>
        </p:nvSpPr>
        <p:spPr>
          <a:xfrm xmlns:a="http://schemas.openxmlformats.org/drawingml/2006/main">
            <a:off x="4318992" y="4686300"/>
            <a:ext cx="66318" cy="123825"/>
          </a:xfrm>
          <a:prstGeom xmlns:a="http://schemas.openxmlformats.org/drawingml/2006/main" prst="rect">
            <a:avLst/>
          </a:prstGeom>
          <a:solidFill xmlns:a="http://schemas.openxmlformats.org/drawingml/2006/main">
            <a:srgbClr val="84A4F3"/>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4FA2D38C-BE9F-4468-996B-C82D78BDA80F}"/>
              </a:ext>
            </a:extLst>
          </p:cNvPr>
          <p:cNvSpPr>
            <a:spLocks xmlns:a="http://schemas.openxmlformats.org/drawingml/2006/main" noGrp="1"/>
          </p:cNvSpPr>
          <p:nvPr/>
        </p:nvSpPr>
        <p:spPr>
          <a:xfrm xmlns:a="http://schemas.openxmlformats.org/drawingml/2006/main">
            <a:off x="4381500" y="4686300"/>
            <a:ext cx="66318" cy="123825"/>
          </a:xfrm>
          <a:prstGeom xmlns:a="http://schemas.openxmlformats.org/drawingml/2006/main" prst="rect">
            <a:avLst/>
          </a:prstGeom>
          <a:solidFill xmlns:a="http://schemas.openxmlformats.org/drawingml/2006/main">
            <a:srgbClr val="8BA9F3"/>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73053589-622B-4BC5-B203-5D2242748A53}"/>
              </a:ext>
            </a:extLst>
          </p:cNvPr>
          <p:cNvSpPr>
            <a:spLocks xmlns:a="http://schemas.openxmlformats.org/drawingml/2006/main" noGrp="1"/>
          </p:cNvSpPr>
          <p:nvPr/>
        </p:nvSpPr>
        <p:spPr>
          <a:xfrm xmlns:a="http://schemas.openxmlformats.org/drawingml/2006/main">
            <a:off x="4444008" y="4686300"/>
            <a:ext cx="66318" cy="123825"/>
          </a:xfrm>
          <a:prstGeom xmlns:a="http://schemas.openxmlformats.org/drawingml/2006/main" prst="rect">
            <a:avLst/>
          </a:prstGeom>
          <a:solidFill xmlns:a="http://schemas.openxmlformats.org/drawingml/2006/main">
            <a:srgbClr val="91AFF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7682957E-8BBA-4B43-A801-5AE378A46918}"/>
              </a:ext>
            </a:extLst>
          </p:cNvPr>
          <p:cNvSpPr>
            <a:spLocks xmlns:a="http://schemas.openxmlformats.org/drawingml/2006/main" noGrp="1"/>
          </p:cNvSpPr>
          <p:nvPr/>
        </p:nvSpPr>
        <p:spPr>
          <a:xfrm xmlns:a="http://schemas.openxmlformats.org/drawingml/2006/main">
            <a:off x="4506516" y="4686300"/>
            <a:ext cx="66318" cy="123825"/>
          </a:xfrm>
          <a:prstGeom xmlns:a="http://schemas.openxmlformats.org/drawingml/2006/main" prst="rect">
            <a:avLst/>
          </a:prstGeom>
          <a:solidFill xmlns:a="http://schemas.openxmlformats.org/drawingml/2006/main">
            <a:srgbClr val="97B5F5"/>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C41581A1-C974-4105-AF1C-3BB5D7ACDB62}"/>
              </a:ext>
            </a:extLst>
          </p:cNvPr>
          <p:cNvSpPr>
            <a:spLocks xmlns:a="http://schemas.openxmlformats.org/drawingml/2006/main" noGrp="1"/>
          </p:cNvSpPr>
          <p:nvPr/>
        </p:nvSpPr>
        <p:spPr>
          <a:xfrm xmlns:a="http://schemas.openxmlformats.org/drawingml/2006/main">
            <a:off x="4569023" y="4686300"/>
            <a:ext cx="66318" cy="123825"/>
          </a:xfrm>
          <a:prstGeom xmlns:a="http://schemas.openxmlformats.org/drawingml/2006/main" prst="rect">
            <a:avLst/>
          </a:prstGeom>
          <a:solidFill xmlns:a="http://schemas.openxmlformats.org/drawingml/2006/main">
            <a:srgbClr val="9DBBF6"/>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64580D2B-9AA8-45A2-90B7-572EA68C894A}"/>
              </a:ext>
            </a:extLst>
          </p:cNvPr>
          <p:cNvSpPr>
            <a:spLocks xmlns:a="http://schemas.openxmlformats.org/drawingml/2006/main" noGrp="1"/>
          </p:cNvSpPr>
          <p:nvPr/>
        </p:nvSpPr>
        <p:spPr>
          <a:xfrm xmlns:a="http://schemas.openxmlformats.org/drawingml/2006/main">
            <a:off x="4631531" y="4686300"/>
            <a:ext cx="66318" cy="123825"/>
          </a:xfrm>
          <a:prstGeom xmlns:a="http://schemas.openxmlformats.org/drawingml/2006/main" prst="rect">
            <a:avLst/>
          </a:prstGeom>
          <a:solidFill xmlns:a="http://schemas.openxmlformats.org/drawingml/2006/main">
            <a:srgbClr val="A4C0F7"/>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F06A62B7-9D2E-4BCC-8FA6-3F0255DC517F}"/>
              </a:ext>
            </a:extLst>
          </p:cNvPr>
          <p:cNvSpPr>
            <a:spLocks xmlns:a="http://schemas.openxmlformats.org/drawingml/2006/main" noGrp="1"/>
          </p:cNvSpPr>
          <p:nvPr/>
        </p:nvSpPr>
        <p:spPr>
          <a:xfrm xmlns:a="http://schemas.openxmlformats.org/drawingml/2006/main">
            <a:off x="4694039" y="4686300"/>
            <a:ext cx="66318" cy="123825"/>
          </a:xfrm>
          <a:prstGeom xmlns:a="http://schemas.openxmlformats.org/drawingml/2006/main" prst="rect">
            <a:avLst/>
          </a:prstGeom>
          <a:solidFill xmlns:a="http://schemas.openxmlformats.org/drawingml/2006/main">
            <a:srgbClr val="AAC6F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2C864E1B-2608-4093-BF4C-B3CAC7A0C85A}"/>
              </a:ext>
            </a:extLst>
          </p:cNvPr>
          <p:cNvSpPr>
            <a:spLocks xmlns:a="http://schemas.openxmlformats.org/drawingml/2006/main" noGrp="1"/>
          </p:cNvSpPr>
          <p:nvPr/>
        </p:nvSpPr>
        <p:spPr>
          <a:xfrm xmlns:a="http://schemas.openxmlformats.org/drawingml/2006/main">
            <a:off x="4756547" y="4686300"/>
            <a:ext cx="66318" cy="123825"/>
          </a:xfrm>
          <a:prstGeom xmlns:a="http://schemas.openxmlformats.org/drawingml/2006/main" prst="rect">
            <a:avLst/>
          </a:prstGeom>
          <a:solidFill xmlns:a="http://schemas.openxmlformats.org/drawingml/2006/main">
            <a:srgbClr val="B2CAF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0013F6F5-5827-425F-AD61-A4C66730F8DE}"/>
              </a:ext>
            </a:extLst>
          </p:cNvPr>
          <p:cNvSpPr>
            <a:spLocks xmlns:a="http://schemas.openxmlformats.org/drawingml/2006/main" noGrp="1"/>
          </p:cNvSpPr>
          <p:nvPr/>
        </p:nvSpPr>
        <p:spPr>
          <a:xfrm xmlns:a="http://schemas.openxmlformats.org/drawingml/2006/main">
            <a:off x="4819055" y="4686300"/>
            <a:ext cx="66318" cy="123825"/>
          </a:xfrm>
          <a:prstGeom xmlns:a="http://schemas.openxmlformats.org/drawingml/2006/main" prst="rect">
            <a:avLst/>
          </a:prstGeom>
          <a:solidFill xmlns:a="http://schemas.openxmlformats.org/drawingml/2006/main">
            <a:srgbClr val="B9CFF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1E87E09C-C20E-40B3-A751-82A206833D8C}"/>
              </a:ext>
            </a:extLst>
          </p:cNvPr>
          <p:cNvSpPr>
            <a:spLocks xmlns:a="http://schemas.openxmlformats.org/drawingml/2006/main" noGrp="1"/>
          </p:cNvSpPr>
          <p:nvPr/>
        </p:nvSpPr>
        <p:spPr>
          <a:xfrm xmlns:a="http://schemas.openxmlformats.org/drawingml/2006/main">
            <a:off x="4881563" y="4686300"/>
            <a:ext cx="66318" cy="123825"/>
          </a:xfrm>
          <a:prstGeom xmlns:a="http://schemas.openxmlformats.org/drawingml/2006/main" prst="rect">
            <a:avLst/>
          </a:prstGeom>
          <a:solidFill xmlns:a="http://schemas.openxmlformats.org/drawingml/2006/main">
            <a:srgbClr val="C0D4F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7A061D59-B899-4E47-9780-5AFE31A7CF17}"/>
              </a:ext>
            </a:extLst>
          </p:cNvPr>
          <p:cNvSpPr>
            <a:spLocks xmlns:a="http://schemas.openxmlformats.org/drawingml/2006/main" noGrp="1"/>
          </p:cNvSpPr>
          <p:nvPr/>
        </p:nvSpPr>
        <p:spPr>
          <a:xfrm xmlns:a="http://schemas.openxmlformats.org/drawingml/2006/main">
            <a:off x="4944070" y="4686300"/>
            <a:ext cx="66318" cy="123825"/>
          </a:xfrm>
          <a:prstGeom xmlns:a="http://schemas.openxmlformats.org/drawingml/2006/main" prst="rect">
            <a:avLst/>
          </a:prstGeom>
          <a:solidFill xmlns:a="http://schemas.openxmlformats.org/drawingml/2006/main">
            <a:srgbClr val="C7D9F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F0A73C0D-D6F9-4806-847A-563492D3DCB9}"/>
              </a:ext>
            </a:extLst>
          </p:cNvPr>
          <p:cNvSpPr>
            <a:spLocks xmlns:a="http://schemas.openxmlformats.org/drawingml/2006/main" noGrp="1"/>
          </p:cNvSpPr>
          <p:nvPr/>
        </p:nvSpPr>
        <p:spPr>
          <a:xfrm xmlns:a="http://schemas.openxmlformats.org/drawingml/2006/main">
            <a:off x="5006578" y="4686300"/>
            <a:ext cx="66318" cy="123825"/>
          </a:xfrm>
          <a:prstGeom xmlns:a="http://schemas.openxmlformats.org/drawingml/2006/main" prst="rect">
            <a:avLst/>
          </a:prstGeom>
          <a:solidFill xmlns:a="http://schemas.openxmlformats.org/drawingml/2006/main">
            <a:srgbClr val="CFDDF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B2D30652-4CBF-4DB9-8E0F-BDF43BD2D788}"/>
              </a:ext>
            </a:extLst>
          </p:cNvPr>
          <p:cNvSpPr>
            <a:spLocks xmlns:a="http://schemas.openxmlformats.org/drawingml/2006/main" noGrp="1"/>
          </p:cNvSpPr>
          <p:nvPr/>
        </p:nvSpPr>
        <p:spPr>
          <a:xfrm xmlns:a="http://schemas.openxmlformats.org/drawingml/2006/main">
            <a:off x="5069086" y="4686300"/>
            <a:ext cx="66318" cy="123825"/>
          </a:xfrm>
          <a:prstGeom xmlns:a="http://schemas.openxmlformats.org/drawingml/2006/main" prst="rect">
            <a:avLst/>
          </a:prstGeom>
          <a:solidFill xmlns:a="http://schemas.openxmlformats.org/drawingml/2006/main">
            <a:srgbClr val="D6E2F7"/>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6E983BA8-ED20-4774-A77C-DA8C6A7F36CB}"/>
              </a:ext>
            </a:extLst>
          </p:cNvPr>
          <p:cNvSpPr>
            <a:spLocks xmlns:a="http://schemas.openxmlformats.org/drawingml/2006/main" noGrp="1"/>
          </p:cNvSpPr>
          <p:nvPr/>
        </p:nvSpPr>
        <p:spPr>
          <a:xfrm xmlns:a="http://schemas.openxmlformats.org/drawingml/2006/main">
            <a:off x="5131594" y="4686300"/>
            <a:ext cx="66318" cy="123825"/>
          </a:xfrm>
          <a:prstGeom xmlns:a="http://schemas.openxmlformats.org/drawingml/2006/main" prst="rect">
            <a:avLst/>
          </a:prstGeom>
          <a:solidFill xmlns:a="http://schemas.openxmlformats.org/drawingml/2006/main">
            <a:srgbClr val="DDE7F7"/>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0A1D33F7-8043-411A-BD0F-ABDE9A0A4A75}"/>
              </a:ext>
            </a:extLst>
          </p:cNvPr>
          <p:cNvSpPr>
            <a:spLocks xmlns:a="http://schemas.openxmlformats.org/drawingml/2006/main" noGrp="1"/>
          </p:cNvSpPr>
          <p:nvPr/>
        </p:nvSpPr>
        <p:spPr>
          <a:xfrm xmlns:a="http://schemas.openxmlformats.org/drawingml/2006/main">
            <a:off x="5194102" y="4686300"/>
            <a:ext cx="66318" cy="123825"/>
          </a:xfrm>
          <a:prstGeom xmlns:a="http://schemas.openxmlformats.org/drawingml/2006/main" prst="rect">
            <a:avLst/>
          </a:prstGeom>
          <a:solidFill xmlns:a="http://schemas.openxmlformats.org/drawingml/2006/main">
            <a:srgbClr val="E5EBF7"/>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D3A7C582-F60C-4181-962B-FF291682AC76}"/>
              </a:ext>
            </a:extLst>
          </p:cNvPr>
          <p:cNvSpPr>
            <a:spLocks xmlns:a="http://schemas.openxmlformats.org/drawingml/2006/main" noGrp="1"/>
          </p:cNvSpPr>
          <p:nvPr/>
        </p:nvSpPr>
        <p:spPr>
          <a:xfrm xmlns:a="http://schemas.openxmlformats.org/drawingml/2006/main">
            <a:off x="5256609" y="4686300"/>
            <a:ext cx="66318" cy="123825"/>
          </a:xfrm>
          <a:prstGeom xmlns:a="http://schemas.openxmlformats.org/drawingml/2006/main" prst="rect">
            <a:avLst/>
          </a:prstGeom>
          <a:solidFill xmlns:a="http://schemas.openxmlformats.org/drawingml/2006/main">
            <a:srgbClr val="ECF0F7"/>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8B849E2D-1610-44E8-BEF7-0E7554C1F3AD}"/>
              </a:ext>
            </a:extLst>
          </p:cNvPr>
          <p:cNvSpPr>
            <a:spLocks xmlns:a="http://schemas.openxmlformats.org/drawingml/2006/main" noGrp="1"/>
          </p:cNvSpPr>
          <p:nvPr/>
        </p:nvSpPr>
        <p:spPr>
          <a:xfrm xmlns:a="http://schemas.openxmlformats.org/drawingml/2006/main">
            <a:off x="5319117" y="4686300"/>
            <a:ext cx="66318" cy="1238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EA5A655A-2A9C-4327-8844-DE62730C977F}"/>
              </a:ext>
            </a:extLst>
          </p:cNvPr>
          <p:cNvSpPr>
            <a:spLocks xmlns:a="http://schemas.openxmlformats.org/drawingml/2006/main" noGrp="1"/>
          </p:cNvSpPr>
          <p:nvPr/>
        </p:nvSpPr>
        <p:spPr>
          <a:xfrm xmlns:a="http://schemas.openxmlformats.org/drawingml/2006/main">
            <a:off x="5381625" y="4686300"/>
            <a:ext cx="66318" cy="123825"/>
          </a:xfrm>
          <a:prstGeom xmlns:a="http://schemas.openxmlformats.org/drawingml/2006/main" prst="rect">
            <a:avLst/>
          </a:prstGeom>
          <a:solidFill xmlns:a="http://schemas.openxmlformats.org/drawingml/2006/main">
            <a:srgbClr val="F7F4F3"/>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EFD28BAB-D598-4548-9237-68BAB0A661DE}"/>
              </a:ext>
            </a:extLst>
          </p:cNvPr>
          <p:cNvSpPr>
            <a:spLocks xmlns:a="http://schemas.openxmlformats.org/drawingml/2006/main" noGrp="1"/>
          </p:cNvSpPr>
          <p:nvPr/>
        </p:nvSpPr>
        <p:spPr>
          <a:xfrm xmlns:a="http://schemas.openxmlformats.org/drawingml/2006/main">
            <a:off x="5444133" y="4686300"/>
            <a:ext cx="66318" cy="123825"/>
          </a:xfrm>
          <a:prstGeom xmlns:a="http://schemas.openxmlformats.org/drawingml/2006/main" prst="rect">
            <a:avLst/>
          </a:prstGeom>
          <a:solidFill xmlns:a="http://schemas.openxmlformats.org/drawingml/2006/main">
            <a:srgbClr val="F7EEEC"/>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949D1718-55F4-4AFA-B08D-31818C960CCC}"/>
              </a:ext>
            </a:extLst>
          </p:cNvPr>
          <p:cNvSpPr>
            <a:spLocks xmlns:a="http://schemas.openxmlformats.org/drawingml/2006/main" noGrp="1"/>
          </p:cNvSpPr>
          <p:nvPr/>
        </p:nvSpPr>
        <p:spPr>
          <a:xfrm xmlns:a="http://schemas.openxmlformats.org/drawingml/2006/main">
            <a:off x="5506641" y="4686300"/>
            <a:ext cx="66318" cy="123825"/>
          </a:xfrm>
          <a:prstGeom xmlns:a="http://schemas.openxmlformats.org/drawingml/2006/main" prst="rect">
            <a:avLst/>
          </a:prstGeom>
          <a:solidFill xmlns:a="http://schemas.openxmlformats.org/drawingml/2006/main">
            <a:srgbClr val="F6E8E4"/>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C708FF3F-CB0C-41BD-9B6B-E9EFD3E26570}"/>
              </a:ext>
            </a:extLst>
          </p:cNvPr>
          <p:cNvSpPr>
            <a:spLocks xmlns:a="http://schemas.openxmlformats.org/drawingml/2006/main" noGrp="1"/>
          </p:cNvSpPr>
          <p:nvPr/>
        </p:nvSpPr>
        <p:spPr>
          <a:xfrm xmlns:a="http://schemas.openxmlformats.org/drawingml/2006/main">
            <a:off x="5569148" y="4686300"/>
            <a:ext cx="66318" cy="123825"/>
          </a:xfrm>
          <a:prstGeom xmlns:a="http://schemas.openxmlformats.org/drawingml/2006/main" prst="rect">
            <a:avLst/>
          </a:prstGeom>
          <a:solidFill xmlns:a="http://schemas.openxmlformats.org/drawingml/2006/main">
            <a:srgbClr val="F6E1DC"/>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8D86FA64-A432-4936-B7F4-5D12F7772CCE}"/>
              </a:ext>
            </a:extLst>
          </p:cNvPr>
          <p:cNvSpPr>
            <a:spLocks xmlns:a="http://schemas.openxmlformats.org/drawingml/2006/main" noGrp="1"/>
          </p:cNvSpPr>
          <p:nvPr/>
        </p:nvSpPr>
        <p:spPr>
          <a:xfrm xmlns:a="http://schemas.openxmlformats.org/drawingml/2006/main">
            <a:off x="5631656" y="4686300"/>
            <a:ext cx="66318" cy="123825"/>
          </a:xfrm>
          <a:prstGeom xmlns:a="http://schemas.openxmlformats.org/drawingml/2006/main" prst="rect">
            <a:avLst/>
          </a:prstGeom>
          <a:solidFill xmlns:a="http://schemas.openxmlformats.org/drawingml/2006/main">
            <a:srgbClr val="F6DBD5"/>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DA21C4C5-950A-4A86-8B0B-A9D137772C7E}"/>
              </a:ext>
            </a:extLst>
          </p:cNvPr>
          <p:cNvSpPr>
            <a:spLocks xmlns:a="http://schemas.openxmlformats.org/drawingml/2006/main" noGrp="1"/>
          </p:cNvSpPr>
          <p:nvPr/>
        </p:nvSpPr>
        <p:spPr>
          <a:xfrm xmlns:a="http://schemas.openxmlformats.org/drawingml/2006/main">
            <a:off x="5694164" y="4686300"/>
            <a:ext cx="66318" cy="123825"/>
          </a:xfrm>
          <a:prstGeom xmlns:a="http://schemas.openxmlformats.org/drawingml/2006/main" prst="rect">
            <a:avLst/>
          </a:prstGeom>
          <a:solidFill xmlns:a="http://schemas.openxmlformats.org/drawingml/2006/main">
            <a:srgbClr val="F5D5CD"/>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961C5233-597B-4F73-9B14-AF60C672DB5B}"/>
              </a:ext>
            </a:extLst>
          </p:cNvPr>
          <p:cNvSpPr>
            <a:spLocks xmlns:a="http://schemas.openxmlformats.org/drawingml/2006/main" noGrp="1"/>
          </p:cNvSpPr>
          <p:nvPr/>
        </p:nvSpPr>
        <p:spPr>
          <a:xfrm xmlns:a="http://schemas.openxmlformats.org/drawingml/2006/main">
            <a:off x="5756672" y="4686300"/>
            <a:ext cx="66318" cy="123825"/>
          </a:xfrm>
          <a:prstGeom xmlns:a="http://schemas.openxmlformats.org/drawingml/2006/main" prst="rect">
            <a:avLst/>
          </a:prstGeom>
          <a:solidFill xmlns:a="http://schemas.openxmlformats.org/drawingml/2006/main">
            <a:srgbClr val="F5CFC6"/>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57FBC4A1-520B-4927-B2D1-57369E57E892}"/>
              </a:ext>
            </a:extLst>
          </p:cNvPr>
          <p:cNvSpPr>
            <a:spLocks xmlns:a="http://schemas.openxmlformats.org/drawingml/2006/main" noGrp="1"/>
          </p:cNvSpPr>
          <p:nvPr/>
        </p:nvSpPr>
        <p:spPr>
          <a:xfrm xmlns:a="http://schemas.openxmlformats.org/drawingml/2006/main">
            <a:off x="5819180" y="4686300"/>
            <a:ext cx="66318" cy="123825"/>
          </a:xfrm>
          <a:prstGeom xmlns:a="http://schemas.openxmlformats.org/drawingml/2006/main" prst="rect">
            <a:avLst/>
          </a:prstGeom>
          <a:solidFill xmlns:a="http://schemas.openxmlformats.org/drawingml/2006/main">
            <a:srgbClr val="F5C9BE"/>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E4454E71-C83B-4AFA-AED6-02D5AEE7B764}"/>
              </a:ext>
            </a:extLst>
          </p:cNvPr>
          <p:cNvSpPr>
            <a:spLocks xmlns:a="http://schemas.openxmlformats.org/drawingml/2006/main" noGrp="1"/>
          </p:cNvSpPr>
          <p:nvPr/>
        </p:nvSpPr>
        <p:spPr>
          <a:xfrm xmlns:a="http://schemas.openxmlformats.org/drawingml/2006/main">
            <a:off x="5881688" y="4686300"/>
            <a:ext cx="66318" cy="123825"/>
          </a:xfrm>
          <a:prstGeom xmlns:a="http://schemas.openxmlformats.org/drawingml/2006/main" prst="rect">
            <a:avLst/>
          </a:prstGeom>
          <a:solidFill xmlns:a="http://schemas.openxmlformats.org/drawingml/2006/main">
            <a:srgbClr val="F5C2B6"/>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5C01F19C-3D51-4A42-AD0C-6BB9ECB86AC5}"/>
              </a:ext>
            </a:extLst>
          </p:cNvPr>
          <p:cNvSpPr>
            <a:spLocks xmlns:a="http://schemas.openxmlformats.org/drawingml/2006/main" noGrp="1"/>
          </p:cNvSpPr>
          <p:nvPr/>
        </p:nvSpPr>
        <p:spPr>
          <a:xfrm xmlns:a="http://schemas.openxmlformats.org/drawingml/2006/main">
            <a:off x="5944195" y="4686300"/>
            <a:ext cx="66318" cy="123825"/>
          </a:xfrm>
          <a:prstGeom xmlns:a="http://schemas.openxmlformats.org/drawingml/2006/main" prst="rect">
            <a:avLst/>
          </a:prstGeom>
          <a:solidFill xmlns:a="http://schemas.openxmlformats.org/drawingml/2006/main">
            <a:srgbClr val="F4BCA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07A3EEC3-25DB-4B04-8E49-2442D08505B1}"/>
              </a:ext>
            </a:extLst>
          </p:cNvPr>
          <p:cNvSpPr>
            <a:spLocks xmlns:a="http://schemas.openxmlformats.org/drawingml/2006/main" noGrp="1"/>
          </p:cNvSpPr>
          <p:nvPr/>
        </p:nvSpPr>
        <p:spPr>
          <a:xfrm xmlns:a="http://schemas.openxmlformats.org/drawingml/2006/main">
            <a:off x="6006703" y="4686300"/>
            <a:ext cx="66318" cy="123825"/>
          </a:xfrm>
          <a:prstGeom xmlns:a="http://schemas.openxmlformats.org/drawingml/2006/main" prst="rect">
            <a:avLst/>
          </a:prstGeom>
          <a:solidFill xmlns:a="http://schemas.openxmlformats.org/drawingml/2006/main">
            <a:srgbClr val="F4B6A7"/>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7667AF92-FAF7-4D29-9241-859F5FBC6A40}"/>
              </a:ext>
            </a:extLst>
          </p:cNvPr>
          <p:cNvSpPr>
            <a:spLocks xmlns:a="http://schemas.openxmlformats.org/drawingml/2006/main" noGrp="1"/>
          </p:cNvSpPr>
          <p:nvPr/>
        </p:nvSpPr>
        <p:spPr>
          <a:xfrm xmlns:a="http://schemas.openxmlformats.org/drawingml/2006/main">
            <a:off x="6069211" y="4686300"/>
            <a:ext cx="66318" cy="123825"/>
          </a:xfrm>
          <a:prstGeom xmlns:a="http://schemas.openxmlformats.org/drawingml/2006/main" prst="rect">
            <a:avLst/>
          </a:prstGeom>
          <a:solidFill xmlns:a="http://schemas.openxmlformats.org/drawingml/2006/main">
            <a:srgbClr val="F2AFA0"/>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37775F2D-9919-43DB-83BF-AAD7FCEDFE3F}"/>
              </a:ext>
            </a:extLst>
          </p:cNvPr>
          <p:cNvSpPr>
            <a:spLocks xmlns:a="http://schemas.openxmlformats.org/drawingml/2006/main" noGrp="1"/>
          </p:cNvSpPr>
          <p:nvPr/>
        </p:nvSpPr>
        <p:spPr>
          <a:xfrm xmlns:a="http://schemas.openxmlformats.org/drawingml/2006/main">
            <a:off x="6131719" y="4686300"/>
            <a:ext cx="66318" cy="123825"/>
          </a:xfrm>
          <a:prstGeom xmlns:a="http://schemas.openxmlformats.org/drawingml/2006/main" prst="rect">
            <a:avLst/>
          </a:prstGeom>
          <a:solidFill xmlns:a="http://schemas.openxmlformats.org/drawingml/2006/main">
            <a:srgbClr val="F0A79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F5C6A476-A0F8-4BD2-972B-9FA4CB82B093}"/>
              </a:ext>
            </a:extLst>
          </p:cNvPr>
          <p:cNvSpPr>
            <a:spLocks xmlns:a="http://schemas.openxmlformats.org/drawingml/2006/main" noGrp="1"/>
          </p:cNvSpPr>
          <p:nvPr/>
        </p:nvSpPr>
        <p:spPr>
          <a:xfrm xmlns:a="http://schemas.openxmlformats.org/drawingml/2006/main">
            <a:off x="6194227" y="4686300"/>
            <a:ext cx="66318" cy="123825"/>
          </a:xfrm>
          <a:prstGeom xmlns:a="http://schemas.openxmlformats.org/drawingml/2006/main" prst="rect">
            <a:avLst/>
          </a:prstGeom>
          <a:solidFill xmlns:a="http://schemas.openxmlformats.org/drawingml/2006/main">
            <a:srgbClr val="EEA091"/>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61C5F9AB-6705-4503-B519-AC16E9A1AF09}"/>
              </a:ext>
            </a:extLst>
          </p:cNvPr>
          <p:cNvSpPr>
            <a:spLocks xmlns:a="http://schemas.openxmlformats.org/drawingml/2006/main" noGrp="1"/>
          </p:cNvSpPr>
          <p:nvPr/>
        </p:nvSpPr>
        <p:spPr>
          <a:xfrm xmlns:a="http://schemas.openxmlformats.org/drawingml/2006/main">
            <a:off x="6256734" y="4686300"/>
            <a:ext cx="66318" cy="123825"/>
          </a:xfrm>
          <a:prstGeom xmlns:a="http://schemas.openxmlformats.org/drawingml/2006/main" prst="rect">
            <a:avLst/>
          </a:prstGeom>
          <a:solidFill xmlns:a="http://schemas.openxmlformats.org/drawingml/2006/main">
            <a:srgbClr val="EC9989"/>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BAC8B12D-E2B0-44FF-AC95-113B6A5EF3F8}"/>
              </a:ext>
            </a:extLst>
          </p:cNvPr>
          <p:cNvSpPr>
            <a:spLocks xmlns:a="http://schemas.openxmlformats.org/drawingml/2006/main" noGrp="1"/>
          </p:cNvSpPr>
          <p:nvPr/>
        </p:nvSpPr>
        <p:spPr>
          <a:xfrm xmlns:a="http://schemas.openxmlformats.org/drawingml/2006/main">
            <a:off x="6319242" y="4686300"/>
            <a:ext cx="66318" cy="123825"/>
          </a:xfrm>
          <a:prstGeom xmlns:a="http://schemas.openxmlformats.org/drawingml/2006/main" prst="rect">
            <a:avLst/>
          </a:prstGeom>
          <a:solidFill xmlns:a="http://schemas.openxmlformats.org/drawingml/2006/main">
            <a:srgbClr val="EA9182"/>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BAC06564-02F0-4573-8D6D-B3C14D38FB71}"/>
              </a:ext>
            </a:extLst>
          </p:cNvPr>
          <p:cNvSpPr>
            <a:spLocks xmlns:a="http://schemas.openxmlformats.org/drawingml/2006/main" noGrp="1"/>
          </p:cNvSpPr>
          <p:nvPr/>
        </p:nvSpPr>
        <p:spPr>
          <a:xfrm xmlns:a="http://schemas.openxmlformats.org/drawingml/2006/main">
            <a:off x="6381750" y="4686300"/>
            <a:ext cx="66318" cy="123825"/>
          </a:xfrm>
          <a:prstGeom xmlns:a="http://schemas.openxmlformats.org/drawingml/2006/main" prst="rect">
            <a:avLst/>
          </a:prstGeom>
          <a:solidFill xmlns:a="http://schemas.openxmlformats.org/drawingml/2006/main">
            <a:srgbClr val="E78A7A"/>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D96D1621-AE05-4CBF-B9C7-59A0F36C4480}"/>
              </a:ext>
            </a:extLst>
          </p:cNvPr>
          <p:cNvSpPr>
            <a:spLocks xmlns:a="http://schemas.openxmlformats.org/drawingml/2006/main" noGrp="1"/>
          </p:cNvSpPr>
          <p:nvPr/>
        </p:nvSpPr>
        <p:spPr>
          <a:xfrm xmlns:a="http://schemas.openxmlformats.org/drawingml/2006/main">
            <a:off x="6444258" y="4686300"/>
            <a:ext cx="66318" cy="123825"/>
          </a:xfrm>
          <a:prstGeom xmlns:a="http://schemas.openxmlformats.org/drawingml/2006/main" prst="rect">
            <a:avLst/>
          </a:prstGeom>
          <a:solidFill xmlns:a="http://schemas.openxmlformats.org/drawingml/2006/main">
            <a:srgbClr val="E58273"/>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35548936-3AB9-466F-8264-6A3E5C9D166E}"/>
              </a:ext>
            </a:extLst>
          </p:cNvPr>
          <p:cNvSpPr>
            <a:spLocks xmlns:a="http://schemas.openxmlformats.org/drawingml/2006/main" noGrp="1"/>
          </p:cNvSpPr>
          <p:nvPr/>
        </p:nvSpPr>
        <p:spPr>
          <a:xfrm xmlns:a="http://schemas.openxmlformats.org/drawingml/2006/main">
            <a:off x="6506766" y="4686300"/>
            <a:ext cx="66318" cy="123825"/>
          </a:xfrm>
          <a:prstGeom xmlns:a="http://schemas.openxmlformats.org/drawingml/2006/main" prst="rect">
            <a:avLst/>
          </a:prstGeom>
          <a:solidFill xmlns:a="http://schemas.openxmlformats.org/drawingml/2006/main">
            <a:srgbClr val="E37B6B"/>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9E4E5C9D-C75E-415F-B406-7692F6B80D46}"/>
              </a:ext>
            </a:extLst>
          </p:cNvPr>
          <p:cNvSpPr>
            <a:spLocks xmlns:a="http://schemas.openxmlformats.org/drawingml/2006/main" noGrp="1"/>
          </p:cNvSpPr>
          <p:nvPr/>
        </p:nvSpPr>
        <p:spPr>
          <a:xfrm xmlns:a="http://schemas.openxmlformats.org/drawingml/2006/main">
            <a:off x="6569273" y="4686300"/>
            <a:ext cx="66318" cy="123825"/>
          </a:xfrm>
          <a:prstGeom xmlns:a="http://schemas.openxmlformats.org/drawingml/2006/main" prst="rect">
            <a:avLst/>
          </a:prstGeom>
          <a:solidFill xmlns:a="http://schemas.openxmlformats.org/drawingml/2006/main">
            <a:srgbClr val="E17464"/>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4A82EA99-0011-4F73-B1B6-1EF37A7E234E}"/>
              </a:ext>
            </a:extLst>
          </p:cNvPr>
          <p:cNvSpPr>
            <a:spLocks xmlns:a="http://schemas.openxmlformats.org/drawingml/2006/main" noGrp="1"/>
          </p:cNvSpPr>
          <p:nvPr/>
        </p:nvSpPr>
        <p:spPr>
          <a:xfrm xmlns:a="http://schemas.openxmlformats.org/drawingml/2006/main">
            <a:off x="6631781" y="4686300"/>
            <a:ext cx="66318" cy="123825"/>
          </a:xfrm>
          <a:prstGeom xmlns:a="http://schemas.openxmlformats.org/drawingml/2006/main" prst="rect">
            <a:avLst/>
          </a:prstGeom>
          <a:solidFill xmlns:a="http://schemas.openxmlformats.org/drawingml/2006/main">
            <a:srgbClr val="DF6C5C"/>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4DD7B80E-46C8-4CB5-9934-1834A68D667C}"/>
              </a:ext>
            </a:extLst>
          </p:cNvPr>
          <p:cNvSpPr>
            <a:spLocks xmlns:a="http://schemas.openxmlformats.org/drawingml/2006/main" noGrp="1"/>
          </p:cNvSpPr>
          <p:nvPr/>
        </p:nvSpPr>
        <p:spPr>
          <a:xfrm xmlns:a="http://schemas.openxmlformats.org/drawingml/2006/main">
            <a:off x="6694289" y="4686300"/>
            <a:ext cx="66318" cy="123825"/>
          </a:xfrm>
          <a:prstGeom xmlns:a="http://schemas.openxmlformats.org/drawingml/2006/main" prst="rect">
            <a:avLst/>
          </a:prstGeom>
          <a:solidFill xmlns:a="http://schemas.openxmlformats.org/drawingml/2006/main">
            <a:srgbClr val="DC6455"/>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EBCA3F60-7E9C-4297-8DE6-E984098223ED}"/>
              </a:ext>
            </a:extLst>
          </p:cNvPr>
          <p:cNvSpPr>
            <a:spLocks xmlns:a="http://schemas.openxmlformats.org/drawingml/2006/main" noGrp="1"/>
          </p:cNvSpPr>
          <p:nvPr/>
        </p:nvSpPr>
        <p:spPr>
          <a:xfrm xmlns:a="http://schemas.openxmlformats.org/drawingml/2006/main">
            <a:off x="6756797" y="4686300"/>
            <a:ext cx="66318" cy="123825"/>
          </a:xfrm>
          <a:prstGeom xmlns:a="http://schemas.openxmlformats.org/drawingml/2006/main" prst="rect">
            <a:avLst/>
          </a:prstGeom>
          <a:solidFill xmlns:a="http://schemas.openxmlformats.org/drawingml/2006/main">
            <a:srgbClr val="D95B51"/>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4624BFFD-76D3-49A5-B060-2C56B1983F8F}"/>
              </a:ext>
            </a:extLst>
          </p:cNvPr>
          <p:cNvSpPr>
            <a:spLocks xmlns:a="http://schemas.openxmlformats.org/drawingml/2006/main" noGrp="1"/>
          </p:cNvSpPr>
          <p:nvPr/>
        </p:nvSpPr>
        <p:spPr>
          <a:xfrm xmlns:a="http://schemas.openxmlformats.org/drawingml/2006/main">
            <a:off x="6819305" y="4686300"/>
            <a:ext cx="66318" cy="123825"/>
          </a:xfrm>
          <a:prstGeom xmlns:a="http://schemas.openxmlformats.org/drawingml/2006/main" prst="rect">
            <a:avLst/>
          </a:prstGeom>
          <a:solidFill xmlns:a="http://schemas.openxmlformats.org/drawingml/2006/main">
            <a:srgbClr val="D5524C"/>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8716FC23-68B5-468B-BCF0-7F4F5C168CDE}"/>
              </a:ext>
            </a:extLst>
          </p:cNvPr>
          <p:cNvSpPr>
            <a:spLocks xmlns:a="http://schemas.openxmlformats.org/drawingml/2006/main" noGrp="1"/>
          </p:cNvSpPr>
          <p:nvPr/>
        </p:nvSpPr>
        <p:spPr>
          <a:xfrm xmlns:a="http://schemas.openxmlformats.org/drawingml/2006/main">
            <a:off x="6881813" y="4686300"/>
            <a:ext cx="66318" cy="123825"/>
          </a:xfrm>
          <a:prstGeom xmlns:a="http://schemas.openxmlformats.org/drawingml/2006/main" prst="rect">
            <a:avLst/>
          </a:prstGeom>
          <a:solidFill xmlns:a="http://schemas.openxmlformats.org/drawingml/2006/main">
            <a:srgbClr val="D14948"/>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0BDFA0C0-1D1A-4166-BCEF-7B0713A1F97F}"/>
              </a:ext>
            </a:extLst>
          </p:cNvPr>
          <p:cNvSpPr>
            <a:spLocks xmlns:a="http://schemas.openxmlformats.org/drawingml/2006/main" noGrp="1"/>
          </p:cNvSpPr>
          <p:nvPr/>
        </p:nvSpPr>
        <p:spPr>
          <a:xfrm xmlns:a="http://schemas.openxmlformats.org/drawingml/2006/main">
            <a:off x="6944320" y="4686300"/>
            <a:ext cx="66318" cy="123825"/>
          </a:xfrm>
          <a:prstGeom xmlns:a="http://schemas.openxmlformats.org/drawingml/2006/main" prst="rect">
            <a:avLst/>
          </a:prstGeom>
          <a:solidFill xmlns:a="http://schemas.openxmlformats.org/drawingml/2006/main">
            <a:srgbClr val="CD4043"/>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599B4B97-81D9-40EA-9AE4-46CF504064F4}"/>
              </a:ext>
            </a:extLst>
          </p:cNvPr>
          <p:cNvSpPr>
            <a:spLocks xmlns:a="http://schemas.openxmlformats.org/drawingml/2006/main" noGrp="1"/>
          </p:cNvSpPr>
          <p:nvPr/>
        </p:nvSpPr>
        <p:spPr>
          <a:xfrm xmlns:a="http://schemas.openxmlformats.org/drawingml/2006/main">
            <a:off x="7006828" y="4686300"/>
            <a:ext cx="66318" cy="123825"/>
          </a:xfrm>
          <a:prstGeom xmlns:a="http://schemas.openxmlformats.org/drawingml/2006/main" prst="rect">
            <a:avLst/>
          </a:prstGeom>
          <a:solidFill xmlns:a="http://schemas.openxmlformats.org/drawingml/2006/main">
            <a:srgbClr val="C9373F"/>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770ECAD1-860C-4EA8-B4CD-11582337F2CE}"/>
              </a:ext>
            </a:extLst>
          </p:cNvPr>
          <p:cNvSpPr>
            <a:spLocks xmlns:a="http://schemas.openxmlformats.org/drawingml/2006/main" noGrp="1"/>
          </p:cNvSpPr>
          <p:nvPr/>
        </p:nvSpPr>
        <p:spPr>
          <a:xfrm xmlns:a="http://schemas.openxmlformats.org/drawingml/2006/main">
            <a:off x="7069336" y="4686300"/>
            <a:ext cx="66318" cy="123825"/>
          </a:xfrm>
          <a:prstGeom xmlns:a="http://schemas.openxmlformats.org/drawingml/2006/main" prst="rect">
            <a:avLst/>
          </a:prstGeom>
          <a:solidFill xmlns:a="http://schemas.openxmlformats.org/drawingml/2006/main">
            <a:srgbClr val="C52D3A"/>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5C2AC248-E2E9-483D-ADB3-0BF76219E9AC}"/>
              </a:ext>
            </a:extLst>
          </p:cNvPr>
          <p:cNvSpPr>
            <a:spLocks xmlns:a="http://schemas.openxmlformats.org/drawingml/2006/main" noGrp="1"/>
          </p:cNvSpPr>
          <p:nvPr/>
        </p:nvSpPr>
        <p:spPr>
          <a:xfrm xmlns:a="http://schemas.openxmlformats.org/drawingml/2006/main">
            <a:off x="7131844" y="4686300"/>
            <a:ext cx="66318" cy="123825"/>
          </a:xfrm>
          <a:prstGeom xmlns:a="http://schemas.openxmlformats.org/drawingml/2006/main" prst="rect">
            <a:avLst/>
          </a:prstGeom>
          <a:solidFill xmlns:a="http://schemas.openxmlformats.org/drawingml/2006/main">
            <a:srgbClr val="C12436"/>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EE85F558-031C-4302-8C9A-A4753C1DAC9E}"/>
              </a:ext>
            </a:extLst>
          </p:cNvPr>
          <p:cNvSpPr>
            <a:spLocks xmlns:a="http://schemas.openxmlformats.org/drawingml/2006/main" noGrp="1"/>
          </p:cNvSpPr>
          <p:nvPr/>
        </p:nvSpPr>
        <p:spPr>
          <a:xfrm xmlns:a="http://schemas.openxmlformats.org/drawingml/2006/main">
            <a:off x="7194352" y="4686300"/>
            <a:ext cx="66318" cy="123825"/>
          </a:xfrm>
          <a:prstGeom xmlns:a="http://schemas.openxmlformats.org/drawingml/2006/main" prst="rect">
            <a:avLst/>
          </a:prstGeom>
          <a:solidFill xmlns:a="http://schemas.openxmlformats.org/drawingml/2006/main">
            <a:srgbClr val="BE1B31"/>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8E4645C2-4E79-4593-8EF5-148F0CE201CB}"/>
              </a:ext>
            </a:extLst>
          </p:cNvPr>
          <p:cNvSpPr>
            <a:spLocks xmlns:a="http://schemas.openxmlformats.org/drawingml/2006/main" noGrp="1"/>
          </p:cNvSpPr>
          <p:nvPr/>
        </p:nvSpPr>
        <p:spPr>
          <a:xfrm xmlns:a="http://schemas.openxmlformats.org/drawingml/2006/main">
            <a:off x="7256859" y="4686300"/>
            <a:ext cx="66318" cy="123825"/>
          </a:xfrm>
          <a:prstGeom xmlns:a="http://schemas.openxmlformats.org/drawingml/2006/main" prst="rect">
            <a:avLst/>
          </a:prstGeom>
          <a:solidFill xmlns:a="http://schemas.openxmlformats.org/drawingml/2006/main">
            <a:srgbClr val="BA122D"/>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B50C9316-4083-47B6-8EFC-B3541274D61A}"/>
              </a:ext>
            </a:extLst>
          </p:cNvPr>
          <p:cNvSpPr>
            <a:spLocks xmlns:a="http://schemas.openxmlformats.org/drawingml/2006/main" noGrp="1"/>
          </p:cNvSpPr>
          <p:nvPr/>
        </p:nvSpPr>
        <p:spPr>
          <a:xfrm xmlns:a="http://schemas.openxmlformats.org/drawingml/2006/main">
            <a:off x="7319367" y="4686300"/>
            <a:ext cx="66318" cy="123825"/>
          </a:xfrm>
          <a:prstGeom xmlns:a="http://schemas.openxmlformats.org/drawingml/2006/main" prst="rect">
            <a:avLst/>
          </a:prstGeom>
          <a:solidFill xmlns:a="http://schemas.openxmlformats.org/drawingml/2006/main">
            <a:srgbClr val="B60928"/>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EBB1DE99-0B51-4FED-BA27-5F492257B7C9}"/>
              </a:ext>
            </a:extLst>
          </p:cNvPr>
          <p:cNvSpPr>
            <a:spLocks xmlns:a="http://schemas.openxmlformats.org/drawingml/2006/main" noGrp="1"/>
          </p:cNvSpPr>
          <p:nvPr/>
        </p:nvSpPr>
        <p:spPr>
          <a:xfrm xmlns:a="http://schemas.openxmlformats.org/drawingml/2006/main">
            <a:off x="3381375" y="4686300"/>
            <a:ext cx="40005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06" name="">
            <a:extLst xmlns:a="http://schemas.openxmlformats.org/drawingml/2006/main">
              <a:ext uri="{FF2B5EF4-FFF2-40B4-BE49-F238E27FC236}">
                <a16:creationId xmlns:a16="http://schemas.microsoft.com/office/drawing/2014/main" id="{30141FF1-B99C-4C25-ACD7-A810E7213F5E}"/>
              </a:ext>
            </a:extLst>
          </p:cNvPr>
          <p:cNvSpPr>
            <a:spLocks xmlns:a="http://schemas.openxmlformats.org/drawingml/2006/main" noGrp="1"/>
          </p:cNvSpPr>
          <p:nvPr/>
        </p:nvSpPr>
        <p:spPr>
          <a:xfrm xmlns:a="http://schemas.openxmlformats.org/drawingml/2006/main">
            <a:off x="33813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7" name="">
            <a:extLst xmlns:a="http://schemas.openxmlformats.org/drawingml/2006/main">
              <a:ext uri="{FF2B5EF4-FFF2-40B4-BE49-F238E27FC236}">
                <a16:creationId xmlns:a16="http://schemas.microsoft.com/office/drawing/2014/main" id="{C261F016-7D85-41F0-B0D0-2DB74A06CAB1}"/>
              </a:ext>
            </a:extLst>
          </p:cNvPr>
          <p:cNvSpPr>
            <a:spLocks xmlns:a="http://schemas.openxmlformats.org/drawingml/2006/main" noGrp="1"/>
          </p:cNvSpPr>
          <p:nvPr/>
        </p:nvSpPr>
        <p:spPr>
          <a:xfrm xmlns:a="http://schemas.openxmlformats.org/drawingml/2006/main">
            <a:off x="30384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−50</a:t>
            </a:r>
          </a:p>
        </p:txBody>
      </p:sp>
      <p:sp>
        <p:nvSpPr>
          <p:cNvPr id="108" name="">
            <a:extLst xmlns:a="http://schemas.openxmlformats.org/drawingml/2006/main">
              <a:ext uri="{FF2B5EF4-FFF2-40B4-BE49-F238E27FC236}">
                <a16:creationId xmlns:a16="http://schemas.microsoft.com/office/drawing/2014/main" id="{E708CD71-3E9D-4D44-9DB2-206DF1780875}"/>
              </a:ext>
            </a:extLst>
          </p:cNvPr>
          <p:cNvSpPr>
            <a:spLocks xmlns:a="http://schemas.openxmlformats.org/drawingml/2006/main" noGrp="1"/>
          </p:cNvSpPr>
          <p:nvPr/>
        </p:nvSpPr>
        <p:spPr>
          <a:xfrm xmlns:a="http://schemas.openxmlformats.org/drawingml/2006/main">
            <a:off x="538162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9" name="">
            <a:extLst xmlns:a="http://schemas.openxmlformats.org/drawingml/2006/main">
              <a:ext uri="{FF2B5EF4-FFF2-40B4-BE49-F238E27FC236}">
                <a16:creationId xmlns:a16="http://schemas.microsoft.com/office/drawing/2014/main" id="{75974C37-0C34-4D3E-9A1D-F826B659D3D4}"/>
              </a:ext>
            </a:extLst>
          </p:cNvPr>
          <p:cNvSpPr>
            <a:spLocks xmlns:a="http://schemas.openxmlformats.org/drawingml/2006/main" noGrp="1"/>
          </p:cNvSpPr>
          <p:nvPr/>
        </p:nvSpPr>
        <p:spPr>
          <a:xfrm xmlns:a="http://schemas.openxmlformats.org/drawingml/2006/main">
            <a:off x="503872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0</a:t>
            </a:r>
          </a:p>
        </p:txBody>
      </p:sp>
      <p:sp>
        <p:nvSpPr>
          <p:cNvPr id="110" name="">
            <a:extLst xmlns:a="http://schemas.openxmlformats.org/drawingml/2006/main">
              <a:ext uri="{FF2B5EF4-FFF2-40B4-BE49-F238E27FC236}">
                <a16:creationId xmlns:a16="http://schemas.microsoft.com/office/drawing/2014/main" id="{6C79D874-9076-4283-9F88-19A8B4F76660}"/>
              </a:ext>
            </a:extLst>
          </p:cNvPr>
          <p:cNvSpPr>
            <a:spLocks xmlns:a="http://schemas.openxmlformats.org/drawingml/2006/main" noGrp="1"/>
          </p:cNvSpPr>
          <p:nvPr/>
        </p:nvSpPr>
        <p:spPr>
          <a:xfrm xmlns:a="http://schemas.openxmlformats.org/drawingml/2006/main">
            <a:off x="73818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11" name="">
            <a:extLst xmlns:a="http://schemas.openxmlformats.org/drawingml/2006/main">
              <a:ext uri="{FF2B5EF4-FFF2-40B4-BE49-F238E27FC236}">
                <a16:creationId xmlns:a16="http://schemas.microsoft.com/office/drawing/2014/main" id="{D4FA9026-0796-4EF4-9396-7AA911F9B4AC}"/>
              </a:ext>
            </a:extLst>
          </p:cNvPr>
          <p:cNvSpPr>
            <a:spLocks xmlns:a="http://schemas.openxmlformats.org/drawingml/2006/main" noGrp="1"/>
          </p:cNvSpPr>
          <p:nvPr/>
        </p:nvSpPr>
        <p:spPr>
          <a:xfrm xmlns:a="http://schemas.openxmlformats.org/drawingml/2006/main">
            <a:off x="70389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+50</a:t>
            </a:r>
          </a:p>
        </p:txBody>
      </p:sp>
      <p:sp>
        <p:nvSpPr>
          <p:cNvPr id="112" name="">
            <a:extLst xmlns:a="http://schemas.openxmlformats.org/drawingml/2006/main">
              <a:ext uri="{FF2B5EF4-FFF2-40B4-BE49-F238E27FC236}">
                <a16:creationId xmlns:a16="http://schemas.microsoft.com/office/drawing/2014/main" id="{4EDB8BE2-67BD-4B4F-B169-DA993A41F9BE}"/>
              </a:ext>
            </a:extLst>
          </p:cNvPr>
          <p:cNvSpPr>
            <a:spLocks xmlns:a="http://schemas.openxmlformats.org/drawingml/2006/main" noGrp="1"/>
          </p:cNvSpPr>
          <p:nvPr/>
        </p:nvSpPr>
        <p:spPr>
          <a:xfrm xmlns:a="http://schemas.openxmlformats.org/drawingml/2006/main">
            <a:off x="3381375" y="4476750"/>
            <a:ext cx="4000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⟨ε⟩: δs [%], 表示範囲 ±50%</a:t>
            </a:r>
          </a:p>
        </p:txBody>
      </p:sp>
      <p:sp>
        <p:nvSpPr>
          <p:cNvPr id="113" name="">
            <a:extLst xmlns:a="http://schemas.openxmlformats.org/drawingml/2006/main">
              <a:ext uri="{FF2B5EF4-FFF2-40B4-BE49-F238E27FC236}">
                <a16:creationId xmlns:a16="http://schemas.microsoft.com/office/drawing/2014/main" id="{805369FB-85B2-4075-955A-4E524D19C463}"/>
              </a:ext>
            </a:extLst>
          </p:cNvPr>
          <p:cNvSpPr>
            <a:spLocks xmlns:a="http://schemas.openxmlformats.org/drawingml/2006/main" noGrp="1"/>
          </p:cNvSpPr>
          <p:nvPr/>
        </p:nvSpPr>
        <p:spPr>
          <a:xfrm xmlns:a="http://schemas.openxmlformats.org/drawingml/2006/main">
            <a:off x="3381375" y="5010150"/>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青： 標準COMSOLより低い　赤： 標準COMSOLより高い。統計は未クリップ節点値</a:t>
            </a:r>
          </a:p>
        </p:txBody>
      </p:sp>
      <p:sp>
        <p:nvSpPr>
          <p:cNvPr id="114" name="">
            <a:extLst xmlns:a="http://schemas.openxmlformats.org/drawingml/2006/main">
              <a:ext uri="{FF2B5EF4-FFF2-40B4-BE49-F238E27FC236}">
                <a16:creationId xmlns:a16="http://schemas.microsoft.com/office/drawing/2014/main" id="{3C007E01-A281-4C92-B08D-4CA9D3E53DB5}"/>
              </a:ext>
            </a:extLst>
          </p:cNvPr>
          <p:cNvSpPr>
            <a:spLocks xmlns:a="http://schemas.openxmlformats.org/drawingml/2006/main" noGrp="1"/>
          </p:cNvSpPr>
          <p:nvPr/>
        </p:nvSpPr>
        <p:spPr>
          <a:xfrm xmlns:a="http://schemas.openxmlformats.org/drawingml/2006/main">
            <a:off x="7715250" y="4638675"/>
            <a:ext cx="3667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90" b="0" i="0">
                <a:solidFill>
                  <a:srgbClr val="2F2F2F"/>
                </a:solidFill>
                <a:latin typeface="Noto Sans JP"/>
                <a:ea typeface="Noto Sans JP"/>
                <a:cs typeface="Noto Sans JP"/>
              </a:defRPr>
            </a:pPr>
            <a:r>
              <a:rPr sz="990" b="0" i="0">
                <a:solidFill>
                  <a:srgbClr val="2F2F2F"/>
                </a:solidFill>
                <a:latin typeface="Noto Sans JP"/>
                <a:ea typeface="Noto Sans JP"/>
                <a:cs typeface="Noto Sans JP"/>
              </a:rPr>
              <a:t>Swarm 3手法</a:t>
            </a:r>
            <a:r>
              <a:rPr sz="990" b="0" i="0">
                <a:solidFill>
                  <a:srgbClr val="2F2F2F"/>
                </a:solidFill>
                <a:latin typeface="Noto Sans JP"/>
                <a:ea typeface="Noto Sans JP"/>
                <a:cs typeface="Noto Sans JP"/>
              </a:rPr>
              <a:t>で正偏差が広がる。高い</a:t>
            </a:r>
            <a:r>
              <a:rPr sz="990" b="0" i="0">
                <a:solidFill>
                  <a:srgbClr val="2F2F2F"/>
                </a:solidFill>
                <a:latin typeface="Noto Sans JP"/>
                <a:ea typeface="Noto Sans JP"/>
                <a:cs typeface="Noto Sans JP"/>
              </a:rPr>
              <a:t>局所平均エネルギー</a:t>
            </a:r>
            <a:r>
              <a:rPr sz="990" b="0" i="0">
                <a:solidFill>
                  <a:srgbClr val="2F2F2F"/>
                </a:solidFill>
                <a:latin typeface="Noto Sans JP"/>
                <a:ea typeface="Noto Sans JP"/>
                <a:cs typeface="Noto Sans JP"/>
              </a:rPr>
              <a:t>が励起・電離</a:t>
            </a:r>
            <a:r>
              <a:rPr sz="990" b="0" i="0">
                <a:solidFill>
                  <a:srgbClr val="2F2F2F"/>
                </a:solidFill>
                <a:latin typeface="Noto Sans JP"/>
                <a:ea typeface="Noto Sans JP"/>
                <a:cs typeface="Noto Sans JP"/>
              </a:rPr>
              <a:t>積分核</a:t>
            </a:r>
            <a:r>
              <a:rPr sz="990" b="0" i="0">
                <a:solidFill>
                  <a:srgbClr val="2F2F2F"/>
                </a:solidFill>
                <a:latin typeface="Noto Sans JP"/>
                <a:ea typeface="Noto Sans JP"/>
                <a:cs typeface="Noto Sans JP"/>
              </a:rPr>
              <a:t>の重みを変える。</a:t>
            </a:r>
          </a:p>
        </p:txBody>
      </p:sp>
      <p:sp>
        <p:nvSpPr>
          <p:cNvPr id="115" name="">
            <a:extLst xmlns:a="http://schemas.openxmlformats.org/drawingml/2006/main">
              <a:ext uri="{FF2B5EF4-FFF2-40B4-BE49-F238E27FC236}">
                <a16:creationId xmlns:a16="http://schemas.microsoft.com/office/drawing/2014/main" id="{F5CB017C-E154-4034-BD60-4F23336994AE}"/>
              </a:ext>
            </a:extLst>
          </p:cNvPr>
          <p:cNvSpPr>
            <a:spLocks xmlns:a="http://schemas.openxmlformats.org/drawingml/2006/main" noGrp="1"/>
          </p:cNvSpPr>
          <p:nvPr/>
        </p:nvSpPr>
        <p:spPr>
          <a:xfrm xmlns:a="http://schemas.openxmlformats.org/drawingml/2006/main">
            <a:off x="3333750" y="5381625"/>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6631"/>
          </a:bodyPr>
          <a:lstStyle xmlns:a="http://schemas.openxmlformats.org/drawingml/2006/main"/>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体積積分の</a:t>
            </a:r>
            <a:r>
              <a:rPr sz="1065" b="1" i="0">
                <a:solidFill>
                  <a:srgbClr val="211441"/>
                </a:solidFill>
                <a:latin typeface="Noto Sans JP"/>
                <a:ea typeface="Noto Sans JP"/>
                <a:cs typeface="Noto Sans JP"/>
              </a:rPr>
              <a:t>標準COMSOL比</a:t>
            </a:r>
            <a:r>
              <a:rPr sz="1065" b="1" i="0">
                <a:solidFill>
                  <a:srgbClr val="211441"/>
                </a:solidFill>
                <a:latin typeface="Noto Sans JP"/>
                <a:ea typeface="Noto Sans JP"/>
                <a:cs typeface="Noto Sans JP"/>
              </a:rPr>
              <a:t>（2T / MC / P1）</a:t>
            </a:r>
          </a:p>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+46.7% / +46.1% / +45.9%</a:t>
            </a:r>
          </a:p>
        </p:txBody>
      </p:sp>
      <p:sp>
        <p:nvSpPr>
          <p:cNvPr id="118" name="">
            <a:extLst xmlns:a="http://schemas.openxmlformats.org/drawingml/2006/main">
              <a:ext uri="{FF2B5EF4-FFF2-40B4-BE49-F238E27FC236}">
                <a16:creationId xmlns:a16="http://schemas.microsoft.com/office/drawing/2014/main" id="{D3D1BB6D-2394-43DA-B8C2-35685CAF658B}"/>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電子数重み付き</a:t>
            </a:r>
            <a:r>
              <a:rPr sz="1275" b="1" i="0">
                <a:solidFill>
                  <a:srgbClr val="6DBB20"/>
                </a:solidFill>
                <a:latin typeface="Noto Sans JP"/>
                <a:ea typeface="Noto Sans JP"/>
                <a:cs typeface="Noto Sans JP"/>
              </a:rPr>
              <a:t>平均は</a:t>
            </a:r>
            <a:r>
              <a:rPr sz="1275" b="1" i="0">
                <a:solidFill>
                  <a:srgbClr val="6DBB20"/>
                </a:solidFill>
                <a:latin typeface="Noto Sans JP"/>
                <a:ea typeface="Noto Sans JP"/>
                <a:cs typeface="Noto Sans JP"/>
              </a:rPr>
              <a:t>標準COMSOLより</a:t>
            </a:r>
            <a:r>
              <a:rPr sz="1275" b="1" i="0">
                <a:solidFill>
                  <a:srgbClr val="6DBB20"/>
                </a:solidFill>
                <a:latin typeface="Noto Sans JP"/>
                <a:ea typeface="Noto Sans JP"/>
                <a:cs typeface="Noto Sans JP"/>
              </a:rPr>
              <a:t>約+46%。局所最大だけでなく、電子密度重み付き積分で確認する。</a:t>
            </a:r>
          </a:p>
        </p:txBody>
      </p:sp>
      <p:sp>
        <p:nvSpPr>
          <p:cNvPr id="119" name="">
            <a:extLst xmlns:a="http://schemas.openxmlformats.org/drawingml/2006/main">
              <a:ext uri="{FF2B5EF4-FFF2-40B4-BE49-F238E27FC236}">
                <a16:creationId xmlns:a16="http://schemas.microsoft.com/office/drawing/2014/main" id="{2888D1DB-060B-4086-8571-B0348051FDD9}"/>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fields_common_time.csv; 4545 identical nodes; original COMSOL reference</a:t>
            </a:r>
          </a:p>
        </p:txBody>
      </p:sp>
      <p:sp>
        <p:nvSpPr>
          <p:cNvPr id="124" name="title">
            <a:extLst xmlns:a="http://schemas.openxmlformats.org/drawingml/2006/main">
              <a:ext uri="{FF2B5EF4-FFF2-40B4-BE49-F238E27FC236}">
                <a16:creationId xmlns:a16="http://schemas.microsoft.com/office/drawing/2014/main" id="{BC4558BB-3036-442C-BA42-3A1FA319275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標準COMSOLとの差 II：電子平均エネルギー</a:t>
            </a:r>
          </a:p>
        </p:txBody>
      </p:sp>
      <p:sp>
        <p:nvSpPr>
          <p:cNvPr id="125" name="">
            <a:extLst xmlns:a="http://schemas.openxmlformats.org/drawingml/2006/main">
              <a:ext uri="{FF2B5EF4-FFF2-40B4-BE49-F238E27FC236}">
                <a16:creationId xmlns:a16="http://schemas.microsoft.com/office/drawing/2014/main" id="{2181AA16-841B-4E41-A9D6-DE388ADC8ABD}"/>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26" name="section">
            <a:extLst xmlns:a="http://schemas.openxmlformats.org/drawingml/2006/main">
              <a:ext uri="{FF2B5EF4-FFF2-40B4-BE49-F238E27FC236}">
                <a16:creationId xmlns:a16="http://schemas.microsoft.com/office/drawing/2014/main" id="{04BE03E6-02D0-4D7D-8C65-82490BCC6875}"/>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715831063"/>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0EDE70B-8E39-4DE1-B3D9-F7130328EBCA}"/>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δs = 100(x − x_ref)/max(|x|,|x_ref|)：−100～+100%に有界な節点差</a:t>
            </a:r>
          </a:p>
        </p:txBody>
      </p:sp>
      <p:sp>
        <p:nvSpPr>
          <p:cNvPr id="7" name="">
            <a:extLst xmlns:a="http://schemas.openxmlformats.org/drawingml/2006/main">
              <a:ext uri="{FF2B5EF4-FFF2-40B4-BE49-F238E27FC236}">
                <a16:creationId xmlns:a16="http://schemas.microsoft.com/office/drawing/2014/main" id="{D59F137A-4E97-4BB8-A6E1-AB19E841C766}"/>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8C9525E4-AD7C-44CF-865D-5D43260133D5}"/>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58</a:t>
            </a:r>
          </a:p>
        </p:txBody>
      </p:sp>
      <p:sp>
        <p:nvSpPr>
          <p:cNvPr id="9" name="">
            <a:extLst xmlns:a="http://schemas.openxmlformats.org/drawingml/2006/main">
              <a:ext uri="{FF2B5EF4-FFF2-40B4-BE49-F238E27FC236}">
                <a16:creationId xmlns:a16="http://schemas.microsoft.com/office/drawing/2014/main" id="{0A10C710-92F4-48B2-88D8-35D2DFD4B928}"/>
              </a:ext>
            </a:extLst>
          </p:cNvPr>
          <p:cNvSpPr>
            <a:spLocks xmlns:a="http://schemas.openxmlformats.org/drawingml/2006/main" noGrp="1"/>
          </p:cNvSpPr>
          <p:nvPr/>
        </p:nvSpPr>
        <p:spPr>
          <a:xfrm xmlns:a="http://schemas.openxmlformats.org/drawingml/2006/main">
            <a:off x="61912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007FAE"/>
                </a:solidFill>
                <a:latin typeface="Noto Sans JP"/>
                <a:ea typeface="Noto Sans JP"/>
                <a:cs typeface="Noto Sans JP"/>
              </a:defRPr>
            </a:pPr>
            <a:r>
              <a:rPr sz="1088" b="1" i="0">
                <a:solidFill>
                  <a:srgbClr val="007FAE"/>
                </a:solidFill>
                <a:latin typeface="Noto Sans JP"/>
                <a:ea typeface="Noto Sans JP"/>
                <a:cs typeface="Noto Sans JP"/>
              </a:rPr>
              <a:t>two-term</a:t>
            </a:r>
            <a:r>
              <a:rPr sz="1088" b="1" i="0">
                <a:solidFill>
                  <a:srgbClr val="007FAE"/>
                </a:solidFill>
                <a:latin typeface="Noto Sans JP"/>
                <a:ea typeface="Noto Sans JP"/>
                <a:cs typeface="Noto Sans JP"/>
              </a:rPr>
              <a:t> </a:t>
            </a:r>
            <a:r>
              <a:rPr sz="1088" b="1" i="0">
                <a:solidFill>
                  <a:srgbClr val="007FAE"/>
                </a:solidFill>
                <a:latin typeface="Noto Sans JP"/>
                <a:ea typeface="Noto Sans JP"/>
                <a:cs typeface="Noto Sans JP"/>
              </a:rPr>
              <a:t>− 標準COMSOL</a:t>
            </a:r>
          </a:p>
        </p:txBody>
      </p:sp>
      <p:sp>
        <p:nvSpPr>
          <p:cNvPr id="10" name="">
            <a:extLst xmlns:a="http://schemas.openxmlformats.org/drawingml/2006/main">
              <a:ext uri="{FF2B5EF4-FFF2-40B4-BE49-F238E27FC236}">
                <a16:creationId xmlns:a16="http://schemas.microsoft.com/office/drawing/2014/main" id="{3DF0EAFD-ADD8-4D83-9E25-2C5F4150CA29}"/>
              </a:ext>
            </a:extLst>
          </p:cNvPr>
          <p:cNvSpPr>
            <a:spLocks xmlns:a="http://schemas.openxmlformats.org/drawingml/2006/main" noGrp="1"/>
          </p:cNvSpPr>
          <p:nvPr/>
        </p:nvSpPr>
        <p:spPr>
          <a:xfrm xmlns:a="http://schemas.openxmlformats.org/drawingml/2006/main">
            <a:off x="742950" y="1600200"/>
            <a:ext cx="3076575" cy="230743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61ece59b772e4cb8"/>
          <a:stretch xmlns:a="http://schemas.openxmlformats.org/drawingml/2006/main"/>
        </p:blipFill>
        <p:spPr>
          <a:xfrm xmlns:a="http://schemas.openxmlformats.org/drawingml/2006/main">
            <a:off x="742950" y="1600200"/>
            <a:ext cx="3076575" cy="2307431"/>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641AC91-0A4E-4948-9278-623BA78C8A88}"/>
              </a:ext>
            </a:extLst>
          </p:cNvPr>
          <p:cNvSpPr>
            <a:spLocks xmlns:a="http://schemas.openxmlformats.org/drawingml/2006/main" noGrp="1"/>
          </p:cNvSpPr>
          <p:nvPr/>
        </p:nvSpPr>
        <p:spPr>
          <a:xfrm xmlns:a="http://schemas.openxmlformats.org/drawingml/2006/main">
            <a:off x="742950"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3" name="">
            <a:extLst xmlns:a="http://schemas.openxmlformats.org/drawingml/2006/main">
              <a:ext uri="{FF2B5EF4-FFF2-40B4-BE49-F238E27FC236}">
                <a16:creationId xmlns:a16="http://schemas.microsoft.com/office/drawing/2014/main" id="{4417FB22-0D56-4167-9998-FBA376BCBE0F}"/>
              </a:ext>
            </a:extLst>
          </p:cNvPr>
          <p:cNvSpPr>
            <a:spLocks xmlns:a="http://schemas.openxmlformats.org/drawingml/2006/main" noGrp="1"/>
          </p:cNvSpPr>
          <p:nvPr/>
        </p:nvSpPr>
        <p:spPr>
          <a:xfrm xmlns:a="http://schemas.openxmlformats.org/drawingml/2006/main">
            <a:off x="647700"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DEB2D70E-7949-43CD-BB7A-499BDFFBB582}"/>
              </a:ext>
            </a:extLst>
          </p:cNvPr>
          <p:cNvSpPr>
            <a:spLocks xmlns:a="http://schemas.openxmlformats.org/drawingml/2006/main" noGrp="1"/>
          </p:cNvSpPr>
          <p:nvPr/>
        </p:nvSpPr>
        <p:spPr>
          <a:xfrm xmlns:a="http://schemas.openxmlformats.org/drawingml/2006/main">
            <a:off x="2281238"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 name="">
            <a:extLst xmlns:a="http://schemas.openxmlformats.org/drawingml/2006/main">
              <a:ext uri="{FF2B5EF4-FFF2-40B4-BE49-F238E27FC236}">
                <a16:creationId xmlns:a16="http://schemas.microsoft.com/office/drawing/2014/main" id="{8C6FE7E0-D0E7-4D6B-81C9-C0A00113D691}"/>
              </a:ext>
            </a:extLst>
          </p:cNvPr>
          <p:cNvSpPr>
            <a:spLocks xmlns:a="http://schemas.openxmlformats.org/drawingml/2006/main" noGrp="1"/>
          </p:cNvSpPr>
          <p:nvPr/>
        </p:nvSpPr>
        <p:spPr>
          <a:xfrm xmlns:a="http://schemas.openxmlformats.org/drawingml/2006/main">
            <a:off x="2185988"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16" name="">
            <a:extLst xmlns:a="http://schemas.openxmlformats.org/drawingml/2006/main">
              <a:ext uri="{FF2B5EF4-FFF2-40B4-BE49-F238E27FC236}">
                <a16:creationId xmlns:a16="http://schemas.microsoft.com/office/drawing/2014/main" id="{AECC67BB-5BD2-4577-A911-40A6E1E184B0}"/>
              </a:ext>
            </a:extLst>
          </p:cNvPr>
          <p:cNvSpPr>
            <a:spLocks xmlns:a="http://schemas.openxmlformats.org/drawingml/2006/main" noGrp="1"/>
          </p:cNvSpPr>
          <p:nvPr/>
        </p:nvSpPr>
        <p:spPr>
          <a:xfrm xmlns:a="http://schemas.openxmlformats.org/drawingml/2006/main">
            <a:off x="3819525"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7" name="">
            <a:extLst xmlns:a="http://schemas.openxmlformats.org/drawingml/2006/main">
              <a:ext uri="{FF2B5EF4-FFF2-40B4-BE49-F238E27FC236}">
                <a16:creationId xmlns:a16="http://schemas.microsoft.com/office/drawing/2014/main" id="{BCFA6BDA-76B8-4D55-851D-334C655E073A}"/>
              </a:ext>
            </a:extLst>
          </p:cNvPr>
          <p:cNvSpPr>
            <a:spLocks xmlns:a="http://schemas.openxmlformats.org/drawingml/2006/main" noGrp="1"/>
          </p:cNvSpPr>
          <p:nvPr/>
        </p:nvSpPr>
        <p:spPr>
          <a:xfrm xmlns:a="http://schemas.openxmlformats.org/drawingml/2006/main">
            <a:off x="3724275"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18" name="">
            <a:extLst xmlns:a="http://schemas.openxmlformats.org/drawingml/2006/main">
              <a:ext uri="{FF2B5EF4-FFF2-40B4-BE49-F238E27FC236}">
                <a16:creationId xmlns:a16="http://schemas.microsoft.com/office/drawing/2014/main" id="{90B577D2-BE40-4A38-9D3B-D9BC4CB667E7}"/>
              </a:ext>
            </a:extLst>
          </p:cNvPr>
          <p:cNvSpPr>
            <a:spLocks xmlns:a="http://schemas.openxmlformats.org/drawingml/2006/main" noGrp="1"/>
          </p:cNvSpPr>
          <p:nvPr/>
        </p:nvSpPr>
        <p:spPr>
          <a:xfrm xmlns:a="http://schemas.openxmlformats.org/drawingml/2006/main">
            <a:off x="466725" y="3850481"/>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−2.5</a:t>
            </a:r>
          </a:p>
        </p:txBody>
      </p:sp>
      <p:sp>
        <p:nvSpPr>
          <p:cNvPr id="19" name="">
            <a:extLst xmlns:a="http://schemas.openxmlformats.org/drawingml/2006/main">
              <a:ext uri="{FF2B5EF4-FFF2-40B4-BE49-F238E27FC236}">
                <a16:creationId xmlns:a16="http://schemas.microsoft.com/office/drawing/2014/main" id="{C9B6248F-1548-4670-A486-9E7F509230C9}"/>
              </a:ext>
            </a:extLst>
          </p:cNvPr>
          <p:cNvSpPr>
            <a:spLocks xmlns:a="http://schemas.openxmlformats.org/drawingml/2006/main" noGrp="1"/>
          </p:cNvSpPr>
          <p:nvPr/>
        </p:nvSpPr>
        <p:spPr>
          <a:xfrm xmlns:a="http://schemas.openxmlformats.org/drawingml/2006/main">
            <a:off x="466725" y="1543050"/>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8</a:t>
            </a:r>
          </a:p>
        </p:txBody>
      </p:sp>
      <p:sp>
        <p:nvSpPr>
          <p:cNvPr id="20" name="">
            <a:extLst xmlns:a="http://schemas.openxmlformats.org/drawingml/2006/main">
              <a:ext uri="{FF2B5EF4-FFF2-40B4-BE49-F238E27FC236}">
                <a16:creationId xmlns:a16="http://schemas.microsoft.com/office/drawing/2014/main" id="{ED879BE6-3738-4672-BCF1-222DAAD6DCCB}"/>
              </a:ext>
            </a:extLst>
          </p:cNvPr>
          <p:cNvSpPr>
            <a:spLocks xmlns:a="http://schemas.openxmlformats.org/drawingml/2006/main" noGrp="1"/>
          </p:cNvSpPr>
          <p:nvPr/>
        </p:nvSpPr>
        <p:spPr>
          <a:xfrm xmlns:a="http://schemas.openxmlformats.org/drawingml/2006/main">
            <a:off x="57150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70.1%　95%点 94.5%</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0.93772</a:t>
            </a:r>
          </a:p>
        </p:txBody>
      </p:sp>
      <p:sp>
        <p:nvSpPr>
          <p:cNvPr id="21" name="">
            <a:extLst xmlns:a="http://schemas.openxmlformats.org/drawingml/2006/main">
              <a:ext uri="{FF2B5EF4-FFF2-40B4-BE49-F238E27FC236}">
                <a16:creationId xmlns:a16="http://schemas.microsoft.com/office/drawing/2014/main" id="{9BB94F73-3B6A-4821-BB88-7E25AD792F6F}"/>
              </a:ext>
            </a:extLst>
          </p:cNvPr>
          <p:cNvSpPr>
            <a:spLocks xmlns:a="http://schemas.openxmlformats.org/drawingml/2006/main" noGrp="1"/>
          </p:cNvSpPr>
          <p:nvPr/>
        </p:nvSpPr>
        <p:spPr>
          <a:xfrm xmlns:a="http://schemas.openxmlformats.org/drawingml/2006/main">
            <a:off x="4476750"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B87900"/>
                </a:solidFill>
                <a:latin typeface="Noto Sans JP"/>
                <a:ea typeface="Noto Sans JP"/>
                <a:cs typeface="Noto Sans JP"/>
              </a:defRPr>
            </a:pPr>
            <a:r>
              <a:rPr sz="1088" b="1" i="0">
                <a:solidFill>
                  <a:srgbClr val="B87900"/>
                </a:solidFill>
                <a:latin typeface="Noto Sans JP"/>
                <a:ea typeface="Noto Sans JP"/>
                <a:cs typeface="Noto Sans JP"/>
              </a:rPr>
              <a:t>Monte Carlo</a:t>
            </a:r>
            <a:r>
              <a:rPr sz="1088" b="1" i="0">
                <a:solidFill>
                  <a:srgbClr val="B87900"/>
                </a:solidFill>
                <a:latin typeface="Noto Sans JP"/>
                <a:ea typeface="Noto Sans JP"/>
                <a:cs typeface="Noto Sans JP"/>
              </a:rPr>
              <a:t> </a:t>
            </a:r>
            <a:r>
              <a:rPr sz="1088" b="1" i="0">
                <a:solidFill>
                  <a:srgbClr val="B87900"/>
                </a:solidFill>
                <a:latin typeface="Noto Sans JP"/>
                <a:ea typeface="Noto Sans JP"/>
                <a:cs typeface="Noto Sans JP"/>
              </a:rPr>
              <a:t>− 標準COMSOL</a:t>
            </a:r>
          </a:p>
        </p:txBody>
      </p:sp>
      <p:sp>
        <p:nvSpPr>
          <p:cNvPr id="22" name="">
            <a:extLst xmlns:a="http://schemas.openxmlformats.org/drawingml/2006/main">
              <a:ext uri="{FF2B5EF4-FFF2-40B4-BE49-F238E27FC236}">
                <a16:creationId xmlns:a16="http://schemas.microsoft.com/office/drawing/2014/main" id="{22E9F26F-9256-4FDE-8AE8-12D77CEB8489}"/>
              </a:ext>
            </a:extLst>
          </p:cNvPr>
          <p:cNvSpPr>
            <a:spLocks xmlns:a="http://schemas.openxmlformats.org/drawingml/2006/main" noGrp="1"/>
          </p:cNvSpPr>
          <p:nvPr/>
        </p:nvSpPr>
        <p:spPr>
          <a:xfrm xmlns:a="http://schemas.openxmlformats.org/drawingml/2006/main">
            <a:off x="4371975"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66342c20aca44792"/>
          <a:stretch xmlns:a="http://schemas.openxmlformats.org/drawingml/2006/main"/>
        </p:blipFill>
        <p:spPr>
          <a:xfrm xmlns:a="http://schemas.openxmlformats.org/drawingml/2006/main">
            <a:off x="4371975" y="1600200"/>
            <a:ext cx="3305175" cy="2478881"/>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0F0840D2-1CB4-49EB-BE5C-0088D80EB887}"/>
              </a:ext>
            </a:extLst>
          </p:cNvPr>
          <p:cNvSpPr>
            <a:spLocks xmlns:a="http://schemas.openxmlformats.org/drawingml/2006/main" noGrp="1"/>
          </p:cNvSpPr>
          <p:nvPr/>
        </p:nvSpPr>
        <p:spPr>
          <a:xfrm xmlns:a="http://schemas.openxmlformats.org/drawingml/2006/main">
            <a:off x="43719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5" name="">
            <a:extLst xmlns:a="http://schemas.openxmlformats.org/drawingml/2006/main">
              <a:ext uri="{FF2B5EF4-FFF2-40B4-BE49-F238E27FC236}">
                <a16:creationId xmlns:a16="http://schemas.microsoft.com/office/drawing/2014/main" id="{A32B49A2-E0E9-47E9-97D0-529564ADE8BF}"/>
              </a:ext>
            </a:extLst>
          </p:cNvPr>
          <p:cNvSpPr>
            <a:spLocks xmlns:a="http://schemas.openxmlformats.org/drawingml/2006/main" noGrp="1"/>
          </p:cNvSpPr>
          <p:nvPr/>
        </p:nvSpPr>
        <p:spPr>
          <a:xfrm xmlns:a="http://schemas.openxmlformats.org/drawingml/2006/main">
            <a:off x="42767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26" name="">
            <a:extLst xmlns:a="http://schemas.openxmlformats.org/drawingml/2006/main">
              <a:ext uri="{FF2B5EF4-FFF2-40B4-BE49-F238E27FC236}">
                <a16:creationId xmlns:a16="http://schemas.microsoft.com/office/drawing/2014/main" id="{547B6B8A-3C3F-4983-98DB-7963A49899DC}"/>
              </a:ext>
            </a:extLst>
          </p:cNvPr>
          <p:cNvSpPr>
            <a:spLocks xmlns:a="http://schemas.openxmlformats.org/drawingml/2006/main" noGrp="1"/>
          </p:cNvSpPr>
          <p:nvPr/>
        </p:nvSpPr>
        <p:spPr>
          <a:xfrm xmlns:a="http://schemas.openxmlformats.org/drawingml/2006/main">
            <a:off x="6024563"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7" name="">
            <a:extLst xmlns:a="http://schemas.openxmlformats.org/drawingml/2006/main">
              <a:ext uri="{FF2B5EF4-FFF2-40B4-BE49-F238E27FC236}">
                <a16:creationId xmlns:a16="http://schemas.microsoft.com/office/drawing/2014/main" id="{D963F08F-1EB3-45FD-83E9-588CE4A2FA25}"/>
              </a:ext>
            </a:extLst>
          </p:cNvPr>
          <p:cNvSpPr>
            <a:spLocks xmlns:a="http://schemas.openxmlformats.org/drawingml/2006/main" noGrp="1"/>
          </p:cNvSpPr>
          <p:nvPr/>
        </p:nvSpPr>
        <p:spPr>
          <a:xfrm xmlns:a="http://schemas.openxmlformats.org/drawingml/2006/main">
            <a:off x="5929313"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28" name="">
            <a:extLst xmlns:a="http://schemas.openxmlformats.org/drawingml/2006/main">
              <a:ext uri="{FF2B5EF4-FFF2-40B4-BE49-F238E27FC236}">
                <a16:creationId xmlns:a16="http://schemas.microsoft.com/office/drawing/2014/main" id="{8B856EE9-3BED-45CF-BB01-49118AA421F0}"/>
              </a:ext>
            </a:extLst>
          </p:cNvPr>
          <p:cNvSpPr>
            <a:spLocks xmlns:a="http://schemas.openxmlformats.org/drawingml/2006/main" noGrp="1"/>
          </p:cNvSpPr>
          <p:nvPr/>
        </p:nvSpPr>
        <p:spPr>
          <a:xfrm xmlns:a="http://schemas.openxmlformats.org/drawingml/2006/main">
            <a:off x="767715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9" name="">
            <a:extLst xmlns:a="http://schemas.openxmlformats.org/drawingml/2006/main">
              <a:ext uri="{FF2B5EF4-FFF2-40B4-BE49-F238E27FC236}">
                <a16:creationId xmlns:a16="http://schemas.microsoft.com/office/drawing/2014/main" id="{BCC94E0F-5C2A-46F8-9E6E-2A66320A1C7C}"/>
              </a:ext>
            </a:extLst>
          </p:cNvPr>
          <p:cNvSpPr>
            <a:spLocks xmlns:a="http://schemas.openxmlformats.org/drawingml/2006/main" noGrp="1"/>
          </p:cNvSpPr>
          <p:nvPr/>
        </p:nvSpPr>
        <p:spPr>
          <a:xfrm xmlns:a="http://schemas.openxmlformats.org/drawingml/2006/main">
            <a:off x="758190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30" name="">
            <a:extLst xmlns:a="http://schemas.openxmlformats.org/drawingml/2006/main">
              <a:ext uri="{FF2B5EF4-FFF2-40B4-BE49-F238E27FC236}">
                <a16:creationId xmlns:a16="http://schemas.microsoft.com/office/drawing/2014/main" id="{A52A68C3-0ACF-433D-BF3B-CF2A1634E6D0}"/>
              </a:ext>
            </a:extLst>
          </p:cNvPr>
          <p:cNvSpPr>
            <a:spLocks xmlns:a="http://schemas.openxmlformats.org/drawingml/2006/main" noGrp="1"/>
          </p:cNvSpPr>
          <p:nvPr/>
        </p:nvSpPr>
        <p:spPr>
          <a:xfrm xmlns:a="http://schemas.openxmlformats.org/drawingml/2006/main">
            <a:off x="4429125"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70.9%　95%点 94.7%</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0.93510</a:t>
            </a:r>
          </a:p>
        </p:txBody>
      </p:sp>
      <p:sp>
        <p:nvSpPr>
          <p:cNvPr id="31" name="">
            <a:extLst xmlns:a="http://schemas.openxmlformats.org/drawingml/2006/main">
              <a:ext uri="{FF2B5EF4-FFF2-40B4-BE49-F238E27FC236}">
                <a16:creationId xmlns:a16="http://schemas.microsoft.com/office/drawing/2014/main" id="{F8B64CAF-6565-4458-8428-D1860D5079F4}"/>
              </a:ext>
            </a:extLst>
          </p:cNvPr>
          <p:cNvSpPr>
            <a:spLocks xmlns:a="http://schemas.openxmlformats.org/drawingml/2006/main" noGrp="1"/>
          </p:cNvSpPr>
          <p:nvPr/>
        </p:nvSpPr>
        <p:spPr>
          <a:xfrm xmlns:a="http://schemas.openxmlformats.org/drawingml/2006/main">
            <a:off x="833437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propagator </a:t>
            </a:r>
            <a:r>
              <a:rPr sz="1088" b="1" i="0">
                <a:solidFill>
                  <a:srgbClr val="72B51F"/>
                </a:solidFill>
                <a:latin typeface="Noto Sans JP"/>
                <a:ea typeface="Noto Sans JP"/>
                <a:cs typeface="Noto Sans JP"/>
              </a:rPr>
              <a:t>− 標準COMSOL</a:t>
            </a:r>
          </a:p>
        </p:txBody>
      </p:sp>
      <p:sp>
        <p:nvSpPr>
          <p:cNvPr id="32" name="">
            <a:extLst xmlns:a="http://schemas.openxmlformats.org/drawingml/2006/main">
              <a:ext uri="{FF2B5EF4-FFF2-40B4-BE49-F238E27FC236}">
                <a16:creationId xmlns:a16="http://schemas.microsoft.com/office/drawing/2014/main" id="{567F3866-CCFB-4D91-8BF6-F689E33B3745}"/>
              </a:ext>
            </a:extLst>
          </p:cNvPr>
          <p:cNvSpPr>
            <a:spLocks xmlns:a="http://schemas.openxmlformats.org/drawingml/2006/main" noGrp="1"/>
          </p:cNvSpPr>
          <p:nvPr/>
        </p:nvSpPr>
        <p:spPr>
          <a:xfrm xmlns:a="http://schemas.openxmlformats.org/drawingml/2006/main">
            <a:off x="8229600"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074e876f28bb4874"/>
          <a:stretch xmlns:a="http://schemas.openxmlformats.org/drawingml/2006/main"/>
        </p:blipFill>
        <p:spPr>
          <a:xfrm xmlns:a="http://schemas.openxmlformats.org/drawingml/2006/main">
            <a:off x="8229600" y="1600200"/>
            <a:ext cx="3305175" cy="2478881"/>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7106D37E-AE2F-4940-A537-D8D12F7A80CF}"/>
              </a:ext>
            </a:extLst>
          </p:cNvPr>
          <p:cNvSpPr>
            <a:spLocks xmlns:a="http://schemas.openxmlformats.org/drawingml/2006/main" noGrp="1"/>
          </p:cNvSpPr>
          <p:nvPr/>
        </p:nvSpPr>
        <p:spPr>
          <a:xfrm xmlns:a="http://schemas.openxmlformats.org/drawingml/2006/main">
            <a:off x="822960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5" name="">
            <a:extLst xmlns:a="http://schemas.openxmlformats.org/drawingml/2006/main">
              <a:ext uri="{FF2B5EF4-FFF2-40B4-BE49-F238E27FC236}">
                <a16:creationId xmlns:a16="http://schemas.microsoft.com/office/drawing/2014/main" id="{96BC1713-B1AE-40F4-929E-C77B2A50565A}"/>
              </a:ext>
            </a:extLst>
          </p:cNvPr>
          <p:cNvSpPr>
            <a:spLocks xmlns:a="http://schemas.openxmlformats.org/drawingml/2006/main" noGrp="1"/>
          </p:cNvSpPr>
          <p:nvPr/>
        </p:nvSpPr>
        <p:spPr>
          <a:xfrm xmlns:a="http://schemas.openxmlformats.org/drawingml/2006/main">
            <a:off x="813435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36" name="">
            <a:extLst xmlns:a="http://schemas.openxmlformats.org/drawingml/2006/main">
              <a:ext uri="{FF2B5EF4-FFF2-40B4-BE49-F238E27FC236}">
                <a16:creationId xmlns:a16="http://schemas.microsoft.com/office/drawing/2014/main" id="{E1995AC6-7E21-439C-997B-03D2E8E4D6DA}"/>
              </a:ext>
            </a:extLst>
          </p:cNvPr>
          <p:cNvSpPr>
            <a:spLocks xmlns:a="http://schemas.openxmlformats.org/drawingml/2006/main" noGrp="1"/>
          </p:cNvSpPr>
          <p:nvPr/>
        </p:nvSpPr>
        <p:spPr>
          <a:xfrm xmlns:a="http://schemas.openxmlformats.org/drawingml/2006/main">
            <a:off x="9882188"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7" name="">
            <a:extLst xmlns:a="http://schemas.openxmlformats.org/drawingml/2006/main">
              <a:ext uri="{FF2B5EF4-FFF2-40B4-BE49-F238E27FC236}">
                <a16:creationId xmlns:a16="http://schemas.microsoft.com/office/drawing/2014/main" id="{ACAF691C-888B-4E30-AD4E-03EA0E503BF8}"/>
              </a:ext>
            </a:extLst>
          </p:cNvPr>
          <p:cNvSpPr>
            <a:spLocks xmlns:a="http://schemas.openxmlformats.org/drawingml/2006/main" noGrp="1"/>
          </p:cNvSpPr>
          <p:nvPr/>
        </p:nvSpPr>
        <p:spPr>
          <a:xfrm xmlns:a="http://schemas.openxmlformats.org/drawingml/2006/main">
            <a:off x="9786938"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38" name="">
            <a:extLst xmlns:a="http://schemas.openxmlformats.org/drawingml/2006/main">
              <a:ext uri="{FF2B5EF4-FFF2-40B4-BE49-F238E27FC236}">
                <a16:creationId xmlns:a16="http://schemas.microsoft.com/office/drawing/2014/main" id="{DBA4DBCA-E782-4E69-9CDC-9F7A5C6AEFEE}"/>
              </a:ext>
            </a:extLst>
          </p:cNvPr>
          <p:cNvSpPr>
            <a:spLocks xmlns:a="http://schemas.openxmlformats.org/drawingml/2006/main" noGrp="1"/>
          </p:cNvSpPr>
          <p:nvPr/>
        </p:nvSpPr>
        <p:spPr>
          <a:xfrm xmlns:a="http://schemas.openxmlformats.org/drawingml/2006/main">
            <a:off x="115347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9" name="">
            <a:extLst xmlns:a="http://schemas.openxmlformats.org/drawingml/2006/main">
              <a:ext uri="{FF2B5EF4-FFF2-40B4-BE49-F238E27FC236}">
                <a16:creationId xmlns:a16="http://schemas.microsoft.com/office/drawing/2014/main" id="{2E356357-1A69-485B-8B32-A60090A9EB00}"/>
              </a:ext>
            </a:extLst>
          </p:cNvPr>
          <p:cNvSpPr>
            <a:spLocks xmlns:a="http://schemas.openxmlformats.org/drawingml/2006/main" noGrp="1"/>
          </p:cNvSpPr>
          <p:nvPr/>
        </p:nvSpPr>
        <p:spPr>
          <a:xfrm xmlns:a="http://schemas.openxmlformats.org/drawingml/2006/main">
            <a:off x="114395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40" name="">
            <a:extLst xmlns:a="http://schemas.openxmlformats.org/drawingml/2006/main">
              <a:ext uri="{FF2B5EF4-FFF2-40B4-BE49-F238E27FC236}">
                <a16:creationId xmlns:a16="http://schemas.microsoft.com/office/drawing/2014/main" id="{B6092548-CDBD-4128-908E-51B2714BF3B9}"/>
              </a:ext>
            </a:extLst>
          </p:cNvPr>
          <p:cNvSpPr>
            <a:spLocks xmlns:a="http://schemas.openxmlformats.org/drawingml/2006/main" noGrp="1"/>
          </p:cNvSpPr>
          <p:nvPr/>
        </p:nvSpPr>
        <p:spPr>
          <a:xfrm xmlns:a="http://schemas.openxmlformats.org/drawingml/2006/main">
            <a:off x="828675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70.8%　95%点 94.6%</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0.93577</a:t>
            </a:r>
          </a:p>
        </p:txBody>
      </p:sp>
      <p:sp>
        <p:nvSpPr>
          <p:cNvPr id="41" name="">
            <a:extLst xmlns:a="http://schemas.openxmlformats.org/drawingml/2006/main">
              <a:ext uri="{FF2B5EF4-FFF2-40B4-BE49-F238E27FC236}">
                <a16:creationId xmlns:a16="http://schemas.microsoft.com/office/drawing/2014/main" id="{C72CB2B9-7C41-457E-8A02-2814E4F0D98D}"/>
              </a:ext>
            </a:extLst>
          </p:cNvPr>
          <p:cNvSpPr>
            <a:spLocks xmlns:a="http://schemas.openxmlformats.org/drawingml/2006/main" noGrp="1"/>
          </p:cNvSpPr>
          <p:nvPr/>
        </p:nvSpPr>
        <p:spPr>
          <a:xfrm xmlns:a="http://schemas.openxmlformats.org/drawingml/2006/main">
            <a:off x="3381375" y="4686300"/>
            <a:ext cx="66318" cy="123825"/>
          </a:xfrm>
          <a:prstGeom xmlns:a="http://schemas.openxmlformats.org/drawingml/2006/main" prst="rect">
            <a:avLst/>
          </a:prstGeom>
          <a:solidFill xmlns:a="http://schemas.openxmlformats.org/drawingml/2006/main">
            <a:srgbClr val="3D4FC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885DB05-F006-4070-9A03-5998C0B07CD3}"/>
              </a:ext>
            </a:extLst>
          </p:cNvPr>
          <p:cNvSpPr>
            <a:spLocks xmlns:a="http://schemas.openxmlformats.org/drawingml/2006/main" noGrp="1"/>
          </p:cNvSpPr>
          <p:nvPr/>
        </p:nvSpPr>
        <p:spPr>
          <a:xfrm xmlns:a="http://schemas.openxmlformats.org/drawingml/2006/main">
            <a:off x="3443883" y="4686300"/>
            <a:ext cx="66318" cy="123825"/>
          </a:xfrm>
          <a:prstGeom xmlns:a="http://schemas.openxmlformats.org/drawingml/2006/main" prst="rect">
            <a:avLst/>
          </a:prstGeom>
          <a:solidFill xmlns:a="http://schemas.openxmlformats.org/drawingml/2006/main">
            <a:srgbClr val="4154C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818409E2-9C7D-4EEB-9D2D-FAEBBA788345}"/>
              </a:ext>
            </a:extLst>
          </p:cNvPr>
          <p:cNvSpPr>
            <a:spLocks xmlns:a="http://schemas.openxmlformats.org/drawingml/2006/main" noGrp="1"/>
          </p:cNvSpPr>
          <p:nvPr/>
        </p:nvSpPr>
        <p:spPr>
          <a:xfrm xmlns:a="http://schemas.openxmlformats.org/drawingml/2006/main">
            <a:off x="3506391" y="4686300"/>
            <a:ext cx="66318" cy="123825"/>
          </a:xfrm>
          <a:prstGeom xmlns:a="http://schemas.openxmlformats.org/drawingml/2006/main" prst="rect">
            <a:avLst/>
          </a:prstGeom>
          <a:solidFill xmlns:a="http://schemas.openxmlformats.org/drawingml/2006/main">
            <a:srgbClr val="455AC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281EA38-A700-43C4-8542-7C84223C6B79}"/>
              </a:ext>
            </a:extLst>
          </p:cNvPr>
          <p:cNvSpPr>
            <a:spLocks xmlns:a="http://schemas.openxmlformats.org/drawingml/2006/main" noGrp="1"/>
          </p:cNvSpPr>
          <p:nvPr/>
        </p:nvSpPr>
        <p:spPr>
          <a:xfrm xmlns:a="http://schemas.openxmlformats.org/drawingml/2006/main">
            <a:off x="3568898" y="4686300"/>
            <a:ext cx="66318" cy="123825"/>
          </a:xfrm>
          <a:prstGeom xmlns:a="http://schemas.openxmlformats.org/drawingml/2006/main" prst="rect">
            <a:avLst/>
          </a:prstGeom>
          <a:solidFill xmlns:a="http://schemas.openxmlformats.org/drawingml/2006/main">
            <a:srgbClr val="4960CF"/>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0D0D3D0F-8C13-415C-89B2-701720433301}"/>
              </a:ext>
            </a:extLst>
          </p:cNvPr>
          <p:cNvSpPr>
            <a:spLocks xmlns:a="http://schemas.openxmlformats.org/drawingml/2006/main" noGrp="1"/>
          </p:cNvSpPr>
          <p:nvPr/>
        </p:nvSpPr>
        <p:spPr>
          <a:xfrm xmlns:a="http://schemas.openxmlformats.org/drawingml/2006/main">
            <a:off x="3631406" y="4686300"/>
            <a:ext cx="66318" cy="123825"/>
          </a:xfrm>
          <a:prstGeom xmlns:a="http://schemas.openxmlformats.org/drawingml/2006/main" prst="rect">
            <a:avLst/>
          </a:prstGeom>
          <a:solidFill xmlns:a="http://schemas.openxmlformats.org/drawingml/2006/main">
            <a:srgbClr val="4D65D3"/>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473FBACC-6A2A-4149-A7D6-C7BB62C33615}"/>
              </a:ext>
            </a:extLst>
          </p:cNvPr>
          <p:cNvSpPr>
            <a:spLocks xmlns:a="http://schemas.openxmlformats.org/drawingml/2006/main" noGrp="1"/>
          </p:cNvSpPr>
          <p:nvPr/>
        </p:nvSpPr>
        <p:spPr>
          <a:xfrm xmlns:a="http://schemas.openxmlformats.org/drawingml/2006/main">
            <a:off x="3693914" y="4686300"/>
            <a:ext cx="66318" cy="123825"/>
          </a:xfrm>
          <a:prstGeom xmlns:a="http://schemas.openxmlformats.org/drawingml/2006/main" prst="rect">
            <a:avLst/>
          </a:prstGeom>
          <a:solidFill xmlns:a="http://schemas.openxmlformats.org/drawingml/2006/main">
            <a:srgbClr val="516B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55EE57D9-73BE-40E0-9727-CAF4633F9898}"/>
              </a:ext>
            </a:extLst>
          </p:cNvPr>
          <p:cNvSpPr>
            <a:spLocks xmlns:a="http://schemas.openxmlformats.org/drawingml/2006/main" noGrp="1"/>
          </p:cNvSpPr>
          <p:nvPr/>
        </p:nvSpPr>
        <p:spPr>
          <a:xfrm xmlns:a="http://schemas.openxmlformats.org/drawingml/2006/main">
            <a:off x="3756422" y="4686300"/>
            <a:ext cx="66318" cy="123825"/>
          </a:xfrm>
          <a:prstGeom xmlns:a="http://schemas.openxmlformats.org/drawingml/2006/main" prst="rect">
            <a:avLst/>
          </a:prstGeom>
          <a:solidFill xmlns:a="http://schemas.openxmlformats.org/drawingml/2006/main">
            <a:srgbClr val="5571DC"/>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D160906B-2175-4755-8687-AE6A700EF48A}"/>
              </a:ext>
            </a:extLst>
          </p:cNvPr>
          <p:cNvSpPr>
            <a:spLocks xmlns:a="http://schemas.openxmlformats.org/drawingml/2006/main" noGrp="1"/>
          </p:cNvSpPr>
          <p:nvPr/>
        </p:nvSpPr>
        <p:spPr>
          <a:xfrm xmlns:a="http://schemas.openxmlformats.org/drawingml/2006/main">
            <a:off x="3818930" y="4686300"/>
            <a:ext cx="66318" cy="123825"/>
          </a:xfrm>
          <a:prstGeom xmlns:a="http://schemas.openxmlformats.org/drawingml/2006/main" prst="rect">
            <a:avLst/>
          </a:prstGeom>
          <a:solidFill xmlns:a="http://schemas.openxmlformats.org/drawingml/2006/main">
            <a:srgbClr val="5976E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82017754-E86C-48A6-B9D2-5F6F72F91BF4}"/>
              </a:ext>
            </a:extLst>
          </p:cNvPr>
          <p:cNvSpPr>
            <a:spLocks xmlns:a="http://schemas.openxmlformats.org/drawingml/2006/main" noGrp="1"/>
          </p:cNvSpPr>
          <p:nvPr/>
        </p:nvSpPr>
        <p:spPr>
          <a:xfrm xmlns:a="http://schemas.openxmlformats.org/drawingml/2006/main">
            <a:off x="3881438" y="4686300"/>
            <a:ext cx="66318" cy="123825"/>
          </a:xfrm>
          <a:prstGeom xmlns:a="http://schemas.openxmlformats.org/drawingml/2006/main" prst="rect">
            <a:avLst/>
          </a:prstGeom>
          <a:solidFill xmlns:a="http://schemas.openxmlformats.org/drawingml/2006/main">
            <a:srgbClr val="5D7CE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9D7ABE67-1E45-421A-9F5B-51B28E8B85BF}"/>
              </a:ext>
            </a:extLst>
          </p:cNvPr>
          <p:cNvSpPr>
            <a:spLocks xmlns:a="http://schemas.openxmlformats.org/drawingml/2006/main" noGrp="1"/>
          </p:cNvSpPr>
          <p:nvPr/>
        </p:nvSpPr>
        <p:spPr>
          <a:xfrm xmlns:a="http://schemas.openxmlformats.org/drawingml/2006/main">
            <a:off x="3943945" y="4686300"/>
            <a:ext cx="66318" cy="123825"/>
          </a:xfrm>
          <a:prstGeom xmlns:a="http://schemas.openxmlformats.org/drawingml/2006/main" prst="rect">
            <a:avLst/>
          </a:prstGeom>
          <a:solidFill xmlns:a="http://schemas.openxmlformats.org/drawingml/2006/main">
            <a:srgbClr val="6181E9"/>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5F7FD817-34E4-4F7E-B90B-9EAEEADCF65B}"/>
              </a:ext>
            </a:extLst>
          </p:cNvPr>
          <p:cNvSpPr>
            <a:spLocks xmlns:a="http://schemas.openxmlformats.org/drawingml/2006/main" noGrp="1"/>
          </p:cNvSpPr>
          <p:nvPr/>
        </p:nvSpPr>
        <p:spPr>
          <a:xfrm xmlns:a="http://schemas.openxmlformats.org/drawingml/2006/main">
            <a:off x="4006453" y="4686300"/>
            <a:ext cx="66318" cy="123825"/>
          </a:xfrm>
          <a:prstGeom xmlns:a="http://schemas.openxmlformats.org/drawingml/2006/main" prst="rect">
            <a:avLst/>
          </a:prstGeom>
          <a:solidFill xmlns:a="http://schemas.openxmlformats.org/drawingml/2006/main">
            <a:srgbClr val="6587ED"/>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DDAFBD7D-863D-46AF-B19A-79F8B81D80AB}"/>
              </a:ext>
            </a:extLst>
          </p:cNvPr>
          <p:cNvSpPr>
            <a:spLocks xmlns:a="http://schemas.openxmlformats.org/drawingml/2006/main" noGrp="1"/>
          </p:cNvSpPr>
          <p:nvPr/>
        </p:nvSpPr>
        <p:spPr>
          <a:xfrm xmlns:a="http://schemas.openxmlformats.org/drawingml/2006/main">
            <a:off x="4068961" y="4686300"/>
            <a:ext cx="66318" cy="123825"/>
          </a:xfrm>
          <a:prstGeom xmlns:a="http://schemas.openxmlformats.org/drawingml/2006/main" prst="rect">
            <a:avLst/>
          </a:prstGeom>
          <a:solidFill xmlns:a="http://schemas.openxmlformats.org/drawingml/2006/main">
            <a:srgbClr val="6B8DEF"/>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8D4F480B-F80C-4415-AB81-8AA56D076A80}"/>
              </a:ext>
            </a:extLst>
          </p:cNvPr>
          <p:cNvSpPr>
            <a:spLocks xmlns:a="http://schemas.openxmlformats.org/drawingml/2006/main" noGrp="1"/>
          </p:cNvSpPr>
          <p:nvPr/>
        </p:nvSpPr>
        <p:spPr>
          <a:xfrm xmlns:a="http://schemas.openxmlformats.org/drawingml/2006/main">
            <a:off x="4131469" y="4686300"/>
            <a:ext cx="66318" cy="123825"/>
          </a:xfrm>
          <a:prstGeom xmlns:a="http://schemas.openxmlformats.org/drawingml/2006/main" prst="rect">
            <a:avLst/>
          </a:prstGeom>
          <a:solidFill xmlns:a="http://schemas.openxmlformats.org/drawingml/2006/main">
            <a:srgbClr val="7292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D21FC172-671A-4894-8704-12344C7F7458}"/>
              </a:ext>
            </a:extLst>
          </p:cNvPr>
          <p:cNvSpPr>
            <a:spLocks xmlns:a="http://schemas.openxmlformats.org/drawingml/2006/main" noGrp="1"/>
          </p:cNvSpPr>
          <p:nvPr/>
        </p:nvSpPr>
        <p:spPr>
          <a:xfrm xmlns:a="http://schemas.openxmlformats.org/drawingml/2006/main">
            <a:off x="4193977" y="4686300"/>
            <a:ext cx="66318" cy="123825"/>
          </a:xfrm>
          <a:prstGeom xmlns:a="http://schemas.openxmlformats.org/drawingml/2006/main" prst="rect">
            <a:avLst/>
          </a:prstGeom>
          <a:solidFill xmlns:a="http://schemas.openxmlformats.org/drawingml/2006/main">
            <a:srgbClr val="7898F1"/>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38EA8424-4D30-42AD-B060-B563DBCBC663}"/>
              </a:ext>
            </a:extLst>
          </p:cNvPr>
          <p:cNvSpPr>
            <a:spLocks xmlns:a="http://schemas.openxmlformats.org/drawingml/2006/main" noGrp="1"/>
          </p:cNvSpPr>
          <p:nvPr/>
        </p:nvSpPr>
        <p:spPr>
          <a:xfrm xmlns:a="http://schemas.openxmlformats.org/drawingml/2006/main">
            <a:off x="4256484" y="4686300"/>
            <a:ext cx="66318" cy="123825"/>
          </a:xfrm>
          <a:prstGeom xmlns:a="http://schemas.openxmlformats.org/drawingml/2006/main" prst="rect">
            <a:avLst/>
          </a:prstGeom>
          <a:solidFill xmlns:a="http://schemas.openxmlformats.org/drawingml/2006/main">
            <a:srgbClr val="7E9EF2"/>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1125721D-942C-400B-A184-D0C5C1991DE3}"/>
              </a:ext>
            </a:extLst>
          </p:cNvPr>
          <p:cNvSpPr>
            <a:spLocks xmlns:a="http://schemas.openxmlformats.org/drawingml/2006/main" noGrp="1"/>
          </p:cNvSpPr>
          <p:nvPr/>
        </p:nvSpPr>
        <p:spPr>
          <a:xfrm xmlns:a="http://schemas.openxmlformats.org/drawingml/2006/main">
            <a:off x="4318992" y="4686300"/>
            <a:ext cx="66318" cy="123825"/>
          </a:xfrm>
          <a:prstGeom xmlns:a="http://schemas.openxmlformats.org/drawingml/2006/main" prst="rect">
            <a:avLst/>
          </a:prstGeom>
          <a:solidFill xmlns:a="http://schemas.openxmlformats.org/drawingml/2006/main">
            <a:srgbClr val="84A4F3"/>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43EC0D8B-35C0-4D53-ACDB-0CC11E611FAD}"/>
              </a:ext>
            </a:extLst>
          </p:cNvPr>
          <p:cNvSpPr>
            <a:spLocks xmlns:a="http://schemas.openxmlformats.org/drawingml/2006/main" noGrp="1"/>
          </p:cNvSpPr>
          <p:nvPr/>
        </p:nvSpPr>
        <p:spPr>
          <a:xfrm xmlns:a="http://schemas.openxmlformats.org/drawingml/2006/main">
            <a:off x="4381500" y="4686300"/>
            <a:ext cx="66318" cy="123825"/>
          </a:xfrm>
          <a:prstGeom xmlns:a="http://schemas.openxmlformats.org/drawingml/2006/main" prst="rect">
            <a:avLst/>
          </a:prstGeom>
          <a:solidFill xmlns:a="http://schemas.openxmlformats.org/drawingml/2006/main">
            <a:srgbClr val="8BA9F3"/>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D6868245-3962-4603-AF27-A2A87A3D75A4}"/>
              </a:ext>
            </a:extLst>
          </p:cNvPr>
          <p:cNvSpPr>
            <a:spLocks xmlns:a="http://schemas.openxmlformats.org/drawingml/2006/main" noGrp="1"/>
          </p:cNvSpPr>
          <p:nvPr/>
        </p:nvSpPr>
        <p:spPr>
          <a:xfrm xmlns:a="http://schemas.openxmlformats.org/drawingml/2006/main">
            <a:off x="4444008" y="4686300"/>
            <a:ext cx="66318" cy="123825"/>
          </a:xfrm>
          <a:prstGeom xmlns:a="http://schemas.openxmlformats.org/drawingml/2006/main" prst="rect">
            <a:avLst/>
          </a:prstGeom>
          <a:solidFill xmlns:a="http://schemas.openxmlformats.org/drawingml/2006/main">
            <a:srgbClr val="91AFF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1085A55C-6960-4CF1-8E3C-BA5342130708}"/>
              </a:ext>
            </a:extLst>
          </p:cNvPr>
          <p:cNvSpPr>
            <a:spLocks xmlns:a="http://schemas.openxmlformats.org/drawingml/2006/main" noGrp="1"/>
          </p:cNvSpPr>
          <p:nvPr/>
        </p:nvSpPr>
        <p:spPr>
          <a:xfrm xmlns:a="http://schemas.openxmlformats.org/drawingml/2006/main">
            <a:off x="4506516" y="4686300"/>
            <a:ext cx="66318" cy="123825"/>
          </a:xfrm>
          <a:prstGeom xmlns:a="http://schemas.openxmlformats.org/drawingml/2006/main" prst="rect">
            <a:avLst/>
          </a:prstGeom>
          <a:solidFill xmlns:a="http://schemas.openxmlformats.org/drawingml/2006/main">
            <a:srgbClr val="97B5F5"/>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5D929FD7-0BDD-4F04-8AB1-A1C37F68E736}"/>
              </a:ext>
            </a:extLst>
          </p:cNvPr>
          <p:cNvSpPr>
            <a:spLocks xmlns:a="http://schemas.openxmlformats.org/drawingml/2006/main" noGrp="1"/>
          </p:cNvSpPr>
          <p:nvPr/>
        </p:nvSpPr>
        <p:spPr>
          <a:xfrm xmlns:a="http://schemas.openxmlformats.org/drawingml/2006/main">
            <a:off x="4569023" y="4686300"/>
            <a:ext cx="66318" cy="123825"/>
          </a:xfrm>
          <a:prstGeom xmlns:a="http://schemas.openxmlformats.org/drawingml/2006/main" prst="rect">
            <a:avLst/>
          </a:prstGeom>
          <a:solidFill xmlns:a="http://schemas.openxmlformats.org/drawingml/2006/main">
            <a:srgbClr val="9DBBF6"/>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591AFD1E-A0F1-4349-9855-4D3A5EC20CC0}"/>
              </a:ext>
            </a:extLst>
          </p:cNvPr>
          <p:cNvSpPr>
            <a:spLocks xmlns:a="http://schemas.openxmlformats.org/drawingml/2006/main" noGrp="1"/>
          </p:cNvSpPr>
          <p:nvPr/>
        </p:nvSpPr>
        <p:spPr>
          <a:xfrm xmlns:a="http://schemas.openxmlformats.org/drawingml/2006/main">
            <a:off x="4631531" y="4686300"/>
            <a:ext cx="66318" cy="123825"/>
          </a:xfrm>
          <a:prstGeom xmlns:a="http://schemas.openxmlformats.org/drawingml/2006/main" prst="rect">
            <a:avLst/>
          </a:prstGeom>
          <a:solidFill xmlns:a="http://schemas.openxmlformats.org/drawingml/2006/main">
            <a:srgbClr val="A4C0F7"/>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1223A074-0FA7-4194-ACCC-6A8E3A4A7805}"/>
              </a:ext>
            </a:extLst>
          </p:cNvPr>
          <p:cNvSpPr>
            <a:spLocks xmlns:a="http://schemas.openxmlformats.org/drawingml/2006/main" noGrp="1"/>
          </p:cNvSpPr>
          <p:nvPr/>
        </p:nvSpPr>
        <p:spPr>
          <a:xfrm xmlns:a="http://schemas.openxmlformats.org/drawingml/2006/main">
            <a:off x="4694039" y="4686300"/>
            <a:ext cx="66318" cy="123825"/>
          </a:xfrm>
          <a:prstGeom xmlns:a="http://schemas.openxmlformats.org/drawingml/2006/main" prst="rect">
            <a:avLst/>
          </a:prstGeom>
          <a:solidFill xmlns:a="http://schemas.openxmlformats.org/drawingml/2006/main">
            <a:srgbClr val="AAC6F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836A9A31-62CA-4652-B20B-C9D4B3F81295}"/>
              </a:ext>
            </a:extLst>
          </p:cNvPr>
          <p:cNvSpPr>
            <a:spLocks xmlns:a="http://schemas.openxmlformats.org/drawingml/2006/main" noGrp="1"/>
          </p:cNvSpPr>
          <p:nvPr/>
        </p:nvSpPr>
        <p:spPr>
          <a:xfrm xmlns:a="http://schemas.openxmlformats.org/drawingml/2006/main">
            <a:off x="4756547" y="4686300"/>
            <a:ext cx="66318" cy="123825"/>
          </a:xfrm>
          <a:prstGeom xmlns:a="http://schemas.openxmlformats.org/drawingml/2006/main" prst="rect">
            <a:avLst/>
          </a:prstGeom>
          <a:solidFill xmlns:a="http://schemas.openxmlformats.org/drawingml/2006/main">
            <a:srgbClr val="B2CAF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52226DF7-19F4-43FF-BBC9-27213E1C1D98}"/>
              </a:ext>
            </a:extLst>
          </p:cNvPr>
          <p:cNvSpPr>
            <a:spLocks xmlns:a="http://schemas.openxmlformats.org/drawingml/2006/main" noGrp="1"/>
          </p:cNvSpPr>
          <p:nvPr/>
        </p:nvSpPr>
        <p:spPr>
          <a:xfrm xmlns:a="http://schemas.openxmlformats.org/drawingml/2006/main">
            <a:off x="4819055" y="4686300"/>
            <a:ext cx="66318" cy="123825"/>
          </a:xfrm>
          <a:prstGeom xmlns:a="http://schemas.openxmlformats.org/drawingml/2006/main" prst="rect">
            <a:avLst/>
          </a:prstGeom>
          <a:solidFill xmlns:a="http://schemas.openxmlformats.org/drawingml/2006/main">
            <a:srgbClr val="B9CFF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C9AFD075-1E65-4E80-94C5-E08F84202298}"/>
              </a:ext>
            </a:extLst>
          </p:cNvPr>
          <p:cNvSpPr>
            <a:spLocks xmlns:a="http://schemas.openxmlformats.org/drawingml/2006/main" noGrp="1"/>
          </p:cNvSpPr>
          <p:nvPr/>
        </p:nvSpPr>
        <p:spPr>
          <a:xfrm xmlns:a="http://schemas.openxmlformats.org/drawingml/2006/main">
            <a:off x="4881563" y="4686300"/>
            <a:ext cx="66318" cy="123825"/>
          </a:xfrm>
          <a:prstGeom xmlns:a="http://schemas.openxmlformats.org/drawingml/2006/main" prst="rect">
            <a:avLst/>
          </a:prstGeom>
          <a:solidFill xmlns:a="http://schemas.openxmlformats.org/drawingml/2006/main">
            <a:srgbClr val="C0D4F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60F4B077-8FEC-463F-8796-CBAC52822CB3}"/>
              </a:ext>
            </a:extLst>
          </p:cNvPr>
          <p:cNvSpPr>
            <a:spLocks xmlns:a="http://schemas.openxmlformats.org/drawingml/2006/main" noGrp="1"/>
          </p:cNvSpPr>
          <p:nvPr/>
        </p:nvSpPr>
        <p:spPr>
          <a:xfrm xmlns:a="http://schemas.openxmlformats.org/drawingml/2006/main">
            <a:off x="4944070" y="4686300"/>
            <a:ext cx="66318" cy="123825"/>
          </a:xfrm>
          <a:prstGeom xmlns:a="http://schemas.openxmlformats.org/drawingml/2006/main" prst="rect">
            <a:avLst/>
          </a:prstGeom>
          <a:solidFill xmlns:a="http://schemas.openxmlformats.org/drawingml/2006/main">
            <a:srgbClr val="C7D9F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C134DBD5-3E67-48E9-B750-9DA89C659BF3}"/>
              </a:ext>
            </a:extLst>
          </p:cNvPr>
          <p:cNvSpPr>
            <a:spLocks xmlns:a="http://schemas.openxmlformats.org/drawingml/2006/main" noGrp="1"/>
          </p:cNvSpPr>
          <p:nvPr/>
        </p:nvSpPr>
        <p:spPr>
          <a:xfrm xmlns:a="http://schemas.openxmlformats.org/drawingml/2006/main">
            <a:off x="5006578" y="4686300"/>
            <a:ext cx="66318" cy="123825"/>
          </a:xfrm>
          <a:prstGeom xmlns:a="http://schemas.openxmlformats.org/drawingml/2006/main" prst="rect">
            <a:avLst/>
          </a:prstGeom>
          <a:solidFill xmlns:a="http://schemas.openxmlformats.org/drawingml/2006/main">
            <a:srgbClr val="CFDDF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929F27C9-3A33-4C96-B81E-2F3A74761507}"/>
              </a:ext>
            </a:extLst>
          </p:cNvPr>
          <p:cNvSpPr>
            <a:spLocks xmlns:a="http://schemas.openxmlformats.org/drawingml/2006/main" noGrp="1"/>
          </p:cNvSpPr>
          <p:nvPr/>
        </p:nvSpPr>
        <p:spPr>
          <a:xfrm xmlns:a="http://schemas.openxmlformats.org/drawingml/2006/main">
            <a:off x="5069086" y="4686300"/>
            <a:ext cx="66318" cy="123825"/>
          </a:xfrm>
          <a:prstGeom xmlns:a="http://schemas.openxmlformats.org/drawingml/2006/main" prst="rect">
            <a:avLst/>
          </a:prstGeom>
          <a:solidFill xmlns:a="http://schemas.openxmlformats.org/drawingml/2006/main">
            <a:srgbClr val="D6E2F7"/>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48A6065E-5779-4A8B-8916-DE839A9D3561}"/>
              </a:ext>
            </a:extLst>
          </p:cNvPr>
          <p:cNvSpPr>
            <a:spLocks xmlns:a="http://schemas.openxmlformats.org/drawingml/2006/main" noGrp="1"/>
          </p:cNvSpPr>
          <p:nvPr/>
        </p:nvSpPr>
        <p:spPr>
          <a:xfrm xmlns:a="http://schemas.openxmlformats.org/drawingml/2006/main">
            <a:off x="5131594" y="4686300"/>
            <a:ext cx="66318" cy="123825"/>
          </a:xfrm>
          <a:prstGeom xmlns:a="http://schemas.openxmlformats.org/drawingml/2006/main" prst="rect">
            <a:avLst/>
          </a:prstGeom>
          <a:solidFill xmlns:a="http://schemas.openxmlformats.org/drawingml/2006/main">
            <a:srgbClr val="DDE7F7"/>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92F96E14-AEAF-4A19-94B1-056951EAE6BA}"/>
              </a:ext>
            </a:extLst>
          </p:cNvPr>
          <p:cNvSpPr>
            <a:spLocks xmlns:a="http://schemas.openxmlformats.org/drawingml/2006/main" noGrp="1"/>
          </p:cNvSpPr>
          <p:nvPr/>
        </p:nvSpPr>
        <p:spPr>
          <a:xfrm xmlns:a="http://schemas.openxmlformats.org/drawingml/2006/main">
            <a:off x="5194102" y="4686300"/>
            <a:ext cx="66318" cy="123825"/>
          </a:xfrm>
          <a:prstGeom xmlns:a="http://schemas.openxmlformats.org/drawingml/2006/main" prst="rect">
            <a:avLst/>
          </a:prstGeom>
          <a:solidFill xmlns:a="http://schemas.openxmlformats.org/drawingml/2006/main">
            <a:srgbClr val="E5EBF7"/>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7636D5BE-03FB-4C91-8697-38EB473B6DC5}"/>
              </a:ext>
            </a:extLst>
          </p:cNvPr>
          <p:cNvSpPr>
            <a:spLocks xmlns:a="http://schemas.openxmlformats.org/drawingml/2006/main" noGrp="1"/>
          </p:cNvSpPr>
          <p:nvPr/>
        </p:nvSpPr>
        <p:spPr>
          <a:xfrm xmlns:a="http://schemas.openxmlformats.org/drawingml/2006/main">
            <a:off x="5256609" y="4686300"/>
            <a:ext cx="66318" cy="123825"/>
          </a:xfrm>
          <a:prstGeom xmlns:a="http://schemas.openxmlformats.org/drawingml/2006/main" prst="rect">
            <a:avLst/>
          </a:prstGeom>
          <a:solidFill xmlns:a="http://schemas.openxmlformats.org/drawingml/2006/main">
            <a:srgbClr val="ECF0F7"/>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8CC7EC0F-D6C3-49E2-9BAC-0A76FFA27621}"/>
              </a:ext>
            </a:extLst>
          </p:cNvPr>
          <p:cNvSpPr>
            <a:spLocks xmlns:a="http://schemas.openxmlformats.org/drawingml/2006/main" noGrp="1"/>
          </p:cNvSpPr>
          <p:nvPr/>
        </p:nvSpPr>
        <p:spPr>
          <a:xfrm xmlns:a="http://schemas.openxmlformats.org/drawingml/2006/main">
            <a:off x="5319117" y="4686300"/>
            <a:ext cx="66318" cy="1238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53B65150-0D7C-4339-8C90-1B0DE4AB0662}"/>
              </a:ext>
            </a:extLst>
          </p:cNvPr>
          <p:cNvSpPr>
            <a:spLocks xmlns:a="http://schemas.openxmlformats.org/drawingml/2006/main" noGrp="1"/>
          </p:cNvSpPr>
          <p:nvPr/>
        </p:nvSpPr>
        <p:spPr>
          <a:xfrm xmlns:a="http://schemas.openxmlformats.org/drawingml/2006/main">
            <a:off x="5381625" y="4686300"/>
            <a:ext cx="66318" cy="123825"/>
          </a:xfrm>
          <a:prstGeom xmlns:a="http://schemas.openxmlformats.org/drawingml/2006/main" prst="rect">
            <a:avLst/>
          </a:prstGeom>
          <a:solidFill xmlns:a="http://schemas.openxmlformats.org/drawingml/2006/main">
            <a:srgbClr val="F7F4F3"/>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DDF96FDF-DD60-4363-8DDC-4509970AC40E}"/>
              </a:ext>
            </a:extLst>
          </p:cNvPr>
          <p:cNvSpPr>
            <a:spLocks xmlns:a="http://schemas.openxmlformats.org/drawingml/2006/main" noGrp="1"/>
          </p:cNvSpPr>
          <p:nvPr/>
        </p:nvSpPr>
        <p:spPr>
          <a:xfrm xmlns:a="http://schemas.openxmlformats.org/drawingml/2006/main">
            <a:off x="5444133" y="4686300"/>
            <a:ext cx="66318" cy="123825"/>
          </a:xfrm>
          <a:prstGeom xmlns:a="http://schemas.openxmlformats.org/drawingml/2006/main" prst="rect">
            <a:avLst/>
          </a:prstGeom>
          <a:solidFill xmlns:a="http://schemas.openxmlformats.org/drawingml/2006/main">
            <a:srgbClr val="F7EEEC"/>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CE477EE4-6AB5-4BF5-A5D6-CCB0E21B019E}"/>
              </a:ext>
            </a:extLst>
          </p:cNvPr>
          <p:cNvSpPr>
            <a:spLocks xmlns:a="http://schemas.openxmlformats.org/drawingml/2006/main" noGrp="1"/>
          </p:cNvSpPr>
          <p:nvPr/>
        </p:nvSpPr>
        <p:spPr>
          <a:xfrm xmlns:a="http://schemas.openxmlformats.org/drawingml/2006/main">
            <a:off x="5506641" y="4686300"/>
            <a:ext cx="66318" cy="123825"/>
          </a:xfrm>
          <a:prstGeom xmlns:a="http://schemas.openxmlformats.org/drawingml/2006/main" prst="rect">
            <a:avLst/>
          </a:prstGeom>
          <a:solidFill xmlns:a="http://schemas.openxmlformats.org/drawingml/2006/main">
            <a:srgbClr val="F6E8E4"/>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20AEAD28-D800-450A-A6C4-F76C201B087A}"/>
              </a:ext>
            </a:extLst>
          </p:cNvPr>
          <p:cNvSpPr>
            <a:spLocks xmlns:a="http://schemas.openxmlformats.org/drawingml/2006/main" noGrp="1"/>
          </p:cNvSpPr>
          <p:nvPr/>
        </p:nvSpPr>
        <p:spPr>
          <a:xfrm xmlns:a="http://schemas.openxmlformats.org/drawingml/2006/main">
            <a:off x="5569148" y="4686300"/>
            <a:ext cx="66318" cy="123825"/>
          </a:xfrm>
          <a:prstGeom xmlns:a="http://schemas.openxmlformats.org/drawingml/2006/main" prst="rect">
            <a:avLst/>
          </a:prstGeom>
          <a:solidFill xmlns:a="http://schemas.openxmlformats.org/drawingml/2006/main">
            <a:srgbClr val="F6E1DC"/>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F0B103F4-2543-4507-A404-F22A365B1576}"/>
              </a:ext>
            </a:extLst>
          </p:cNvPr>
          <p:cNvSpPr>
            <a:spLocks xmlns:a="http://schemas.openxmlformats.org/drawingml/2006/main" noGrp="1"/>
          </p:cNvSpPr>
          <p:nvPr/>
        </p:nvSpPr>
        <p:spPr>
          <a:xfrm xmlns:a="http://schemas.openxmlformats.org/drawingml/2006/main">
            <a:off x="5631656" y="4686300"/>
            <a:ext cx="66318" cy="123825"/>
          </a:xfrm>
          <a:prstGeom xmlns:a="http://schemas.openxmlformats.org/drawingml/2006/main" prst="rect">
            <a:avLst/>
          </a:prstGeom>
          <a:solidFill xmlns:a="http://schemas.openxmlformats.org/drawingml/2006/main">
            <a:srgbClr val="F6DBD5"/>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A1FDC204-78F1-4075-8E90-D51935DCB34E}"/>
              </a:ext>
            </a:extLst>
          </p:cNvPr>
          <p:cNvSpPr>
            <a:spLocks xmlns:a="http://schemas.openxmlformats.org/drawingml/2006/main" noGrp="1"/>
          </p:cNvSpPr>
          <p:nvPr/>
        </p:nvSpPr>
        <p:spPr>
          <a:xfrm xmlns:a="http://schemas.openxmlformats.org/drawingml/2006/main">
            <a:off x="5694164" y="4686300"/>
            <a:ext cx="66318" cy="123825"/>
          </a:xfrm>
          <a:prstGeom xmlns:a="http://schemas.openxmlformats.org/drawingml/2006/main" prst="rect">
            <a:avLst/>
          </a:prstGeom>
          <a:solidFill xmlns:a="http://schemas.openxmlformats.org/drawingml/2006/main">
            <a:srgbClr val="F5D5CD"/>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D4932E9F-3B48-4BAC-B15A-C29DC78609AA}"/>
              </a:ext>
            </a:extLst>
          </p:cNvPr>
          <p:cNvSpPr>
            <a:spLocks xmlns:a="http://schemas.openxmlformats.org/drawingml/2006/main" noGrp="1"/>
          </p:cNvSpPr>
          <p:nvPr/>
        </p:nvSpPr>
        <p:spPr>
          <a:xfrm xmlns:a="http://schemas.openxmlformats.org/drawingml/2006/main">
            <a:off x="5756672" y="4686300"/>
            <a:ext cx="66318" cy="123825"/>
          </a:xfrm>
          <a:prstGeom xmlns:a="http://schemas.openxmlformats.org/drawingml/2006/main" prst="rect">
            <a:avLst/>
          </a:prstGeom>
          <a:solidFill xmlns:a="http://schemas.openxmlformats.org/drawingml/2006/main">
            <a:srgbClr val="F5CFC6"/>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7CF306B0-8556-460B-8890-411CB6F224BB}"/>
              </a:ext>
            </a:extLst>
          </p:cNvPr>
          <p:cNvSpPr>
            <a:spLocks xmlns:a="http://schemas.openxmlformats.org/drawingml/2006/main" noGrp="1"/>
          </p:cNvSpPr>
          <p:nvPr/>
        </p:nvSpPr>
        <p:spPr>
          <a:xfrm xmlns:a="http://schemas.openxmlformats.org/drawingml/2006/main">
            <a:off x="5819180" y="4686300"/>
            <a:ext cx="66318" cy="123825"/>
          </a:xfrm>
          <a:prstGeom xmlns:a="http://schemas.openxmlformats.org/drawingml/2006/main" prst="rect">
            <a:avLst/>
          </a:prstGeom>
          <a:solidFill xmlns:a="http://schemas.openxmlformats.org/drawingml/2006/main">
            <a:srgbClr val="F5C9BE"/>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0E02D2B3-3103-4588-B457-BE24CD2E8533}"/>
              </a:ext>
            </a:extLst>
          </p:cNvPr>
          <p:cNvSpPr>
            <a:spLocks xmlns:a="http://schemas.openxmlformats.org/drawingml/2006/main" noGrp="1"/>
          </p:cNvSpPr>
          <p:nvPr/>
        </p:nvSpPr>
        <p:spPr>
          <a:xfrm xmlns:a="http://schemas.openxmlformats.org/drawingml/2006/main">
            <a:off x="5881688" y="4686300"/>
            <a:ext cx="66318" cy="123825"/>
          </a:xfrm>
          <a:prstGeom xmlns:a="http://schemas.openxmlformats.org/drawingml/2006/main" prst="rect">
            <a:avLst/>
          </a:prstGeom>
          <a:solidFill xmlns:a="http://schemas.openxmlformats.org/drawingml/2006/main">
            <a:srgbClr val="F5C2B6"/>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AB1FFF1D-4F52-4B9E-80FC-D0ED890B3838}"/>
              </a:ext>
            </a:extLst>
          </p:cNvPr>
          <p:cNvSpPr>
            <a:spLocks xmlns:a="http://schemas.openxmlformats.org/drawingml/2006/main" noGrp="1"/>
          </p:cNvSpPr>
          <p:nvPr/>
        </p:nvSpPr>
        <p:spPr>
          <a:xfrm xmlns:a="http://schemas.openxmlformats.org/drawingml/2006/main">
            <a:off x="5944195" y="4686300"/>
            <a:ext cx="66318" cy="123825"/>
          </a:xfrm>
          <a:prstGeom xmlns:a="http://schemas.openxmlformats.org/drawingml/2006/main" prst="rect">
            <a:avLst/>
          </a:prstGeom>
          <a:solidFill xmlns:a="http://schemas.openxmlformats.org/drawingml/2006/main">
            <a:srgbClr val="F4BCA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B5CABFA7-8286-422D-848B-1224B0E5CBC8}"/>
              </a:ext>
            </a:extLst>
          </p:cNvPr>
          <p:cNvSpPr>
            <a:spLocks xmlns:a="http://schemas.openxmlformats.org/drawingml/2006/main" noGrp="1"/>
          </p:cNvSpPr>
          <p:nvPr/>
        </p:nvSpPr>
        <p:spPr>
          <a:xfrm xmlns:a="http://schemas.openxmlformats.org/drawingml/2006/main">
            <a:off x="6006703" y="4686300"/>
            <a:ext cx="66318" cy="123825"/>
          </a:xfrm>
          <a:prstGeom xmlns:a="http://schemas.openxmlformats.org/drawingml/2006/main" prst="rect">
            <a:avLst/>
          </a:prstGeom>
          <a:solidFill xmlns:a="http://schemas.openxmlformats.org/drawingml/2006/main">
            <a:srgbClr val="F4B6A7"/>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92A81C8D-50EA-4EC7-AE0A-95A1BE7DD77B}"/>
              </a:ext>
            </a:extLst>
          </p:cNvPr>
          <p:cNvSpPr>
            <a:spLocks xmlns:a="http://schemas.openxmlformats.org/drawingml/2006/main" noGrp="1"/>
          </p:cNvSpPr>
          <p:nvPr/>
        </p:nvSpPr>
        <p:spPr>
          <a:xfrm xmlns:a="http://schemas.openxmlformats.org/drawingml/2006/main">
            <a:off x="6069211" y="4686300"/>
            <a:ext cx="66318" cy="123825"/>
          </a:xfrm>
          <a:prstGeom xmlns:a="http://schemas.openxmlformats.org/drawingml/2006/main" prst="rect">
            <a:avLst/>
          </a:prstGeom>
          <a:solidFill xmlns:a="http://schemas.openxmlformats.org/drawingml/2006/main">
            <a:srgbClr val="F2AFA0"/>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6DAD670F-D5EA-441F-B576-8CEF1BBD8959}"/>
              </a:ext>
            </a:extLst>
          </p:cNvPr>
          <p:cNvSpPr>
            <a:spLocks xmlns:a="http://schemas.openxmlformats.org/drawingml/2006/main" noGrp="1"/>
          </p:cNvSpPr>
          <p:nvPr/>
        </p:nvSpPr>
        <p:spPr>
          <a:xfrm xmlns:a="http://schemas.openxmlformats.org/drawingml/2006/main">
            <a:off x="6131719" y="4686300"/>
            <a:ext cx="66318" cy="123825"/>
          </a:xfrm>
          <a:prstGeom xmlns:a="http://schemas.openxmlformats.org/drawingml/2006/main" prst="rect">
            <a:avLst/>
          </a:prstGeom>
          <a:solidFill xmlns:a="http://schemas.openxmlformats.org/drawingml/2006/main">
            <a:srgbClr val="F0A79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34D34178-FD2B-45AE-B6AA-0BF8D0050F13}"/>
              </a:ext>
            </a:extLst>
          </p:cNvPr>
          <p:cNvSpPr>
            <a:spLocks xmlns:a="http://schemas.openxmlformats.org/drawingml/2006/main" noGrp="1"/>
          </p:cNvSpPr>
          <p:nvPr/>
        </p:nvSpPr>
        <p:spPr>
          <a:xfrm xmlns:a="http://schemas.openxmlformats.org/drawingml/2006/main">
            <a:off x="6194227" y="4686300"/>
            <a:ext cx="66318" cy="123825"/>
          </a:xfrm>
          <a:prstGeom xmlns:a="http://schemas.openxmlformats.org/drawingml/2006/main" prst="rect">
            <a:avLst/>
          </a:prstGeom>
          <a:solidFill xmlns:a="http://schemas.openxmlformats.org/drawingml/2006/main">
            <a:srgbClr val="EEA091"/>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6BD32AEE-4595-40A2-8FE3-A056E936F0F7}"/>
              </a:ext>
            </a:extLst>
          </p:cNvPr>
          <p:cNvSpPr>
            <a:spLocks xmlns:a="http://schemas.openxmlformats.org/drawingml/2006/main" noGrp="1"/>
          </p:cNvSpPr>
          <p:nvPr/>
        </p:nvSpPr>
        <p:spPr>
          <a:xfrm xmlns:a="http://schemas.openxmlformats.org/drawingml/2006/main">
            <a:off x="6256734" y="4686300"/>
            <a:ext cx="66318" cy="123825"/>
          </a:xfrm>
          <a:prstGeom xmlns:a="http://schemas.openxmlformats.org/drawingml/2006/main" prst="rect">
            <a:avLst/>
          </a:prstGeom>
          <a:solidFill xmlns:a="http://schemas.openxmlformats.org/drawingml/2006/main">
            <a:srgbClr val="EC9989"/>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82F84C7D-0778-432E-8309-95EEBDDEF1F9}"/>
              </a:ext>
            </a:extLst>
          </p:cNvPr>
          <p:cNvSpPr>
            <a:spLocks xmlns:a="http://schemas.openxmlformats.org/drawingml/2006/main" noGrp="1"/>
          </p:cNvSpPr>
          <p:nvPr/>
        </p:nvSpPr>
        <p:spPr>
          <a:xfrm xmlns:a="http://schemas.openxmlformats.org/drawingml/2006/main">
            <a:off x="6319242" y="4686300"/>
            <a:ext cx="66318" cy="123825"/>
          </a:xfrm>
          <a:prstGeom xmlns:a="http://schemas.openxmlformats.org/drawingml/2006/main" prst="rect">
            <a:avLst/>
          </a:prstGeom>
          <a:solidFill xmlns:a="http://schemas.openxmlformats.org/drawingml/2006/main">
            <a:srgbClr val="EA9182"/>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3677F666-F174-4AED-9073-66E3D860D9A8}"/>
              </a:ext>
            </a:extLst>
          </p:cNvPr>
          <p:cNvSpPr>
            <a:spLocks xmlns:a="http://schemas.openxmlformats.org/drawingml/2006/main" noGrp="1"/>
          </p:cNvSpPr>
          <p:nvPr/>
        </p:nvSpPr>
        <p:spPr>
          <a:xfrm xmlns:a="http://schemas.openxmlformats.org/drawingml/2006/main">
            <a:off x="6381750" y="4686300"/>
            <a:ext cx="66318" cy="123825"/>
          </a:xfrm>
          <a:prstGeom xmlns:a="http://schemas.openxmlformats.org/drawingml/2006/main" prst="rect">
            <a:avLst/>
          </a:prstGeom>
          <a:solidFill xmlns:a="http://schemas.openxmlformats.org/drawingml/2006/main">
            <a:srgbClr val="E78A7A"/>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0AF0CBEC-FFD0-48A4-94ED-5DB8FA04F3D2}"/>
              </a:ext>
            </a:extLst>
          </p:cNvPr>
          <p:cNvSpPr>
            <a:spLocks xmlns:a="http://schemas.openxmlformats.org/drawingml/2006/main" noGrp="1"/>
          </p:cNvSpPr>
          <p:nvPr/>
        </p:nvSpPr>
        <p:spPr>
          <a:xfrm xmlns:a="http://schemas.openxmlformats.org/drawingml/2006/main">
            <a:off x="6444258" y="4686300"/>
            <a:ext cx="66318" cy="123825"/>
          </a:xfrm>
          <a:prstGeom xmlns:a="http://schemas.openxmlformats.org/drawingml/2006/main" prst="rect">
            <a:avLst/>
          </a:prstGeom>
          <a:solidFill xmlns:a="http://schemas.openxmlformats.org/drawingml/2006/main">
            <a:srgbClr val="E58273"/>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9770CBBC-F476-45B3-89B4-F0A059EB40B6}"/>
              </a:ext>
            </a:extLst>
          </p:cNvPr>
          <p:cNvSpPr>
            <a:spLocks xmlns:a="http://schemas.openxmlformats.org/drawingml/2006/main" noGrp="1"/>
          </p:cNvSpPr>
          <p:nvPr/>
        </p:nvSpPr>
        <p:spPr>
          <a:xfrm xmlns:a="http://schemas.openxmlformats.org/drawingml/2006/main">
            <a:off x="6506766" y="4686300"/>
            <a:ext cx="66318" cy="123825"/>
          </a:xfrm>
          <a:prstGeom xmlns:a="http://schemas.openxmlformats.org/drawingml/2006/main" prst="rect">
            <a:avLst/>
          </a:prstGeom>
          <a:solidFill xmlns:a="http://schemas.openxmlformats.org/drawingml/2006/main">
            <a:srgbClr val="E37B6B"/>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56F74CD4-461B-45DF-906E-5797D7885955}"/>
              </a:ext>
            </a:extLst>
          </p:cNvPr>
          <p:cNvSpPr>
            <a:spLocks xmlns:a="http://schemas.openxmlformats.org/drawingml/2006/main" noGrp="1"/>
          </p:cNvSpPr>
          <p:nvPr/>
        </p:nvSpPr>
        <p:spPr>
          <a:xfrm xmlns:a="http://schemas.openxmlformats.org/drawingml/2006/main">
            <a:off x="6569273" y="4686300"/>
            <a:ext cx="66318" cy="123825"/>
          </a:xfrm>
          <a:prstGeom xmlns:a="http://schemas.openxmlformats.org/drawingml/2006/main" prst="rect">
            <a:avLst/>
          </a:prstGeom>
          <a:solidFill xmlns:a="http://schemas.openxmlformats.org/drawingml/2006/main">
            <a:srgbClr val="E17464"/>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9EF9C3E2-6B90-4845-9E71-681ED61A6796}"/>
              </a:ext>
            </a:extLst>
          </p:cNvPr>
          <p:cNvSpPr>
            <a:spLocks xmlns:a="http://schemas.openxmlformats.org/drawingml/2006/main" noGrp="1"/>
          </p:cNvSpPr>
          <p:nvPr/>
        </p:nvSpPr>
        <p:spPr>
          <a:xfrm xmlns:a="http://schemas.openxmlformats.org/drawingml/2006/main">
            <a:off x="6631781" y="4686300"/>
            <a:ext cx="66318" cy="123825"/>
          </a:xfrm>
          <a:prstGeom xmlns:a="http://schemas.openxmlformats.org/drawingml/2006/main" prst="rect">
            <a:avLst/>
          </a:prstGeom>
          <a:solidFill xmlns:a="http://schemas.openxmlformats.org/drawingml/2006/main">
            <a:srgbClr val="DF6C5C"/>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EC314F5A-2ECA-48CF-9392-80B473678E23}"/>
              </a:ext>
            </a:extLst>
          </p:cNvPr>
          <p:cNvSpPr>
            <a:spLocks xmlns:a="http://schemas.openxmlformats.org/drawingml/2006/main" noGrp="1"/>
          </p:cNvSpPr>
          <p:nvPr/>
        </p:nvSpPr>
        <p:spPr>
          <a:xfrm xmlns:a="http://schemas.openxmlformats.org/drawingml/2006/main">
            <a:off x="6694289" y="4686300"/>
            <a:ext cx="66318" cy="123825"/>
          </a:xfrm>
          <a:prstGeom xmlns:a="http://schemas.openxmlformats.org/drawingml/2006/main" prst="rect">
            <a:avLst/>
          </a:prstGeom>
          <a:solidFill xmlns:a="http://schemas.openxmlformats.org/drawingml/2006/main">
            <a:srgbClr val="DC6455"/>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8D8C91A3-8CCA-4E5B-8F5B-8568DC20D065}"/>
              </a:ext>
            </a:extLst>
          </p:cNvPr>
          <p:cNvSpPr>
            <a:spLocks xmlns:a="http://schemas.openxmlformats.org/drawingml/2006/main" noGrp="1"/>
          </p:cNvSpPr>
          <p:nvPr/>
        </p:nvSpPr>
        <p:spPr>
          <a:xfrm xmlns:a="http://schemas.openxmlformats.org/drawingml/2006/main">
            <a:off x="6756797" y="4686300"/>
            <a:ext cx="66318" cy="123825"/>
          </a:xfrm>
          <a:prstGeom xmlns:a="http://schemas.openxmlformats.org/drawingml/2006/main" prst="rect">
            <a:avLst/>
          </a:prstGeom>
          <a:solidFill xmlns:a="http://schemas.openxmlformats.org/drawingml/2006/main">
            <a:srgbClr val="D95B51"/>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51CD24E7-350D-41FB-94CF-504AC74BE066}"/>
              </a:ext>
            </a:extLst>
          </p:cNvPr>
          <p:cNvSpPr>
            <a:spLocks xmlns:a="http://schemas.openxmlformats.org/drawingml/2006/main" noGrp="1"/>
          </p:cNvSpPr>
          <p:nvPr/>
        </p:nvSpPr>
        <p:spPr>
          <a:xfrm xmlns:a="http://schemas.openxmlformats.org/drawingml/2006/main">
            <a:off x="6819305" y="4686300"/>
            <a:ext cx="66318" cy="123825"/>
          </a:xfrm>
          <a:prstGeom xmlns:a="http://schemas.openxmlformats.org/drawingml/2006/main" prst="rect">
            <a:avLst/>
          </a:prstGeom>
          <a:solidFill xmlns:a="http://schemas.openxmlformats.org/drawingml/2006/main">
            <a:srgbClr val="D5524C"/>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D5032A26-E745-43FE-AD3E-15B86B863CD3}"/>
              </a:ext>
            </a:extLst>
          </p:cNvPr>
          <p:cNvSpPr>
            <a:spLocks xmlns:a="http://schemas.openxmlformats.org/drawingml/2006/main" noGrp="1"/>
          </p:cNvSpPr>
          <p:nvPr/>
        </p:nvSpPr>
        <p:spPr>
          <a:xfrm xmlns:a="http://schemas.openxmlformats.org/drawingml/2006/main">
            <a:off x="6881813" y="4686300"/>
            <a:ext cx="66318" cy="123825"/>
          </a:xfrm>
          <a:prstGeom xmlns:a="http://schemas.openxmlformats.org/drawingml/2006/main" prst="rect">
            <a:avLst/>
          </a:prstGeom>
          <a:solidFill xmlns:a="http://schemas.openxmlformats.org/drawingml/2006/main">
            <a:srgbClr val="D14948"/>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54B08996-1075-4756-B29F-23E48273F308}"/>
              </a:ext>
            </a:extLst>
          </p:cNvPr>
          <p:cNvSpPr>
            <a:spLocks xmlns:a="http://schemas.openxmlformats.org/drawingml/2006/main" noGrp="1"/>
          </p:cNvSpPr>
          <p:nvPr/>
        </p:nvSpPr>
        <p:spPr>
          <a:xfrm xmlns:a="http://schemas.openxmlformats.org/drawingml/2006/main">
            <a:off x="6944320" y="4686300"/>
            <a:ext cx="66318" cy="123825"/>
          </a:xfrm>
          <a:prstGeom xmlns:a="http://schemas.openxmlformats.org/drawingml/2006/main" prst="rect">
            <a:avLst/>
          </a:prstGeom>
          <a:solidFill xmlns:a="http://schemas.openxmlformats.org/drawingml/2006/main">
            <a:srgbClr val="CD4043"/>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71C910E8-5B82-46E1-91DE-311B5DD4A9ED}"/>
              </a:ext>
            </a:extLst>
          </p:cNvPr>
          <p:cNvSpPr>
            <a:spLocks xmlns:a="http://schemas.openxmlformats.org/drawingml/2006/main" noGrp="1"/>
          </p:cNvSpPr>
          <p:nvPr/>
        </p:nvSpPr>
        <p:spPr>
          <a:xfrm xmlns:a="http://schemas.openxmlformats.org/drawingml/2006/main">
            <a:off x="7006828" y="4686300"/>
            <a:ext cx="66318" cy="123825"/>
          </a:xfrm>
          <a:prstGeom xmlns:a="http://schemas.openxmlformats.org/drawingml/2006/main" prst="rect">
            <a:avLst/>
          </a:prstGeom>
          <a:solidFill xmlns:a="http://schemas.openxmlformats.org/drawingml/2006/main">
            <a:srgbClr val="C9373F"/>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55DDCAD4-F33C-4FD6-B74E-A15DC51C6873}"/>
              </a:ext>
            </a:extLst>
          </p:cNvPr>
          <p:cNvSpPr>
            <a:spLocks xmlns:a="http://schemas.openxmlformats.org/drawingml/2006/main" noGrp="1"/>
          </p:cNvSpPr>
          <p:nvPr/>
        </p:nvSpPr>
        <p:spPr>
          <a:xfrm xmlns:a="http://schemas.openxmlformats.org/drawingml/2006/main">
            <a:off x="7069336" y="4686300"/>
            <a:ext cx="66318" cy="123825"/>
          </a:xfrm>
          <a:prstGeom xmlns:a="http://schemas.openxmlformats.org/drawingml/2006/main" prst="rect">
            <a:avLst/>
          </a:prstGeom>
          <a:solidFill xmlns:a="http://schemas.openxmlformats.org/drawingml/2006/main">
            <a:srgbClr val="C52D3A"/>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194489A2-A9DE-4DAB-A106-98EF3FF3FCCC}"/>
              </a:ext>
            </a:extLst>
          </p:cNvPr>
          <p:cNvSpPr>
            <a:spLocks xmlns:a="http://schemas.openxmlformats.org/drawingml/2006/main" noGrp="1"/>
          </p:cNvSpPr>
          <p:nvPr/>
        </p:nvSpPr>
        <p:spPr>
          <a:xfrm xmlns:a="http://schemas.openxmlformats.org/drawingml/2006/main">
            <a:off x="7131844" y="4686300"/>
            <a:ext cx="66318" cy="123825"/>
          </a:xfrm>
          <a:prstGeom xmlns:a="http://schemas.openxmlformats.org/drawingml/2006/main" prst="rect">
            <a:avLst/>
          </a:prstGeom>
          <a:solidFill xmlns:a="http://schemas.openxmlformats.org/drawingml/2006/main">
            <a:srgbClr val="C12436"/>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1F36885A-936F-41A1-A06C-A76A15659CEE}"/>
              </a:ext>
            </a:extLst>
          </p:cNvPr>
          <p:cNvSpPr>
            <a:spLocks xmlns:a="http://schemas.openxmlformats.org/drawingml/2006/main" noGrp="1"/>
          </p:cNvSpPr>
          <p:nvPr/>
        </p:nvSpPr>
        <p:spPr>
          <a:xfrm xmlns:a="http://schemas.openxmlformats.org/drawingml/2006/main">
            <a:off x="7194352" y="4686300"/>
            <a:ext cx="66318" cy="123825"/>
          </a:xfrm>
          <a:prstGeom xmlns:a="http://schemas.openxmlformats.org/drawingml/2006/main" prst="rect">
            <a:avLst/>
          </a:prstGeom>
          <a:solidFill xmlns:a="http://schemas.openxmlformats.org/drawingml/2006/main">
            <a:srgbClr val="BE1B31"/>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1D8C8684-8D60-4DCF-8A86-AB6B471BD611}"/>
              </a:ext>
            </a:extLst>
          </p:cNvPr>
          <p:cNvSpPr>
            <a:spLocks xmlns:a="http://schemas.openxmlformats.org/drawingml/2006/main" noGrp="1"/>
          </p:cNvSpPr>
          <p:nvPr/>
        </p:nvSpPr>
        <p:spPr>
          <a:xfrm xmlns:a="http://schemas.openxmlformats.org/drawingml/2006/main">
            <a:off x="7256859" y="4686300"/>
            <a:ext cx="66318" cy="123825"/>
          </a:xfrm>
          <a:prstGeom xmlns:a="http://schemas.openxmlformats.org/drawingml/2006/main" prst="rect">
            <a:avLst/>
          </a:prstGeom>
          <a:solidFill xmlns:a="http://schemas.openxmlformats.org/drawingml/2006/main">
            <a:srgbClr val="BA122D"/>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CB349E73-2A95-46DB-9F14-108F56D67CD9}"/>
              </a:ext>
            </a:extLst>
          </p:cNvPr>
          <p:cNvSpPr>
            <a:spLocks xmlns:a="http://schemas.openxmlformats.org/drawingml/2006/main" noGrp="1"/>
          </p:cNvSpPr>
          <p:nvPr/>
        </p:nvSpPr>
        <p:spPr>
          <a:xfrm xmlns:a="http://schemas.openxmlformats.org/drawingml/2006/main">
            <a:off x="7319367" y="4686300"/>
            <a:ext cx="66318" cy="123825"/>
          </a:xfrm>
          <a:prstGeom xmlns:a="http://schemas.openxmlformats.org/drawingml/2006/main" prst="rect">
            <a:avLst/>
          </a:prstGeom>
          <a:solidFill xmlns:a="http://schemas.openxmlformats.org/drawingml/2006/main">
            <a:srgbClr val="B60928"/>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8BDB0E80-6E56-42F0-8321-2E7ADBF9D9CB}"/>
              </a:ext>
            </a:extLst>
          </p:cNvPr>
          <p:cNvSpPr>
            <a:spLocks xmlns:a="http://schemas.openxmlformats.org/drawingml/2006/main" noGrp="1"/>
          </p:cNvSpPr>
          <p:nvPr/>
        </p:nvSpPr>
        <p:spPr>
          <a:xfrm xmlns:a="http://schemas.openxmlformats.org/drawingml/2006/main">
            <a:off x="3381375" y="4686300"/>
            <a:ext cx="40005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06" name="">
            <a:extLst xmlns:a="http://schemas.openxmlformats.org/drawingml/2006/main">
              <a:ext uri="{FF2B5EF4-FFF2-40B4-BE49-F238E27FC236}">
                <a16:creationId xmlns:a16="http://schemas.microsoft.com/office/drawing/2014/main" id="{DEB0823C-5BB3-44AE-AB8E-FEF4303448AA}"/>
              </a:ext>
            </a:extLst>
          </p:cNvPr>
          <p:cNvSpPr>
            <a:spLocks xmlns:a="http://schemas.openxmlformats.org/drawingml/2006/main" noGrp="1"/>
          </p:cNvSpPr>
          <p:nvPr/>
        </p:nvSpPr>
        <p:spPr>
          <a:xfrm xmlns:a="http://schemas.openxmlformats.org/drawingml/2006/main">
            <a:off x="33813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7" name="">
            <a:extLst xmlns:a="http://schemas.openxmlformats.org/drawingml/2006/main">
              <a:ext uri="{FF2B5EF4-FFF2-40B4-BE49-F238E27FC236}">
                <a16:creationId xmlns:a16="http://schemas.microsoft.com/office/drawing/2014/main" id="{60F50BC4-B585-4BC7-B090-DD5B310A05EC}"/>
              </a:ext>
            </a:extLst>
          </p:cNvPr>
          <p:cNvSpPr>
            <a:spLocks xmlns:a="http://schemas.openxmlformats.org/drawingml/2006/main" noGrp="1"/>
          </p:cNvSpPr>
          <p:nvPr/>
        </p:nvSpPr>
        <p:spPr>
          <a:xfrm xmlns:a="http://schemas.openxmlformats.org/drawingml/2006/main">
            <a:off x="30384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−100</a:t>
            </a:r>
          </a:p>
        </p:txBody>
      </p:sp>
      <p:sp>
        <p:nvSpPr>
          <p:cNvPr id="108" name="">
            <a:extLst xmlns:a="http://schemas.openxmlformats.org/drawingml/2006/main">
              <a:ext uri="{FF2B5EF4-FFF2-40B4-BE49-F238E27FC236}">
                <a16:creationId xmlns:a16="http://schemas.microsoft.com/office/drawing/2014/main" id="{D51C2771-807E-4D8D-8C8C-791DC9ED1109}"/>
              </a:ext>
            </a:extLst>
          </p:cNvPr>
          <p:cNvSpPr>
            <a:spLocks xmlns:a="http://schemas.openxmlformats.org/drawingml/2006/main" noGrp="1"/>
          </p:cNvSpPr>
          <p:nvPr/>
        </p:nvSpPr>
        <p:spPr>
          <a:xfrm xmlns:a="http://schemas.openxmlformats.org/drawingml/2006/main">
            <a:off x="538162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9" name="">
            <a:extLst xmlns:a="http://schemas.openxmlformats.org/drawingml/2006/main">
              <a:ext uri="{FF2B5EF4-FFF2-40B4-BE49-F238E27FC236}">
                <a16:creationId xmlns:a16="http://schemas.microsoft.com/office/drawing/2014/main" id="{856B35EE-8961-4BB1-AA18-1B0BDF191ED0}"/>
              </a:ext>
            </a:extLst>
          </p:cNvPr>
          <p:cNvSpPr>
            <a:spLocks xmlns:a="http://schemas.openxmlformats.org/drawingml/2006/main" noGrp="1"/>
          </p:cNvSpPr>
          <p:nvPr/>
        </p:nvSpPr>
        <p:spPr>
          <a:xfrm xmlns:a="http://schemas.openxmlformats.org/drawingml/2006/main">
            <a:off x="503872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0</a:t>
            </a:r>
          </a:p>
        </p:txBody>
      </p:sp>
      <p:sp>
        <p:nvSpPr>
          <p:cNvPr id="110" name="">
            <a:extLst xmlns:a="http://schemas.openxmlformats.org/drawingml/2006/main">
              <a:ext uri="{FF2B5EF4-FFF2-40B4-BE49-F238E27FC236}">
                <a16:creationId xmlns:a16="http://schemas.microsoft.com/office/drawing/2014/main" id="{EB3D8559-D6CD-434B-9B4A-2DF9C6DFF221}"/>
              </a:ext>
            </a:extLst>
          </p:cNvPr>
          <p:cNvSpPr>
            <a:spLocks xmlns:a="http://schemas.openxmlformats.org/drawingml/2006/main" noGrp="1"/>
          </p:cNvSpPr>
          <p:nvPr/>
        </p:nvSpPr>
        <p:spPr>
          <a:xfrm xmlns:a="http://schemas.openxmlformats.org/drawingml/2006/main">
            <a:off x="73818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11" name="">
            <a:extLst xmlns:a="http://schemas.openxmlformats.org/drawingml/2006/main">
              <a:ext uri="{FF2B5EF4-FFF2-40B4-BE49-F238E27FC236}">
                <a16:creationId xmlns:a16="http://schemas.microsoft.com/office/drawing/2014/main" id="{F033FBE4-F52B-421A-A604-11937E4E107A}"/>
              </a:ext>
            </a:extLst>
          </p:cNvPr>
          <p:cNvSpPr>
            <a:spLocks xmlns:a="http://schemas.openxmlformats.org/drawingml/2006/main" noGrp="1"/>
          </p:cNvSpPr>
          <p:nvPr/>
        </p:nvSpPr>
        <p:spPr>
          <a:xfrm xmlns:a="http://schemas.openxmlformats.org/drawingml/2006/main">
            <a:off x="70389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+100</a:t>
            </a:r>
          </a:p>
        </p:txBody>
      </p:sp>
      <p:sp>
        <p:nvSpPr>
          <p:cNvPr id="112" name="">
            <a:extLst xmlns:a="http://schemas.openxmlformats.org/drawingml/2006/main">
              <a:ext uri="{FF2B5EF4-FFF2-40B4-BE49-F238E27FC236}">
                <a16:creationId xmlns:a16="http://schemas.microsoft.com/office/drawing/2014/main" id="{FBB62DB8-DCD1-4485-B4BC-6385EFF54A4E}"/>
              </a:ext>
            </a:extLst>
          </p:cNvPr>
          <p:cNvSpPr>
            <a:spLocks xmlns:a="http://schemas.openxmlformats.org/drawingml/2006/main" noGrp="1"/>
          </p:cNvSpPr>
          <p:nvPr/>
        </p:nvSpPr>
        <p:spPr>
          <a:xfrm xmlns:a="http://schemas.openxmlformats.org/drawingml/2006/main">
            <a:off x="3381375" y="4476750"/>
            <a:ext cx="4000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nAr*: δs [%], 表示範囲 ±100%</a:t>
            </a:r>
          </a:p>
        </p:txBody>
      </p:sp>
      <p:sp>
        <p:nvSpPr>
          <p:cNvPr id="113" name="">
            <a:extLst xmlns:a="http://schemas.openxmlformats.org/drawingml/2006/main">
              <a:ext uri="{FF2B5EF4-FFF2-40B4-BE49-F238E27FC236}">
                <a16:creationId xmlns:a16="http://schemas.microsoft.com/office/drawing/2014/main" id="{DADE5EAC-8874-43D2-B9D5-27DE41BA1769}"/>
              </a:ext>
            </a:extLst>
          </p:cNvPr>
          <p:cNvSpPr>
            <a:spLocks xmlns:a="http://schemas.openxmlformats.org/drawingml/2006/main" noGrp="1"/>
          </p:cNvSpPr>
          <p:nvPr/>
        </p:nvSpPr>
        <p:spPr>
          <a:xfrm xmlns:a="http://schemas.openxmlformats.org/drawingml/2006/main">
            <a:off x="3381375" y="5010150"/>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青： 標準COMSOLより低い　赤： 標準COMSOLより高い。統計は未クリップ節点値</a:t>
            </a:r>
          </a:p>
        </p:txBody>
      </p:sp>
      <p:sp>
        <p:nvSpPr>
          <p:cNvPr id="114" name="">
            <a:extLst xmlns:a="http://schemas.openxmlformats.org/drawingml/2006/main">
              <a:ext uri="{FF2B5EF4-FFF2-40B4-BE49-F238E27FC236}">
                <a16:creationId xmlns:a16="http://schemas.microsoft.com/office/drawing/2014/main" id="{5C0B0A10-105E-4410-985B-CBD8180EE8E1}"/>
              </a:ext>
            </a:extLst>
          </p:cNvPr>
          <p:cNvSpPr>
            <a:spLocks xmlns:a="http://schemas.openxmlformats.org/drawingml/2006/main" noGrp="1"/>
          </p:cNvSpPr>
          <p:nvPr/>
        </p:nvSpPr>
        <p:spPr>
          <a:xfrm xmlns:a="http://schemas.openxmlformats.org/drawingml/2006/main">
            <a:off x="7715250" y="4638675"/>
            <a:ext cx="3667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90" b="0" i="0">
                <a:solidFill>
                  <a:srgbClr val="2F2F2F"/>
                </a:solidFill>
                <a:latin typeface="Noto Sans JP"/>
                <a:ea typeface="Noto Sans JP"/>
                <a:cs typeface="Noto Sans JP"/>
              </a:defRPr>
            </a:pPr>
            <a:r>
              <a:rPr sz="990" b="0" i="0">
                <a:solidFill>
                  <a:srgbClr val="2F2F2F"/>
                </a:solidFill>
                <a:latin typeface="Noto Sans JP"/>
                <a:ea typeface="Noto Sans JP"/>
                <a:cs typeface="Noto Sans JP"/>
              </a:rPr>
              <a:t>局所的には符号が混在するが、体積積分は約−45%。</a:t>
            </a:r>
            <a:r>
              <a:rPr sz="990" b="0" i="0">
                <a:solidFill>
                  <a:srgbClr val="2F2F2F"/>
                </a:solidFill>
                <a:latin typeface="Noto Sans JP"/>
                <a:ea typeface="Noto Sans JP"/>
                <a:cs typeface="Noto Sans JP"/>
              </a:rPr>
              <a:t>標準COMSOLの</a:t>
            </a:r>
            <a:r>
              <a:rPr sz="990" b="0" i="0">
                <a:solidFill>
                  <a:srgbClr val="2F2F2F"/>
                </a:solidFill>
                <a:latin typeface="Noto Sans JP"/>
                <a:ea typeface="Noto Sans JP"/>
                <a:cs typeface="Noto Sans JP"/>
              </a:rPr>
              <a:t>Ar*は1 msで未定常なので過渡差を含む。</a:t>
            </a:r>
          </a:p>
        </p:txBody>
      </p:sp>
      <p:sp>
        <p:nvSpPr>
          <p:cNvPr id="115" name="">
            <a:extLst xmlns:a="http://schemas.openxmlformats.org/drawingml/2006/main">
              <a:ext uri="{FF2B5EF4-FFF2-40B4-BE49-F238E27FC236}">
                <a16:creationId xmlns:a16="http://schemas.microsoft.com/office/drawing/2014/main" id="{BA004517-2401-4851-ABD7-118665B02C47}"/>
              </a:ext>
            </a:extLst>
          </p:cNvPr>
          <p:cNvSpPr>
            <a:spLocks xmlns:a="http://schemas.openxmlformats.org/drawingml/2006/main" noGrp="1"/>
          </p:cNvSpPr>
          <p:nvPr/>
        </p:nvSpPr>
        <p:spPr>
          <a:xfrm xmlns:a="http://schemas.openxmlformats.org/drawingml/2006/main">
            <a:off x="3333750" y="5381625"/>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6631"/>
          </a:bodyPr>
          <a:lstStyle xmlns:a="http://schemas.openxmlformats.org/drawingml/2006/main"/>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体積積分の</a:t>
            </a:r>
            <a:r>
              <a:rPr sz="1065" b="1" i="0">
                <a:solidFill>
                  <a:srgbClr val="211441"/>
                </a:solidFill>
                <a:latin typeface="Noto Sans JP"/>
                <a:ea typeface="Noto Sans JP"/>
                <a:cs typeface="Noto Sans JP"/>
              </a:rPr>
              <a:t>標準COMSOL比</a:t>
            </a:r>
            <a:r>
              <a:rPr sz="1065" b="1" i="0">
                <a:solidFill>
                  <a:srgbClr val="211441"/>
                </a:solidFill>
                <a:latin typeface="Noto Sans JP"/>
                <a:ea typeface="Noto Sans JP"/>
                <a:cs typeface="Noto Sans JP"/>
              </a:rPr>
              <a:t>（2T / MC / P1）</a:t>
            </a:r>
          </a:p>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-45.0% / -45.5% / -45.5%</a:t>
            </a:r>
          </a:p>
        </p:txBody>
      </p:sp>
      <p:sp>
        <p:nvSpPr>
          <p:cNvPr id="118" name="">
            <a:extLst xmlns:a="http://schemas.openxmlformats.org/drawingml/2006/main">
              <a:ext uri="{FF2B5EF4-FFF2-40B4-BE49-F238E27FC236}">
                <a16:creationId xmlns:a16="http://schemas.microsoft.com/office/drawing/2014/main" id="{4E68CC37-9141-4468-98A6-668D91BDB851}"/>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Ar*は</a:t>
            </a:r>
            <a:r>
              <a:rPr sz="1275" b="1" i="0">
                <a:solidFill>
                  <a:srgbClr val="6DBB20"/>
                </a:solidFill>
                <a:latin typeface="Noto Sans JP"/>
                <a:ea typeface="Noto Sans JP"/>
                <a:cs typeface="Noto Sans JP"/>
              </a:rPr>
              <a:t>高エネルギー尾部に敏感な反応系</a:t>
            </a:r>
            <a:r>
              <a:rPr sz="1275" b="1" i="0">
                <a:solidFill>
                  <a:srgbClr val="6DBB20"/>
                </a:solidFill>
                <a:latin typeface="Noto Sans JP"/>
                <a:ea typeface="Noto Sans JP"/>
                <a:cs typeface="Noto Sans JP"/>
              </a:rPr>
              <a:t>と緩和時間の双方を読む量。1 ms差を定常</a:t>
            </a:r>
            <a:r>
              <a:rPr sz="1275" b="1" i="0">
                <a:solidFill>
                  <a:srgbClr val="6DBB20"/>
                </a:solidFill>
                <a:latin typeface="Noto Sans JP"/>
                <a:ea typeface="Noto Sans JP"/>
                <a:cs typeface="Noto Sans JP"/>
              </a:rPr>
              <a:t>物性入力差</a:t>
            </a:r>
            <a:r>
              <a:rPr sz="1275" b="1" i="0">
                <a:solidFill>
                  <a:srgbClr val="6DBB20"/>
                </a:solidFill>
                <a:latin typeface="Noto Sans JP"/>
                <a:ea typeface="Noto Sans JP"/>
                <a:cs typeface="Noto Sans JP"/>
              </a:rPr>
              <a:t>だけに帰属しない。</a:t>
            </a:r>
          </a:p>
        </p:txBody>
      </p:sp>
      <p:sp>
        <p:nvSpPr>
          <p:cNvPr id="119" name="">
            <a:extLst xmlns:a="http://schemas.openxmlformats.org/drawingml/2006/main">
              <a:ext uri="{FF2B5EF4-FFF2-40B4-BE49-F238E27FC236}">
                <a16:creationId xmlns:a16="http://schemas.microsoft.com/office/drawing/2014/main" id="{556E20FE-39D2-4DD5-A84E-7B18E8715D42}"/>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fields_common_time.csv; 4545 identical nodes; original COMSOL reference</a:t>
            </a:r>
          </a:p>
        </p:txBody>
      </p:sp>
      <p:sp>
        <p:nvSpPr>
          <p:cNvPr id="124" name="title">
            <a:extLst xmlns:a="http://schemas.openxmlformats.org/drawingml/2006/main">
              <a:ext uri="{FF2B5EF4-FFF2-40B4-BE49-F238E27FC236}">
                <a16:creationId xmlns:a16="http://schemas.microsoft.com/office/drawing/2014/main" id="{B7D5B0E9-6933-4EFD-829A-DA7E9BB61FC0}"/>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標準COMSOLとの差 III：Ar*準安定粒子</a:t>
            </a:r>
          </a:p>
        </p:txBody>
      </p:sp>
      <p:sp>
        <p:nvSpPr>
          <p:cNvPr id="125" name="">
            <a:extLst xmlns:a="http://schemas.openxmlformats.org/drawingml/2006/main">
              <a:ext uri="{FF2B5EF4-FFF2-40B4-BE49-F238E27FC236}">
                <a16:creationId xmlns:a16="http://schemas.microsoft.com/office/drawing/2014/main" id="{FDCB0686-A197-4437-9A05-352FD874A86C}"/>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26" name="section">
            <a:extLst xmlns:a="http://schemas.openxmlformats.org/drawingml/2006/main">
              <a:ext uri="{FF2B5EF4-FFF2-40B4-BE49-F238E27FC236}">
                <a16:creationId xmlns:a16="http://schemas.microsoft.com/office/drawing/2014/main" id="{36C9FEBA-4EC6-4A5D-8C5F-DA7A324AE2E6}"/>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888724570"/>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7EA7679-D4A0-4421-8528-C74A1ECD1DB6}"/>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δs = 100(x − x_ref)/max(|x|,|x_ref|)：−100～+100%に有界な節点差</a:t>
            </a:r>
          </a:p>
        </p:txBody>
      </p:sp>
      <p:sp>
        <p:nvSpPr>
          <p:cNvPr id="7" name="">
            <a:extLst xmlns:a="http://schemas.openxmlformats.org/drawingml/2006/main">
              <a:ext uri="{FF2B5EF4-FFF2-40B4-BE49-F238E27FC236}">
                <a16:creationId xmlns:a16="http://schemas.microsoft.com/office/drawing/2014/main" id="{53A2D18E-1552-4D7C-A186-B5FAA97A87D4}"/>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FCC250CB-E427-4D94-9DB0-45EBBBD96879}"/>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59</a:t>
            </a:r>
          </a:p>
        </p:txBody>
      </p:sp>
      <p:sp>
        <p:nvSpPr>
          <p:cNvPr id="9" name="">
            <a:extLst xmlns:a="http://schemas.openxmlformats.org/drawingml/2006/main">
              <a:ext uri="{FF2B5EF4-FFF2-40B4-BE49-F238E27FC236}">
                <a16:creationId xmlns:a16="http://schemas.microsoft.com/office/drawing/2014/main" id="{931A67E4-8510-4425-A186-A80641400204}"/>
              </a:ext>
            </a:extLst>
          </p:cNvPr>
          <p:cNvSpPr>
            <a:spLocks xmlns:a="http://schemas.openxmlformats.org/drawingml/2006/main" noGrp="1"/>
          </p:cNvSpPr>
          <p:nvPr/>
        </p:nvSpPr>
        <p:spPr>
          <a:xfrm xmlns:a="http://schemas.openxmlformats.org/drawingml/2006/main">
            <a:off x="61912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007FAE"/>
                </a:solidFill>
                <a:latin typeface="Noto Sans JP"/>
                <a:ea typeface="Noto Sans JP"/>
                <a:cs typeface="Noto Sans JP"/>
              </a:defRPr>
            </a:pPr>
            <a:r>
              <a:rPr sz="1088" b="1" i="0">
                <a:solidFill>
                  <a:srgbClr val="007FAE"/>
                </a:solidFill>
                <a:latin typeface="Noto Sans JP"/>
                <a:ea typeface="Noto Sans JP"/>
                <a:cs typeface="Noto Sans JP"/>
              </a:rPr>
              <a:t>two-term</a:t>
            </a:r>
            <a:r>
              <a:rPr sz="1088" b="1" i="0">
                <a:solidFill>
                  <a:srgbClr val="007FAE"/>
                </a:solidFill>
                <a:latin typeface="Noto Sans JP"/>
                <a:ea typeface="Noto Sans JP"/>
                <a:cs typeface="Noto Sans JP"/>
              </a:rPr>
              <a:t> </a:t>
            </a:r>
            <a:r>
              <a:rPr sz="1088" b="1" i="0">
                <a:solidFill>
                  <a:srgbClr val="007FAE"/>
                </a:solidFill>
                <a:latin typeface="Noto Sans JP"/>
                <a:ea typeface="Noto Sans JP"/>
                <a:cs typeface="Noto Sans JP"/>
              </a:rPr>
              <a:t>− 標準COMSOL</a:t>
            </a:r>
          </a:p>
        </p:txBody>
      </p:sp>
      <p:sp>
        <p:nvSpPr>
          <p:cNvPr id="10" name="">
            <a:extLst xmlns:a="http://schemas.openxmlformats.org/drawingml/2006/main">
              <a:ext uri="{FF2B5EF4-FFF2-40B4-BE49-F238E27FC236}">
                <a16:creationId xmlns:a16="http://schemas.microsoft.com/office/drawing/2014/main" id="{C1DDA566-75D9-48C9-9FF5-F7C460D8338D}"/>
              </a:ext>
            </a:extLst>
          </p:cNvPr>
          <p:cNvSpPr>
            <a:spLocks xmlns:a="http://schemas.openxmlformats.org/drawingml/2006/main" noGrp="1"/>
          </p:cNvSpPr>
          <p:nvPr/>
        </p:nvSpPr>
        <p:spPr>
          <a:xfrm xmlns:a="http://schemas.openxmlformats.org/drawingml/2006/main">
            <a:off x="742950" y="1600200"/>
            <a:ext cx="3076575" cy="230743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b0fea2ddda3f448b"/>
          <a:stretch xmlns:a="http://schemas.openxmlformats.org/drawingml/2006/main"/>
        </p:blipFill>
        <p:spPr>
          <a:xfrm xmlns:a="http://schemas.openxmlformats.org/drawingml/2006/main">
            <a:off x="742950" y="1600200"/>
            <a:ext cx="3076575" cy="2307431"/>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C23A750-C250-4A2B-B27F-CC8E92E42E8C}"/>
              </a:ext>
            </a:extLst>
          </p:cNvPr>
          <p:cNvSpPr>
            <a:spLocks xmlns:a="http://schemas.openxmlformats.org/drawingml/2006/main" noGrp="1"/>
          </p:cNvSpPr>
          <p:nvPr/>
        </p:nvSpPr>
        <p:spPr>
          <a:xfrm xmlns:a="http://schemas.openxmlformats.org/drawingml/2006/main">
            <a:off x="742950"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3" name="">
            <a:extLst xmlns:a="http://schemas.openxmlformats.org/drawingml/2006/main">
              <a:ext uri="{FF2B5EF4-FFF2-40B4-BE49-F238E27FC236}">
                <a16:creationId xmlns:a16="http://schemas.microsoft.com/office/drawing/2014/main" id="{78839789-8824-483F-93F5-6AB1FF1A85EA}"/>
              </a:ext>
            </a:extLst>
          </p:cNvPr>
          <p:cNvSpPr>
            <a:spLocks xmlns:a="http://schemas.openxmlformats.org/drawingml/2006/main" noGrp="1"/>
          </p:cNvSpPr>
          <p:nvPr/>
        </p:nvSpPr>
        <p:spPr>
          <a:xfrm xmlns:a="http://schemas.openxmlformats.org/drawingml/2006/main">
            <a:off x="647700"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305FD20B-6368-488F-80CC-EE82869095B7}"/>
              </a:ext>
            </a:extLst>
          </p:cNvPr>
          <p:cNvSpPr>
            <a:spLocks xmlns:a="http://schemas.openxmlformats.org/drawingml/2006/main" noGrp="1"/>
          </p:cNvSpPr>
          <p:nvPr/>
        </p:nvSpPr>
        <p:spPr>
          <a:xfrm xmlns:a="http://schemas.openxmlformats.org/drawingml/2006/main">
            <a:off x="2281238"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 name="">
            <a:extLst xmlns:a="http://schemas.openxmlformats.org/drawingml/2006/main">
              <a:ext uri="{FF2B5EF4-FFF2-40B4-BE49-F238E27FC236}">
                <a16:creationId xmlns:a16="http://schemas.microsoft.com/office/drawing/2014/main" id="{A1A59D4D-8271-479D-85BA-764A8C310457}"/>
              </a:ext>
            </a:extLst>
          </p:cNvPr>
          <p:cNvSpPr>
            <a:spLocks xmlns:a="http://schemas.openxmlformats.org/drawingml/2006/main" noGrp="1"/>
          </p:cNvSpPr>
          <p:nvPr/>
        </p:nvSpPr>
        <p:spPr>
          <a:xfrm xmlns:a="http://schemas.openxmlformats.org/drawingml/2006/main">
            <a:off x="2185988"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16" name="">
            <a:extLst xmlns:a="http://schemas.openxmlformats.org/drawingml/2006/main">
              <a:ext uri="{FF2B5EF4-FFF2-40B4-BE49-F238E27FC236}">
                <a16:creationId xmlns:a16="http://schemas.microsoft.com/office/drawing/2014/main" id="{2084293A-20B0-4EDC-938E-7707DF466A0D}"/>
              </a:ext>
            </a:extLst>
          </p:cNvPr>
          <p:cNvSpPr>
            <a:spLocks xmlns:a="http://schemas.openxmlformats.org/drawingml/2006/main" noGrp="1"/>
          </p:cNvSpPr>
          <p:nvPr/>
        </p:nvSpPr>
        <p:spPr>
          <a:xfrm xmlns:a="http://schemas.openxmlformats.org/drawingml/2006/main">
            <a:off x="3819525"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7" name="">
            <a:extLst xmlns:a="http://schemas.openxmlformats.org/drawingml/2006/main">
              <a:ext uri="{FF2B5EF4-FFF2-40B4-BE49-F238E27FC236}">
                <a16:creationId xmlns:a16="http://schemas.microsoft.com/office/drawing/2014/main" id="{2C2E23C1-0A26-4B6D-82C8-B399AD267805}"/>
              </a:ext>
            </a:extLst>
          </p:cNvPr>
          <p:cNvSpPr>
            <a:spLocks xmlns:a="http://schemas.openxmlformats.org/drawingml/2006/main" noGrp="1"/>
          </p:cNvSpPr>
          <p:nvPr/>
        </p:nvSpPr>
        <p:spPr>
          <a:xfrm xmlns:a="http://schemas.openxmlformats.org/drawingml/2006/main">
            <a:off x="3724275"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18" name="">
            <a:extLst xmlns:a="http://schemas.openxmlformats.org/drawingml/2006/main">
              <a:ext uri="{FF2B5EF4-FFF2-40B4-BE49-F238E27FC236}">
                <a16:creationId xmlns:a16="http://schemas.microsoft.com/office/drawing/2014/main" id="{5A15241D-7F7C-45DF-A837-05A1F9F442E6}"/>
              </a:ext>
            </a:extLst>
          </p:cNvPr>
          <p:cNvSpPr>
            <a:spLocks xmlns:a="http://schemas.openxmlformats.org/drawingml/2006/main" noGrp="1"/>
          </p:cNvSpPr>
          <p:nvPr/>
        </p:nvSpPr>
        <p:spPr>
          <a:xfrm xmlns:a="http://schemas.openxmlformats.org/drawingml/2006/main">
            <a:off x="466725" y="3850481"/>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−2.5</a:t>
            </a:r>
          </a:p>
        </p:txBody>
      </p:sp>
      <p:sp>
        <p:nvSpPr>
          <p:cNvPr id="19" name="">
            <a:extLst xmlns:a="http://schemas.openxmlformats.org/drawingml/2006/main">
              <a:ext uri="{FF2B5EF4-FFF2-40B4-BE49-F238E27FC236}">
                <a16:creationId xmlns:a16="http://schemas.microsoft.com/office/drawing/2014/main" id="{AF5643EE-32C8-474B-B681-4F8FB0055F3D}"/>
              </a:ext>
            </a:extLst>
          </p:cNvPr>
          <p:cNvSpPr>
            <a:spLocks xmlns:a="http://schemas.openxmlformats.org/drawingml/2006/main" noGrp="1"/>
          </p:cNvSpPr>
          <p:nvPr/>
        </p:nvSpPr>
        <p:spPr>
          <a:xfrm xmlns:a="http://schemas.openxmlformats.org/drawingml/2006/main">
            <a:off x="466725" y="1543050"/>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8</a:t>
            </a:r>
          </a:p>
        </p:txBody>
      </p:sp>
      <p:sp>
        <p:nvSpPr>
          <p:cNvPr id="20" name="">
            <a:extLst xmlns:a="http://schemas.openxmlformats.org/drawingml/2006/main">
              <a:ext uri="{FF2B5EF4-FFF2-40B4-BE49-F238E27FC236}">
                <a16:creationId xmlns:a16="http://schemas.microsoft.com/office/drawing/2014/main" id="{0063D047-D2D9-4E4C-8BB4-A2663765B170}"/>
              </a:ext>
            </a:extLst>
          </p:cNvPr>
          <p:cNvSpPr>
            <a:spLocks xmlns:a="http://schemas.openxmlformats.org/drawingml/2006/main" noGrp="1"/>
          </p:cNvSpPr>
          <p:nvPr/>
        </p:nvSpPr>
        <p:spPr>
          <a:xfrm xmlns:a="http://schemas.openxmlformats.org/drawingml/2006/main">
            <a:off x="57150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47.7%　95%点 77.9%</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0.99447</a:t>
            </a:r>
          </a:p>
        </p:txBody>
      </p:sp>
      <p:sp>
        <p:nvSpPr>
          <p:cNvPr id="21" name="">
            <a:extLst xmlns:a="http://schemas.openxmlformats.org/drawingml/2006/main">
              <a:ext uri="{FF2B5EF4-FFF2-40B4-BE49-F238E27FC236}">
                <a16:creationId xmlns:a16="http://schemas.microsoft.com/office/drawing/2014/main" id="{9BB80C11-9D6E-4F58-82D2-E06A356E8C99}"/>
              </a:ext>
            </a:extLst>
          </p:cNvPr>
          <p:cNvSpPr>
            <a:spLocks xmlns:a="http://schemas.openxmlformats.org/drawingml/2006/main" noGrp="1"/>
          </p:cNvSpPr>
          <p:nvPr/>
        </p:nvSpPr>
        <p:spPr>
          <a:xfrm xmlns:a="http://schemas.openxmlformats.org/drawingml/2006/main">
            <a:off x="4476750"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B87900"/>
                </a:solidFill>
                <a:latin typeface="Noto Sans JP"/>
                <a:ea typeface="Noto Sans JP"/>
                <a:cs typeface="Noto Sans JP"/>
              </a:defRPr>
            </a:pPr>
            <a:r>
              <a:rPr sz="1088" b="1" i="0">
                <a:solidFill>
                  <a:srgbClr val="B87900"/>
                </a:solidFill>
                <a:latin typeface="Noto Sans JP"/>
                <a:ea typeface="Noto Sans JP"/>
                <a:cs typeface="Noto Sans JP"/>
              </a:rPr>
              <a:t>Monte Carlo</a:t>
            </a:r>
            <a:r>
              <a:rPr sz="1088" b="1" i="0">
                <a:solidFill>
                  <a:srgbClr val="B87900"/>
                </a:solidFill>
                <a:latin typeface="Noto Sans JP"/>
                <a:ea typeface="Noto Sans JP"/>
                <a:cs typeface="Noto Sans JP"/>
              </a:rPr>
              <a:t> </a:t>
            </a:r>
            <a:r>
              <a:rPr sz="1088" b="1" i="0">
                <a:solidFill>
                  <a:srgbClr val="B87900"/>
                </a:solidFill>
                <a:latin typeface="Noto Sans JP"/>
                <a:ea typeface="Noto Sans JP"/>
                <a:cs typeface="Noto Sans JP"/>
              </a:rPr>
              <a:t>− 標準COMSOL</a:t>
            </a:r>
          </a:p>
        </p:txBody>
      </p:sp>
      <p:sp>
        <p:nvSpPr>
          <p:cNvPr id="22" name="">
            <a:extLst xmlns:a="http://schemas.openxmlformats.org/drawingml/2006/main">
              <a:ext uri="{FF2B5EF4-FFF2-40B4-BE49-F238E27FC236}">
                <a16:creationId xmlns:a16="http://schemas.microsoft.com/office/drawing/2014/main" id="{2AF2A2F6-7C83-451A-94C0-52755B9C41DA}"/>
              </a:ext>
            </a:extLst>
          </p:cNvPr>
          <p:cNvSpPr>
            <a:spLocks xmlns:a="http://schemas.openxmlformats.org/drawingml/2006/main" noGrp="1"/>
          </p:cNvSpPr>
          <p:nvPr/>
        </p:nvSpPr>
        <p:spPr>
          <a:xfrm xmlns:a="http://schemas.openxmlformats.org/drawingml/2006/main">
            <a:off x="4371975"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49dd191c62594f96"/>
          <a:stretch xmlns:a="http://schemas.openxmlformats.org/drawingml/2006/main"/>
        </p:blipFill>
        <p:spPr>
          <a:xfrm xmlns:a="http://schemas.openxmlformats.org/drawingml/2006/main">
            <a:off x="4371975" y="1600200"/>
            <a:ext cx="3305175" cy="2478881"/>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9ABCFA4D-090F-49BA-8629-7CEA8C77C1C0}"/>
              </a:ext>
            </a:extLst>
          </p:cNvPr>
          <p:cNvSpPr>
            <a:spLocks xmlns:a="http://schemas.openxmlformats.org/drawingml/2006/main" noGrp="1"/>
          </p:cNvSpPr>
          <p:nvPr/>
        </p:nvSpPr>
        <p:spPr>
          <a:xfrm xmlns:a="http://schemas.openxmlformats.org/drawingml/2006/main">
            <a:off x="43719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5" name="">
            <a:extLst xmlns:a="http://schemas.openxmlformats.org/drawingml/2006/main">
              <a:ext uri="{FF2B5EF4-FFF2-40B4-BE49-F238E27FC236}">
                <a16:creationId xmlns:a16="http://schemas.microsoft.com/office/drawing/2014/main" id="{214C4B47-30EA-4C78-AF42-79ED8AE1A203}"/>
              </a:ext>
            </a:extLst>
          </p:cNvPr>
          <p:cNvSpPr>
            <a:spLocks xmlns:a="http://schemas.openxmlformats.org/drawingml/2006/main" noGrp="1"/>
          </p:cNvSpPr>
          <p:nvPr/>
        </p:nvSpPr>
        <p:spPr>
          <a:xfrm xmlns:a="http://schemas.openxmlformats.org/drawingml/2006/main">
            <a:off x="42767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26" name="">
            <a:extLst xmlns:a="http://schemas.openxmlformats.org/drawingml/2006/main">
              <a:ext uri="{FF2B5EF4-FFF2-40B4-BE49-F238E27FC236}">
                <a16:creationId xmlns:a16="http://schemas.microsoft.com/office/drawing/2014/main" id="{931218ED-C667-494A-8BA2-DB3990BABB30}"/>
              </a:ext>
            </a:extLst>
          </p:cNvPr>
          <p:cNvSpPr>
            <a:spLocks xmlns:a="http://schemas.openxmlformats.org/drawingml/2006/main" noGrp="1"/>
          </p:cNvSpPr>
          <p:nvPr/>
        </p:nvSpPr>
        <p:spPr>
          <a:xfrm xmlns:a="http://schemas.openxmlformats.org/drawingml/2006/main">
            <a:off x="6024563"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7" name="">
            <a:extLst xmlns:a="http://schemas.openxmlformats.org/drawingml/2006/main">
              <a:ext uri="{FF2B5EF4-FFF2-40B4-BE49-F238E27FC236}">
                <a16:creationId xmlns:a16="http://schemas.microsoft.com/office/drawing/2014/main" id="{7D7A2967-24B1-4511-84F2-B97B27BA9920}"/>
              </a:ext>
            </a:extLst>
          </p:cNvPr>
          <p:cNvSpPr>
            <a:spLocks xmlns:a="http://schemas.openxmlformats.org/drawingml/2006/main" noGrp="1"/>
          </p:cNvSpPr>
          <p:nvPr/>
        </p:nvSpPr>
        <p:spPr>
          <a:xfrm xmlns:a="http://schemas.openxmlformats.org/drawingml/2006/main">
            <a:off x="5929313"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28" name="">
            <a:extLst xmlns:a="http://schemas.openxmlformats.org/drawingml/2006/main">
              <a:ext uri="{FF2B5EF4-FFF2-40B4-BE49-F238E27FC236}">
                <a16:creationId xmlns:a16="http://schemas.microsoft.com/office/drawing/2014/main" id="{308CB59E-8AF3-4095-9B63-0BF1262DFB03}"/>
              </a:ext>
            </a:extLst>
          </p:cNvPr>
          <p:cNvSpPr>
            <a:spLocks xmlns:a="http://schemas.openxmlformats.org/drawingml/2006/main" noGrp="1"/>
          </p:cNvSpPr>
          <p:nvPr/>
        </p:nvSpPr>
        <p:spPr>
          <a:xfrm xmlns:a="http://schemas.openxmlformats.org/drawingml/2006/main">
            <a:off x="767715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9" name="">
            <a:extLst xmlns:a="http://schemas.openxmlformats.org/drawingml/2006/main">
              <a:ext uri="{FF2B5EF4-FFF2-40B4-BE49-F238E27FC236}">
                <a16:creationId xmlns:a16="http://schemas.microsoft.com/office/drawing/2014/main" id="{7800275E-D024-4528-9C6E-BA57C1668AF3}"/>
              </a:ext>
            </a:extLst>
          </p:cNvPr>
          <p:cNvSpPr>
            <a:spLocks xmlns:a="http://schemas.openxmlformats.org/drawingml/2006/main" noGrp="1"/>
          </p:cNvSpPr>
          <p:nvPr/>
        </p:nvSpPr>
        <p:spPr>
          <a:xfrm xmlns:a="http://schemas.openxmlformats.org/drawingml/2006/main">
            <a:off x="758190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30" name="">
            <a:extLst xmlns:a="http://schemas.openxmlformats.org/drawingml/2006/main">
              <a:ext uri="{FF2B5EF4-FFF2-40B4-BE49-F238E27FC236}">
                <a16:creationId xmlns:a16="http://schemas.microsoft.com/office/drawing/2014/main" id="{ADF7AEED-ACCA-4506-9925-D38337E51697}"/>
              </a:ext>
            </a:extLst>
          </p:cNvPr>
          <p:cNvSpPr>
            <a:spLocks xmlns:a="http://schemas.openxmlformats.org/drawingml/2006/main" noGrp="1"/>
          </p:cNvSpPr>
          <p:nvPr/>
        </p:nvSpPr>
        <p:spPr>
          <a:xfrm xmlns:a="http://schemas.openxmlformats.org/drawingml/2006/main">
            <a:off x="4429125"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47.5%　95%点 77.9%</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0.99419</a:t>
            </a:r>
          </a:p>
        </p:txBody>
      </p:sp>
      <p:sp>
        <p:nvSpPr>
          <p:cNvPr id="31" name="">
            <a:extLst xmlns:a="http://schemas.openxmlformats.org/drawingml/2006/main">
              <a:ext uri="{FF2B5EF4-FFF2-40B4-BE49-F238E27FC236}">
                <a16:creationId xmlns:a16="http://schemas.microsoft.com/office/drawing/2014/main" id="{10457DDF-9BF8-4140-987D-8895348683F3}"/>
              </a:ext>
            </a:extLst>
          </p:cNvPr>
          <p:cNvSpPr>
            <a:spLocks xmlns:a="http://schemas.openxmlformats.org/drawingml/2006/main" noGrp="1"/>
          </p:cNvSpPr>
          <p:nvPr/>
        </p:nvSpPr>
        <p:spPr>
          <a:xfrm xmlns:a="http://schemas.openxmlformats.org/drawingml/2006/main">
            <a:off x="833437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propagator </a:t>
            </a:r>
            <a:r>
              <a:rPr sz="1088" b="1" i="0">
                <a:solidFill>
                  <a:srgbClr val="72B51F"/>
                </a:solidFill>
                <a:latin typeface="Noto Sans JP"/>
                <a:ea typeface="Noto Sans JP"/>
                <a:cs typeface="Noto Sans JP"/>
              </a:rPr>
              <a:t>− 標準COMSOL</a:t>
            </a:r>
          </a:p>
        </p:txBody>
      </p:sp>
      <p:sp>
        <p:nvSpPr>
          <p:cNvPr id="32" name="">
            <a:extLst xmlns:a="http://schemas.openxmlformats.org/drawingml/2006/main">
              <a:ext uri="{FF2B5EF4-FFF2-40B4-BE49-F238E27FC236}">
                <a16:creationId xmlns:a16="http://schemas.microsoft.com/office/drawing/2014/main" id="{6A48544D-788D-4F18-BD51-74CEE23DF2F4}"/>
              </a:ext>
            </a:extLst>
          </p:cNvPr>
          <p:cNvSpPr>
            <a:spLocks xmlns:a="http://schemas.openxmlformats.org/drawingml/2006/main" noGrp="1"/>
          </p:cNvSpPr>
          <p:nvPr/>
        </p:nvSpPr>
        <p:spPr>
          <a:xfrm xmlns:a="http://schemas.openxmlformats.org/drawingml/2006/main">
            <a:off x="8229600"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f1ff971147e14a0e"/>
          <a:stretch xmlns:a="http://schemas.openxmlformats.org/drawingml/2006/main"/>
        </p:blipFill>
        <p:spPr>
          <a:xfrm xmlns:a="http://schemas.openxmlformats.org/drawingml/2006/main">
            <a:off x="8229600" y="1600200"/>
            <a:ext cx="3305175" cy="2478881"/>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3321F186-F805-4D54-9B1D-CF0DCB4C5EB4}"/>
              </a:ext>
            </a:extLst>
          </p:cNvPr>
          <p:cNvSpPr>
            <a:spLocks xmlns:a="http://schemas.openxmlformats.org/drawingml/2006/main" noGrp="1"/>
          </p:cNvSpPr>
          <p:nvPr/>
        </p:nvSpPr>
        <p:spPr>
          <a:xfrm xmlns:a="http://schemas.openxmlformats.org/drawingml/2006/main">
            <a:off x="822960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5" name="">
            <a:extLst xmlns:a="http://schemas.openxmlformats.org/drawingml/2006/main">
              <a:ext uri="{FF2B5EF4-FFF2-40B4-BE49-F238E27FC236}">
                <a16:creationId xmlns:a16="http://schemas.microsoft.com/office/drawing/2014/main" id="{B42452CC-3FAE-427F-A15E-1C9268B63BEB}"/>
              </a:ext>
            </a:extLst>
          </p:cNvPr>
          <p:cNvSpPr>
            <a:spLocks xmlns:a="http://schemas.openxmlformats.org/drawingml/2006/main" noGrp="1"/>
          </p:cNvSpPr>
          <p:nvPr/>
        </p:nvSpPr>
        <p:spPr>
          <a:xfrm xmlns:a="http://schemas.openxmlformats.org/drawingml/2006/main">
            <a:off x="813435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36" name="">
            <a:extLst xmlns:a="http://schemas.openxmlformats.org/drawingml/2006/main">
              <a:ext uri="{FF2B5EF4-FFF2-40B4-BE49-F238E27FC236}">
                <a16:creationId xmlns:a16="http://schemas.microsoft.com/office/drawing/2014/main" id="{63D2D6E5-2507-4C62-950D-BE04A609F30C}"/>
              </a:ext>
            </a:extLst>
          </p:cNvPr>
          <p:cNvSpPr>
            <a:spLocks xmlns:a="http://schemas.openxmlformats.org/drawingml/2006/main" noGrp="1"/>
          </p:cNvSpPr>
          <p:nvPr/>
        </p:nvSpPr>
        <p:spPr>
          <a:xfrm xmlns:a="http://schemas.openxmlformats.org/drawingml/2006/main">
            <a:off x="9882188"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7" name="">
            <a:extLst xmlns:a="http://schemas.openxmlformats.org/drawingml/2006/main">
              <a:ext uri="{FF2B5EF4-FFF2-40B4-BE49-F238E27FC236}">
                <a16:creationId xmlns:a16="http://schemas.microsoft.com/office/drawing/2014/main" id="{3E8DA77A-B5E0-422C-AF39-DEDA9F49A066}"/>
              </a:ext>
            </a:extLst>
          </p:cNvPr>
          <p:cNvSpPr>
            <a:spLocks xmlns:a="http://schemas.openxmlformats.org/drawingml/2006/main" noGrp="1"/>
          </p:cNvSpPr>
          <p:nvPr/>
        </p:nvSpPr>
        <p:spPr>
          <a:xfrm xmlns:a="http://schemas.openxmlformats.org/drawingml/2006/main">
            <a:off x="9786938"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38" name="">
            <a:extLst xmlns:a="http://schemas.openxmlformats.org/drawingml/2006/main">
              <a:ext uri="{FF2B5EF4-FFF2-40B4-BE49-F238E27FC236}">
                <a16:creationId xmlns:a16="http://schemas.microsoft.com/office/drawing/2014/main" id="{8311E9F3-D627-4CEC-928F-BDE0698C646A}"/>
              </a:ext>
            </a:extLst>
          </p:cNvPr>
          <p:cNvSpPr>
            <a:spLocks xmlns:a="http://schemas.openxmlformats.org/drawingml/2006/main" noGrp="1"/>
          </p:cNvSpPr>
          <p:nvPr/>
        </p:nvSpPr>
        <p:spPr>
          <a:xfrm xmlns:a="http://schemas.openxmlformats.org/drawingml/2006/main">
            <a:off x="115347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9" name="">
            <a:extLst xmlns:a="http://schemas.openxmlformats.org/drawingml/2006/main">
              <a:ext uri="{FF2B5EF4-FFF2-40B4-BE49-F238E27FC236}">
                <a16:creationId xmlns:a16="http://schemas.microsoft.com/office/drawing/2014/main" id="{6E7B07C4-B0B2-4406-AFBC-03E8DD7E3643}"/>
              </a:ext>
            </a:extLst>
          </p:cNvPr>
          <p:cNvSpPr>
            <a:spLocks xmlns:a="http://schemas.openxmlformats.org/drawingml/2006/main" noGrp="1"/>
          </p:cNvSpPr>
          <p:nvPr/>
        </p:nvSpPr>
        <p:spPr>
          <a:xfrm xmlns:a="http://schemas.openxmlformats.org/drawingml/2006/main">
            <a:off x="114395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40" name="">
            <a:extLst xmlns:a="http://schemas.openxmlformats.org/drawingml/2006/main">
              <a:ext uri="{FF2B5EF4-FFF2-40B4-BE49-F238E27FC236}">
                <a16:creationId xmlns:a16="http://schemas.microsoft.com/office/drawing/2014/main" id="{5DD78D49-9118-4C93-A131-698590896811}"/>
              </a:ext>
            </a:extLst>
          </p:cNvPr>
          <p:cNvSpPr>
            <a:spLocks xmlns:a="http://schemas.openxmlformats.org/drawingml/2006/main" noGrp="1"/>
          </p:cNvSpPr>
          <p:nvPr/>
        </p:nvSpPr>
        <p:spPr>
          <a:xfrm xmlns:a="http://schemas.openxmlformats.org/drawingml/2006/main">
            <a:off x="828675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47.5%　95%点 77.8%</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0.99420</a:t>
            </a:r>
          </a:p>
        </p:txBody>
      </p:sp>
      <p:sp>
        <p:nvSpPr>
          <p:cNvPr id="41" name="">
            <a:extLst xmlns:a="http://schemas.openxmlformats.org/drawingml/2006/main">
              <a:ext uri="{FF2B5EF4-FFF2-40B4-BE49-F238E27FC236}">
                <a16:creationId xmlns:a16="http://schemas.microsoft.com/office/drawing/2014/main" id="{8A32BCCE-B4FB-4DC2-801A-0F2AA3E9A5CD}"/>
              </a:ext>
            </a:extLst>
          </p:cNvPr>
          <p:cNvSpPr>
            <a:spLocks xmlns:a="http://schemas.openxmlformats.org/drawingml/2006/main" noGrp="1"/>
          </p:cNvSpPr>
          <p:nvPr/>
        </p:nvSpPr>
        <p:spPr>
          <a:xfrm xmlns:a="http://schemas.openxmlformats.org/drawingml/2006/main">
            <a:off x="3381375" y="4686300"/>
            <a:ext cx="66318" cy="123825"/>
          </a:xfrm>
          <a:prstGeom xmlns:a="http://schemas.openxmlformats.org/drawingml/2006/main" prst="rect">
            <a:avLst/>
          </a:prstGeom>
          <a:solidFill xmlns:a="http://schemas.openxmlformats.org/drawingml/2006/main">
            <a:srgbClr val="3D4FC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A899429-67A4-4D3B-AD87-025C69BFD797}"/>
              </a:ext>
            </a:extLst>
          </p:cNvPr>
          <p:cNvSpPr>
            <a:spLocks xmlns:a="http://schemas.openxmlformats.org/drawingml/2006/main" noGrp="1"/>
          </p:cNvSpPr>
          <p:nvPr/>
        </p:nvSpPr>
        <p:spPr>
          <a:xfrm xmlns:a="http://schemas.openxmlformats.org/drawingml/2006/main">
            <a:off x="3443883" y="4686300"/>
            <a:ext cx="66318" cy="123825"/>
          </a:xfrm>
          <a:prstGeom xmlns:a="http://schemas.openxmlformats.org/drawingml/2006/main" prst="rect">
            <a:avLst/>
          </a:prstGeom>
          <a:solidFill xmlns:a="http://schemas.openxmlformats.org/drawingml/2006/main">
            <a:srgbClr val="4154C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8A4B2C30-F120-406D-95CE-6455C9138C16}"/>
              </a:ext>
            </a:extLst>
          </p:cNvPr>
          <p:cNvSpPr>
            <a:spLocks xmlns:a="http://schemas.openxmlformats.org/drawingml/2006/main" noGrp="1"/>
          </p:cNvSpPr>
          <p:nvPr/>
        </p:nvSpPr>
        <p:spPr>
          <a:xfrm xmlns:a="http://schemas.openxmlformats.org/drawingml/2006/main">
            <a:off x="3506391" y="4686300"/>
            <a:ext cx="66318" cy="123825"/>
          </a:xfrm>
          <a:prstGeom xmlns:a="http://schemas.openxmlformats.org/drawingml/2006/main" prst="rect">
            <a:avLst/>
          </a:prstGeom>
          <a:solidFill xmlns:a="http://schemas.openxmlformats.org/drawingml/2006/main">
            <a:srgbClr val="455AC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C454A90-0E05-4757-9884-AE659466E87D}"/>
              </a:ext>
            </a:extLst>
          </p:cNvPr>
          <p:cNvSpPr>
            <a:spLocks xmlns:a="http://schemas.openxmlformats.org/drawingml/2006/main" noGrp="1"/>
          </p:cNvSpPr>
          <p:nvPr/>
        </p:nvSpPr>
        <p:spPr>
          <a:xfrm xmlns:a="http://schemas.openxmlformats.org/drawingml/2006/main">
            <a:off x="3568898" y="4686300"/>
            <a:ext cx="66318" cy="123825"/>
          </a:xfrm>
          <a:prstGeom xmlns:a="http://schemas.openxmlformats.org/drawingml/2006/main" prst="rect">
            <a:avLst/>
          </a:prstGeom>
          <a:solidFill xmlns:a="http://schemas.openxmlformats.org/drawingml/2006/main">
            <a:srgbClr val="4960CF"/>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4BCD8640-54B3-4071-8B61-6F28D58B3DB1}"/>
              </a:ext>
            </a:extLst>
          </p:cNvPr>
          <p:cNvSpPr>
            <a:spLocks xmlns:a="http://schemas.openxmlformats.org/drawingml/2006/main" noGrp="1"/>
          </p:cNvSpPr>
          <p:nvPr/>
        </p:nvSpPr>
        <p:spPr>
          <a:xfrm xmlns:a="http://schemas.openxmlformats.org/drawingml/2006/main">
            <a:off x="3631406" y="4686300"/>
            <a:ext cx="66318" cy="123825"/>
          </a:xfrm>
          <a:prstGeom xmlns:a="http://schemas.openxmlformats.org/drawingml/2006/main" prst="rect">
            <a:avLst/>
          </a:prstGeom>
          <a:solidFill xmlns:a="http://schemas.openxmlformats.org/drawingml/2006/main">
            <a:srgbClr val="4D65D3"/>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BE38C478-3C4D-4515-B1AD-80C6D83524D5}"/>
              </a:ext>
            </a:extLst>
          </p:cNvPr>
          <p:cNvSpPr>
            <a:spLocks xmlns:a="http://schemas.openxmlformats.org/drawingml/2006/main" noGrp="1"/>
          </p:cNvSpPr>
          <p:nvPr/>
        </p:nvSpPr>
        <p:spPr>
          <a:xfrm xmlns:a="http://schemas.openxmlformats.org/drawingml/2006/main">
            <a:off x="3693914" y="4686300"/>
            <a:ext cx="66318" cy="123825"/>
          </a:xfrm>
          <a:prstGeom xmlns:a="http://schemas.openxmlformats.org/drawingml/2006/main" prst="rect">
            <a:avLst/>
          </a:prstGeom>
          <a:solidFill xmlns:a="http://schemas.openxmlformats.org/drawingml/2006/main">
            <a:srgbClr val="516B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05B4E0DF-51FB-4519-9270-C2F6FEFFA323}"/>
              </a:ext>
            </a:extLst>
          </p:cNvPr>
          <p:cNvSpPr>
            <a:spLocks xmlns:a="http://schemas.openxmlformats.org/drawingml/2006/main" noGrp="1"/>
          </p:cNvSpPr>
          <p:nvPr/>
        </p:nvSpPr>
        <p:spPr>
          <a:xfrm xmlns:a="http://schemas.openxmlformats.org/drawingml/2006/main">
            <a:off x="3756422" y="4686300"/>
            <a:ext cx="66318" cy="123825"/>
          </a:xfrm>
          <a:prstGeom xmlns:a="http://schemas.openxmlformats.org/drawingml/2006/main" prst="rect">
            <a:avLst/>
          </a:prstGeom>
          <a:solidFill xmlns:a="http://schemas.openxmlformats.org/drawingml/2006/main">
            <a:srgbClr val="5571DC"/>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5DF4A79D-83F7-4C1E-AD81-A5052B4D08E9}"/>
              </a:ext>
            </a:extLst>
          </p:cNvPr>
          <p:cNvSpPr>
            <a:spLocks xmlns:a="http://schemas.openxmlformats.org/drawingml/2006/main" noGrp="1"/>
          </p:cNvSpPr>
          <p:nvPr/>
        </p:nvSpPr>
        <p:spPr>
          <a:xfrm xmlns:a="http://schemas.openxmlformats.org/drawingml/2006/main">
            <a:off x="3818930" y="4686300"/>
            <a:ext cx="66318" cy="123825"/>
          </a:xfrm>
          <a:prstGeom xmlns:a="http://schemas.openxmlformats.org/drawingml/2006/main" prst="rect">
            <a:avLst/>
          </a:prstGeom>
          <a:solidFill xmlns:a="http://schemas.openxmlformats.org/drawingml/2006/main">
            <a:srgbClr val="5976E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7A0E7727-23E2-46AE-A974-65FD2CC9B1F2}"/>
              </a:ext>
            </a:extLst>
          </p:cNvPr>
          <p:cNvSpPr>
            <a:spLocks xmlns:a="http://schemas.openxmlformats.org/drawingml/2006/main" noGrp="1"/>
          </p:cNvSpPr>
          <p:nvPr/>
        </p:nvSpPr>
        <p:spPr>
          <a:xfrm xmlns:a="http://schemas.openxmlformats.org/drawingml/2006/main">
            <a:off x="3881438" y="4686300"/>
            <a:ext cx="66318" cy="123825"/>
          </a:xfrm>
          <a:prstGeom xmlns:a="http://schemas.openxmlformats.org/drawingml/2006/main" prst="rect">
            <a:avLst/>
          </a:prstGeom>
          <a:solidFill xmlns:a="http://schemas.openxmlformats.org/drawingml/2006/main">
            <a:srgbClr val="5D7CE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43C28A5-3424-48AB-9921-6DE46DDA90B3}"/>
              </a:ext>
            </a:extLst>
          </p:cNvPr>
          <p:cNvSpPr>
            <a:spLocks xmlns:a="http://schemas.openxmlformats.org/drawingml/2006/main" noGrp="1"/>
          </p:cNvSpPr>
          <p:nvPr/>
        </p:nvSpPr>
        <p:spPr>
          <a:xfrm xmlns:a="http://schemas.openxmlformats.org/drawingml/2006/main">
            <a:off x="3943945" y="4686300"/>
            <a:ext cx="66318" cy="123825"/>
          </a:xfrm>
          <a:prstGeom xmlns:a="http://schemas.openxmlformats.org/drawingml/2006/main" prst="rect">
            <a:avLst/>
          </a:prstGeom>
          <a:solidFill xmlns:a="http://schemas.openxmlformats.org/drawingml/2006/main">
            <a:srgbClr val="6181E9"/>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6FF88725-6C55-4E0D-A538-615A51F33CC6}"/>
              </a:ext>
            </a:extLst>
          </p:cNvPr>
          <p:cNvSpPr>
            <a:spLocks xmlns:a="http://schemas.openxmlformats.org/drawingml/2006/main" noGrp="1"/>
          </p:cNvSpPr>
          <p:nvPr/>
        </p:nvSpPr>
        <p:spPr>
          <a:xfrm xmlns:a="http://schemas.openxmlformats.org/drawingml/2006/main">
            <a:off x="4006453" y="4686300"/>
            <a:ext cx="66318" cy="123825"/>
          </a:xfrm>
          <a:prstGeom xmlns:a="http://schemas.openxmlformats.org/drawingml/2006/main" prst="rect">
            <a:avLst/>
          </a:prstGeom>
          <a:solidFill xmlns:a="http://schemas.openxmlformats.org/drawingml/2006/main">
            <a:srgbClr val="6587ED"/>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F82C50C8-C876-4AA9-81FD-EBCD13D720FE}"/>
              </a:ext>
            </a:extLst>
          </p:cNvPr>
          <p:cNvSpPr>
            <a:spLocks xmlns:a="http://schemas.openxmlformats.org/drawingml/2006/main" noGrp="1"/>
          </p:cNvSpPr>
          <p:nvPr/>
        </p:nvSpPr>
        <p:spPr>
          <a:xfrm xmlns:a="http://schemas.openxmlformats.org/drawingml/2006/main">
            <a:off x="4068961" y="4686300"/>
            <a:ext cx="66318" cy="123825"/>
          </a:xfrm>
          <a:prstGeom xmlns:a="http://schemas.openxmlformats.org/drawingml/2006/main" prst="rect">
            <a:avLst/>
          </a:prstGeom>
          <a:solidFill xmlns:a="http://schemas.openxmlformats.org/drawingml/2006/main">
            <a:srgbClr val="6B8DEF"/>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B420DC12-7F67-4BE7-BCA0-BD8F5782D66B}"/>
              </a:ext>
            </a:extLst>
          </p:cNvPr>
          <p:cNvSpPr>
            <a:spLocks xmlns:a="http://schemas.openxmlformats.org/drawingml/2006/main" noGrp="1"/>
          </p:cNvSpPr>
          <p:nvPr/>
        </p:nvSpPr>
        <p:spPr>
          <a:xfrm xmlns:a="http://schemas.openxmlformats.org/drawingml/2006/main">
            <a:off x="4131469" y="4686300"/>
            <a:ext cx="66318" cy="123825"/>
          </a:xfrm>
          <a:prstGeom xmlns:a="http://schemas.openxmlformats.org/drawingml/2006/main" prst="rect">
            <a:avLst/>
          </a:prstGeom>
          <a:solidFill xmlns:a="http://schemas.openxmlformats.org/drawingml/2006/main">
            <a:srgbClr val="7292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EA23F6DE-2C8B-459D-AA29-63DB2BC123B6}"/>
              </a:ext>
            </a:extLst>
          </p:cNvPr>
          <p:cNvSpPr>
            <a:spLocks xmlns:a="http://schemas.openxmlformats.org/drawingml/2006/main" noGrp="1"/>
          </p:cNvSpPr>
          <p:nvPr/>
        </p:nvSpPr>
        <p:spPr>
          <a:xfrm xmlns:a="http://schemas.openxmlformats.org/drawingml/2006/main">
            <a:off x="4193977" y="4686300"/>
            <a:ext cx="66318" cy="123825"/>
          </a:xfrm>
          <a:prstGeom xmlns:a="http://schemas.openxmlformats.org/drawingml/2006/main" prst="rect">
            <a:avLst/>
          </a:prstGeom>
          <a:solidFill xmlns:a="http://schemas.openxmlformats.org/drawingml/2006/main">
            <a:srgbClr val="7898F1"/>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1B25C22B-FAFA-44BD-B054-105879035FED}"/>
              </a:ext>
            </a:extLst>
          </p:cNvPr>
          <p:cNvSpPr>
            <a:spLocks xmlns:a="http://schemas.openxmlformats.org/drawingml/2006/main" noGrp="1"/>
          </p:cNvSpPr>
          <p:nvPr/>
        </p:nvSpPr>
        <p:spPr>
          <a:xfrm xmlns:a="http://schemas.openxmlformats.org/drawingml/2006/main">
            <a:off x="4256484" y="4686300"/>
            <a:ext cx="66318" cy="123825"/>
          </a:xfrm>
          <a:prstGeom xmlns:a="http://schemas.openxmlformats.org/drawingml/2006/main" prst="rect">
            <a:avLst/>
          </a:prstGeom>
          <a:solidFill xmlns:a="http://schemas.openxmlformats.org/drawingml/2006/main">
            <a:srgbClr val="7E9EF2"/>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5823F632-EFEA-4BC4-B471-E879C7639A61}"/>
              </a:ext>
            </a:extLst>
          </p:cNvPr>
          <p:cNvSpPr>
            <a:spLocks xmlns:a="http://schemas.openxmlformats.org/drawingml/2006/main" noGrp="1"/>
          </p:cNvSpPr>
          <p:nvPr/>
        </p:nvSpPr>
        <p:spPr>
          <a:xfrm xmlns:a="http://schemas.openxmlformats.org/drawingml/2006/main">
            <a:off x="4318992" y="4686300"/>
            <a:ext cx="66318" cy="123825"/>
          </a:xfrm>
          <a:prstGeom xmlns:a="http://schemas.openxmlformats.org/drawingml/2006/main" prst="rect">
            <a:avLst/>
          </a:prstGeom>
          <a:solidFill xmlns:a="http://schemas.openxmlformats.org/drawingml/2006/main">
            <a:srgbClr val="84A4F3"/>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7421FDBC-BDC0-4107-B60E-F70D37FC8F43}"/>
              </a:ext>
            </a:extLst>
          </p:cNvPr>
          <p:cNvSpPr>
            <a:spLocks xmlns:a="http://schemas.openxmlformats.org/drawingml/2006/main" noGrp="1"/>
          </p:cNvSpPr>
          <p:nvPr/>
        </p:nvSpPr>
        <p:spPr>
          <a:xfrm xmlns:a="http://schemas.openxmlformats.org/drawingml/2006/main">
            <a:off x="4381500" y="4686300"/>
            <a:ext cx="66318" cy="123825"/>
          </a:xfrm>
          <a:prstGeom xmlns:a="http://schemas.openxmlformats.org/drawingml/2006/main" prst="rect">
            <a:avLst/>
          </a:prstGeom>
          <a:solidFill xmlns:a="http://schemas.openxmlformats.org/drawingml/2006/main">
            <a:srgbClr val="8BA9F3"/>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D9FAB170-97D4-4308-890F-6BF3B4A55B86}"/>
              </a:ext>
            </a:extLst>
          </p:cNvPr>
          <p:cNvSpPr>
            <a:spLocks xmlns:a="http://schemas.openxmlformats.org/drawingml/2006/main" noGrp="1"/>
          </p:cNvSpPr>
          <p:nvPr/>
        </p:nvSpPr>
        <p:spPr>
          <a:xfrm xmlns:a="http://schemas.openxmlformats.org/drawingml/2006/main">
            <a:off x="4444008" y="4686300"/>
            <a:ext cx="66318" cy="123825"/>
          </a:xfrm>
          <a:prstGeom xmlns:a="http://schemas.openxmlformats.org/drawingml/2006/main" prst="rect">
            <a:avLst/>
          </a:prstGeom>
          <a:solidFill xmlns:a="http://schemas.openxmlformats.org/drawingml/2006/main">
            <a:srgbClr val="91AFF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6A94D566-59D7-4467-82E0-E525BEFC0F3D}"/>
              </a:ext>
            </a:extLst>
          </p:cNvPr>
          <p:cNvSpPr>
            <a:spLocks xmlns:a="http://schemas.openxmlformats.org/drawingml/2006/main" noGrp="1"/>
          </p:cNvSpPr>
          <p:nvPr/>
        </p:nvSpPr>
        <p:spPr>
          <a:xfrm xmlns:a="http://schemas.openxmlformats.org/drawingml/2006/main">
            <a:off x="4506516" y="4686300"/>
            <a:ext cx="66318" cy="123825"/>
          </a:xfrm>
          <a:prstGeom xmlns:a="http://schemas.openxmlformats.org/drawingml/2006/main" prst="rect">
            <a:avLst/>
          </a:prstGeom>
          <a:solidFill xmlns:a="http://schemas.openxmlformats.org/drawingml/2006/main">
            <a:srgbClr val="97B5F5"/>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4C0FB3E1-5872-4002-9D99-7510C871B25D}"/>
              </a:ext>
            </a:extLst>
          </p:cNvPr>
          <p:cNvSpPr>
            <a:spLocks xmlns:a="http://schemas.openxmlformats.org/drawingml/2006/main" noGrp="1"/>
          </p:cNvSpPr>
          <p:nvPr/>
        </p:nvSpPr>
        <p:spPr>
          <a:xfrm xmlns:a="http://schemas.openxmlformats.org/drawingml/2006/main">
            <a:off x="4569023" y="4686300"/>
            <a:ext cx="66318" cy="123825"/>
          </a:xfrm>
          <a:prstGeom xmlns:a="http://schemas.openxmlformats.org/drawingml/2006/main" prst="rect">
            <a:avLst/>
          </a:prstGeom>
          <a:solidFill xmlns:a="http://schemas.openxmlformats.org/drawingml/2006/main">
            <a:srgbClr val="9DBBF6"/>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F2ACF22E-5E8D-4DC3-AAD9-C9028639A945}"/>
              </a:ext>
            </a:extLst>
          </p:cNvPr>
          <p:cNvSpPr>
            <a:spLocks xmlns:a="http://schemas.openxmlformats.org/drawingml/2006/main" noGrp="1"/>
          </p:cNvSpPr>
          <p:nvPr/>
        </p:nvSpPr>
        <p:spPr>
          <a:xfrm xmlns:a="http://schemas.openxmlformats.org/drawingml/2006/main">
            <a:off x="4631531" y="4686300"/>
            <a:ext cx="66318" cy="123825"/>
          </a:xfrm>
          <a:prstGeom xmlns:a="http://schemas.openxmlformats.org/drawingml/2006/main" prst="rect">
            <a:avLst/>
          </a:prstGeom>
          <a:solidFill xmlns:a="http://schemas.openxmlformats.org/drawingml/2006/main">
            <a:srgbClr val="A4C0F7"/>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912D90D7-73C8-4035-B321-29682BED24D0}"/>
              </a:ext>
            </a:extLst>
          </p:cNvPr>
          <p:cNvSpPr>
            <a:spLocks xmlns:a="http://schemas.openxmlformats.org/drawingml/2006/main" noGrp="1"/>
          </p:cNvSpPr>
          <p:nvPr/>
        </p:nvSpPr>
        <p:spPr>
          <a:xfrm xmlns:a="http://schemas.openxmlformats.org/drawingml/2006/main">
            <a:off x="4694039" y="4686300"/>
            <a:ext cx="66318" cy="123825"/>
          </a:xfrm>
          <a:prstGeom xmlns:a="http://schemas.openxmlformats.org/drawingml/2006/main" prst="rect">
            <a:avLst/>
          </a:prstGeom>
          <a:solidFill xmlns:a="http://schemas.openxmlformats.org/drawingml/2006/main">
            <a:srgbClr val="AAC6F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9A97593D-5685-43C9-A877-B6755FCAA130}"/>
              </a:ext>
            </a:extLst>
          </p:cNvPr>
          <p:cNvSpPr>
            <a:spLocks xmlns:a="http://schemas.openxmlformats.org/drawingml/2006/main" noGrp="1"/>
          </p:cNvSpPr>
          <p:nvPr/>
        </p:nvSpPr>
        <p:spPr>
          <a:xfrm xmlns:a="http://schemas.openxmlformats.org/drawingml/2006/main">
            <a:off x="4756547" y="4686300"/>
            <a:ext cx="66318" cy="123825"/>
          </a:xfrm>
          <a:prstGeom xmlns:a="http://schemas.openxmlformats.org/drawingml/2006/main" prst="rect">
            <a:avLst/>
          </a:prstGeom>
          <a:solidFill xmlns:a="http://schemas.openxmlformats.org/drawingml/2006/main">
            <a:srgbClr val="B2CAF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57A5493B-E3E9-48D6-8E3F-87220F6EA720}"/>
              </a:ext>
            </a:extLst>
          </p:cNvPr>
          <p:cNvSpPr>
            <a:spLocks xmlns:a="http://schemas.openxmlformats.org/drawingml/2006/main" noGrp="1"/>
          </p:cNvSpPr>
          <p:nvPr/>
        </p:nvSpPr>
        <p:spPr>
          <a:xfrm xmlns:a="http://schemas.openxmlformats.org/drawingml/2006/main">
            <a:off x="4819055" y="4686300"/>
            <a:ext cx="66318" cy="123825"/>
          </a:xfrm>
          <a:prstGeom xmlns:a="http://schemas.openxmlformats.org/drawingml/2006/main" prst="rect">
            <a:avLst/>
          </a:prstGeom>
          <a:solidFill xmlns:a="http://schemas.openxmlformats.org/drawingml/2006/main">
            <a:srgbClr val="B9CFF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89B49ECE-C42A-4A47-A511-F26373024CFC}"/>
              </a:ext>
            </a:extLst>
          </p:cNvPr>
          <p:cNvSpPr>
            <a:spLocks xmlns:a="http://schemas.openxmlformats.org/drawingml/2006/main" noGrp="1"/>
          </p:cNvSpPr>
          <p:nvPr/>
        </p:nvSpPr>
        <p:spPr>
          <a:xfrm xmlns:a="http://schemas.openxmlformats.org/drawingml/2006/main">
            <a:off x="4881563" y="4686300"/>
            <a:ext cx="66318" cy="123825"/>
          </a:xfrm>
          <a:prstGeom xmlns:a="http://schemas.openxmlformats.org/drawingml/2006/main" prst="rect">
            <a:avLst/>
          </a:prstGeom>
          <a:solidFill xmlns:a="http://schemas.openxmlformats.org/drawingml/2006/main">
            <a:srgbClr val="C0D4F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CAF0BBCA-740E-4D47-9C60-7398C79E7621}"/>
              </a:ext>
            </a:extLst>
          </p:cNvPr>
          <p:cNvSpPr>
            <a:spLocks xmlns:a="http://schemas.openxmlformats.org/drawingml/2006/main" noGrp="1"/>
          </p:cNvSpPr>
          <p:nvPr/>
        </p:nvSpPr>
        <p:spPr>
          <a:xfrm xmlns:a="http://schemas.openxmlformats.org/drawingml/2006/main">
            <a:off x="4944070" y="4686300"/>
            <a:ext cx="66318" cy="123825"/>
          </a:xfrm>
          <a:prstGeom xmlns:a="http://schemas.openxmlformats.org/drawingml/2006/main" prst="rect">
            <a:avLst/>
          </a:prstGeom>
          <a:solidFill xmlns:a="http://schemas.openxmlformats.org/drawingml/2006/main">
            <a:srgbClr val="C7D9F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218E302B-8A18-4673-B2B5-B89D71E18966}"/>
              </a:ext>
            </a:extLst>
          </p:cNvPr>
          <p:cNvSpPr>
            <a:spLocks xmlns:a="http://schemas.openxmlformats.org/drawingml/2006/main" noGrp="1"/>
          </p:cNvSpPr>
          <p:nvPr/>
        </p:nvSpPr>
        <p:spPr>
          <a:xfrm xmlns:a="http://schemas.openxmlformats.org/drawingml/2006/main">
            <a:off x="5006578" y="4686300"/>
            <a:ext cx="66318" cy="123825"/>
          </a:xfrm>
          <a:prstGeom xmlns:a="http://schemas.openxmlformats.org/drawingml/2006/main" prst="rect">
            <a:avLst/>
          </a:prstGeom>
          <a:solidFill xmlns:a="http://schemas.openxmlformats.org/drawingml/2006/main">
            <a:srgbClr val="CFDDF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91389975-CD19-4755-BFD5-1BC4859D6099}"/>
              </a:ext>
            </a:extLst>
          </p:cNvPr>
          <p:cNvSpPr>
            <a:spLocks xmlns:a="http://schemas.openxmlformats.org/drawingml/2006/main" noGrp="1"/>
          </p:cNvSpPr>
          <p:nvPr/>
        </p:nvSpPr>
        <p:spPr>
          <a:xfrm xmlns:a="http://schemas.openxmlformats.org/drawingml/2006/main">
            <a:off x="5069086" y="4686300"/>
            <a:ext cx="66318" cy="123825"/>
          </a:xfrm>
          <a:prstGeom xmlns:a="http://schemas.openxmlformats.org/drawingml/2006/main" prst="rect">
            <a:avLst/>
          </a:prstGeom>
          <a:solidFill xmlns:a="http://schemas.openxmlformats.org/drawingml/2006/main">
            <a:srgbClr val="D6E2F7"/>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F6D210D8-FB8D-4E7B-85D3-B42166031A17}"/>
              </a:ext>
            </a:extLst>
          </p:cNvPr>
          <p:cNvSpPr>
            <a:spLocks xmlns:a="http://schemas.openxmlformats.org/drawingml/2006/main" noGrp="1"/>
          </p:cNvSpPr>
          <p:nvPr/>
        </p:nvSpPr>
        <p:spPr>
          <a:xfrm xmlns:a="http://schemas.openxmlformats.org/drawingml/2006/main">
            <a:off x="5131594" y="4686300"/>
            <a:ext cx="66318" cy="123825"/>
          </a:xfrm>
          <a:prstGeom xmlns:a="http://schemas.openxmlformats.org/drawingml/2006/main" prst="rect">
            <a:avLst/>
          </a:prstGeom>
          <a:solidFill xmlns:a="http://schemas.openxmlformats.org/drawingml/2006/main">
            <a:srgbClr val="DDE7F7"/>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DC8F69E8-EEE2-4282-8FD2-9B79D0DAE4C1}"/>
              </a:ext>
            </a:extLst>
          </p:cNvPr>
          <p:cNvSpPr>
            <a:spLocks xmlns:a="http://schemas.openxmlformats.org/drawingml/2006/main" noGrp="1"/>
          </p:cNvSpPr>
          <p:nvPr/>
        </p:nvSpPr>
        <p:spPr>
          <a:xfrm xmlns:a="http://schemas.openxmlformats.org/drawingml/2006/main">
            <a:off x="5194102" y="4686300"/>
            <a:ext cx="66318" cy="123825"/>
          </a:xfrm>
          <a:prstGeom xmlns:a="http://schemas.openxmlformats.org/drawingml/2006/main" prst="rect">
            <a:avLst/>
          </a:prstGeom>
          <a:solidFill xmlns:a="http://schemas.openxmlformats.org/drawingml/2006/main">
            <a:srgbClr val="E5EBF7"/>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8F9D4EDC-1B58-4ECF-A9D4-93716B11F831}"/>
              </a:ext>
            </a:extLst>
          </p:cNvPr>
          <p:cNvSpPr>
            <a:spLocks xmlns:a="http://schemas.openxmlformats.org/drawingml/2006/main" noGrp="1"/>
          </p:cNvSpPr>
          <p:nvPr/>
        </p:nvSpPr>
        <p:spPr>
          <a:xfrm xmlns:a="http://schemas.openxmlformats.org/drawingml/2006/main">
            <a:off x="5256609" y="4686300"/>
            <a:ext cx="66318" cy="123825"/>
          </a:xfrm>
          <a:prstGeom xmlns:a="http://schemas.openxmlformats.org/drawingml/2006/main" prst="rect">
            <a:avLst/>
          </a:prstGeom>
          <a:solidFill xmlns:a="http://schemas.openxmlformats.org/drawingml/2006/main">
            <a:srgbClr val="ECF0F7"/>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6A7EFD63-E132-4016-B806-55896BF51F8C}"/>
              </a:ext>
            </a:extLst>
          </p:cNvPr>
          <p:cNvSpPr>
            <a:spLocks xmlns:a="http://schemas.openxmlformats.org/drawingml/2006/main" noGrp="1"/>
          </p:cNvSpPr>
          <p:nvPr/>
        </p:nvSpPr>
        <p:spPr>
          <a:xfrm xmlns:a="http://schemas.openxmlformats.org/drawingml/2006/main">
            <a:off x="5319117" y="4686300"/>
            <a:ext cx="66318" cy="1238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0A717A23-31E4-4D01-ACFE-C71D3D479117}"/>
              </a:ext>
            </a:extLst>
          </p:cNvPr>
          <p:cNvSpPr>
            <a:spLocks xmlns:a="http://schemas.openxmlformats.org/drawingml/2006/main" noGrp="1"/>
          </p:cNvSpPr>
          <p:nvPr/>
        </p:nvSpPr>
        <p:spPr>
          <a:xfrm xmlns:a="http://schemas.openxmlformats.org/drawingml/2006/main">
            <a:off x="5381625" y="4686300"/>
            <a:ext cx="66318" cy="123825"/>
          </a:xfrm>
          <a:prstGeom xmlns:a="http://schemas.openxmlformats.org/drawingml/2006/main" prst="rect">
            <a:avLst/>
          </a:prstGeom>
          <a:solidFill xmlns:a="http://schemas.openxmlformats.org/drawingml/2006/main">
            <a:srgbClr val="F7F4F3"/>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CA376E71-A0FE-47E2-9AC6-483D39A4DE78}"/>
              </a:ext>
            </a:extLst>
          </p:cNvPr>
          <p:cNvSpPr>
            <a:spLocks xmlns:a="http://schemas.openxmlformats.org/drawingml/2006/main" noGrp="1"/>
          </p:cNvSpPr>
          <p:nvPr/>
        </p:nvSpPr>
        <p:spPr>
          <a:xfrm xmlns:a="http://schemas.openxmlformats.org/drawingml/2006/main">
            <a:off x="5444133" y="4686300"/>
            <a:ext cx="66318" cy="123825"/>
          </a:xfrm>
          <a:prstGeom xmlns:a="http://schemas.openxmlformats.org/drawingml/2006/main" prst="rect">
            <a:avLst/>
          </a:prstGeom>
          <a:solidFill xmlns:a="http://schemas.openxmlformats.org/drawingml/2006/main">
            <a:srgbClr val="F7EEEC"/>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8D5D16CC-2425-4190-A378-7B83870B0F8C}"/>
              </a:ext>
            </a:extLst>
          </p:cNvPr>
          <p:cNvSpPr>
            <a:spLocks xmlns:a="http://schemas.openxmlformats.org/drawingml/2006/main" noGrp="1"/>
          </p:cNvSpPr>
          <p:nvPr/>
        </p:nvSpPr>
        <p:spPr>
          <a:xfrm xmlns:a="http://schemas.openxmlformats.org/drawingml/2006/main">
            <a:off x="5506641" y="4686300"/>
            <a:ext cx="66318" cy="123825"/>
          </a:xfrm>
          <a:prstGeom xmlns:a="http://schemas.openxmlformats.org/drawingml/2006/main" prst="rect">
            <a:avLst/>
          </a:prstGeom>
          <a:solidFill xmlns:a="http://schemas.openxmlformats.org/drawingml/2006/main">
            <a:srgbClr val="F6E8E4"/>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A8EF46C4-E816-4997-B6D8-CFD78F9878A4}"/>
              </a:ext>
            </a:extLst>
          </p:cNvPr>
          <p:cNvSpPr>
            <a:spLocks xmlns:a="http://schemas.openxmlformats.org/drawingml/2006/main" noGrp="1"/>
          </p:cNvSpPr>
          <p:nvPr/>
        </p:nvSpPr>
        <p:spPr>
          <a:xfrm xmlns:a="http://schemas.openxmlformats.org/drawingml/2006/main">
            <a:off x="5569148" y="4686300"/>
            <a:ext cx="66318" cy="123825"/>
          </a:xfrm>
          <a:prstGeom xmlns:a="http://schemas.openxmlformats.org/drawingml/2006/main" prst="rect">
            <a:avLst/>
          </a:prstGeom>
          <a:solidFill xmlns:a="http://schemas.openxmlformats.org/drawingml/2006/main">
            <a:srgbClr val="F6E1DC"/>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18D7FDFF-B252-47CB-A638-8D1DEA3F0413}"/>
              </a:ext>
            </a:extLst>
          </p:cNvPr>
          <p:cNvSpPr>
            <a:spLocks xmlns:a="http://schemas.openxmlformats.org/drawingml/2006/main" noGrp="1"/>
          </p:cNvSpPr>
          <p:nvPr/>
        </p:nvSpPr>
        <p:spPr>
          <a:xfrm xmlns:a="http://schemas.openxmlformats.org/drawingml/2006/main">
            <a:off x="5631656" y="4686300"/>
            <a:ext cx="66318" cy="123825"/>
          </a:xfrm>
          <a:prstGeom xmlns:a="http://schemas.openxmlformats.org/drawingml/2006/main" prst="rect">
            <a:avLst/>
          </a:prstGeom>
          <a:solidFill xmlns:a="http://schemas.openxmlformats.org/drawingml/2006/main">
            <a:srgbClr val="F6DBD5"/>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2D810F40-30C5-47FB-BD8E-3B42899BB8EE}"/>
              </a:ext>
            </a:extLst>
          </p:cNvPr>
          <p:cNvSpPr>
            <a:spLocks xmlns:a="http://schemas.openxmlformats.org/drawingml/2006/main" noGrp="1"/>
          </p:cNvSpPr>
          <p:nvPr/>
        </p:nvSpPr>
        <p:spPr>
          <a:xfrm xmlns:a="http://schemas.openxmlformats.org/drawingml/2006/main">
            <a:off x="5694164" y="4686300"/>
            <a:ext cx="66318" cy="123825"/>
          </a:xfrm>
          <a:prstGeom xmlns:a="http://schemas.openxmlformats.org/drawingml/2006/main" prst="rect">
            <a:avLst/>
          </a:prstGeom>
          <a:solidFill xmlns:a="http://schemas.openxmlformats.org/drawingml/2006/main">
            <a:srgbClr val="F5D5CD"/>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C6A163BE-1B2B-4FDF-8A4C-9DC5AB831F4B}"/>
              </a:ext>
            </a:extLst>
          </p:cNvPr>
          <p:cNvSpPr>
            <a:spLocks xmlns:a="http://schemas.openxmlformats.org/drawingml/2006/main" noGrp="1"/>
          </p:cNvSpPr>
          <p:nvPr/>
        </p:nvSpPr>
        <p:spPr>
          <a:xfrm xmlns:a="http://schemas.openxmlformats.org/drawingml/2006/main">
            <a:off x="5756672" y="4686300"/>
            <a:ext cx="66318" cy="123825"/>
          </a:xfrm>
          <a:prstGeom xmlns:a="http://schemas.openxmlformats.org/drawingml/2006/main" prst="rect">
            <a:avLst/>
          </a:prstGeom>
          <a:solidFill xmlns:a="http://schemas.openxmlformats.org/drawingml/2006/main">
            <a:srgbClr val="F5CFC6"/>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593A3E0F-C557-49F4-BB25-A7AF9A17CF22}"/>
              </a:ext>
            </a:extLst>
          </p:cNvPr>
          <p:cNvSpPr>
            <a:spLocks xmlns:a="http://schemas.openxmlformats.org/drawingml/2006/main" noGrp="1"/>
          </p:cNvSpPr>
          <p:nvPr/>
        </p:nvSpPr>
        <p:spPr>
          <a:xfrm xmlns:a="http://schemas.openxmlformats.org/drawingml/2006/main">
            <a:off x="5819180" y="4686300"/>
            <a:ext cx="66318" cy="123825"/>
          </a:xfrm>
          <a:prstGeom xmlns:a="http://schemas.openxmlformats.org/drawingml/2006/main" prst="rect">
            <a:avLst/>
          </a:prstGeom>
          <a:solidFill xmlns:a="http://schemas.openxmlformats.org/drawingml/2006/main">
            <a:srgbClr val="F5C9BE"/>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852581F2-E971-4E76-8CD5-1B92012AD64E}"/>
              </a:ext>
            </a:extLst>
          </p:cNvPr>
          <p:cNvSpPr>
            <a:spLocks xmlns:a="http://schemas.openxmlformats.org/drawingml/2006/main" noGrp="1"/>
          </p:cNvSpPr>
          <p:nvPr/>
        </p:nvSpPr>
        <p:spPr>
          <a:xfrm xmlns:a="http://schemas.openxmlformats.org/drawingml/2006/main">
            <a:off x="5881688" y="4686300"/>
            <a:ext cx="66318" cy="123825"/>
          </a:xfrm>
          <a:prstGeom xmlns:a="http://schemas.openxmlformats.org/drawingml/2006/main" prst="rect">
            <a:avLst/>
          </a:prstGeom>
          <a:solidFill xmlns:a="http://schemas.openxmlformats.org/drawingml/2006/main">
            <a:srgbClr val="F5C2B6"/>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24A6B490-0CC4-49E1-B9D1-A2D7EC2269EB}"/>
              </a:ext>
            </a:extLst>
          </p:cNvPr>
          <p:cNvSpPr>
            <a:spLocks xmlns:a="http://schemas.openxmlformats.org/drawingml/2006/main" noGrp="1"/>
          </p:cNvSpPr>
          <p:nvPr/>
        </p:nvSpPr>
        <p:spPr>
          <a:xfrm xmlns:a="http://schemas.openxmlformats.org/drawingml/2006/main">
            <a:off x="5944195" y="4686300"/>
            <a:ext cx="66318" cy="123825"/>
          </a:xfrm>
          <a:prstGeom xmlns:a="http://schemas.openxmlformats.org/drawingml/2006/main" prst="rect">
            <a:avLst/>
          </a:prstGeom>
          <a:solidFill xmlns:a="http://schemas.openxmlformats.org/drawingml/2006/main">
            <a:srgbClr val="F4BCA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F9171F38-A620-4DD7-B201-B46BEF77884F}"/>
              </a:ext>
            </a:extLst>
          </p:cNvPr>
          <p:cNvSpPr>
            <a:spLocks xmlns:a="http://schemas.openxmlformats.org/drawingml/2006/main" noGrp="1"/>
          </p:cNvSpPr>
          <p:nvPr/>
        </p:nvSpPr>
        <p:spPr>
          <a:xfrm xmlns:a="http://schemas.openxmlformats.org/drawingml/2006/main">
            <a:off x="6006703" y="4686300"/>
            <a:ext cx="66318" cy="123825"/>
          </a:xfrm>
          <a:prstGeom xmlns:a="http://schemas.openxmlformats.org/drawingml/2006/main" prst="rect">
            <a:avLst/>
          </a:prstGeom>
          <a:solidFill xmlns:a="http://schemas.openxmlformats.org/drawingml/2006/main">
            <a:srgbClr val="F4B6A7"/>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1F1FB669-F53F-4C5A-BAD7-9FCFCD93D344}"/>
              </a:ext>
            </a:extLst>
          </p:cNvPr>
          <p:cNvSpPr>
            <a:spLocks xmlns:a="http://schemas.openxmlformats.org/drawingml/2006/main" noGrp="1"/>
          </p:cNvSpPr>
          <p:nvPr/>
        </p:nvSpPr>
        <p:spPr>
          <a:xfrm xmlns:a="http://schemas.openxmlformats.org/drawingml/2006/main">
            <a:off x="6069211" y="4686300"/>
            <a:ext cx="66318" cy="123825"/>
          </a:xfrm>
          <a:prstGeom xmlns:a="http://schemas.openxmlformats.org/drawingml/2006/main" prst="rect">
            <a:avLst/>
          </a:prstGeom>
          <a:solidFill xmlns:a="http://schemas.openxmlformats.org/drawingml/2006/main">
            <a:srgbClr val="F2AFA0"/>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8FE9FC64-482B-4C89-A1EB-A201A409F2FC}"/>
              </a:ext>
            </a:extLst>
          </p:cNvPr>
          <p:cNvSpPr>
            <a:spLocks xmlns:a="http://schemas.openxmlformats.org/drawingml/2006/main" noGrp="1"/>
          </p:cNvSpPr>
          <p:nvPr/>
        </p:nvSpPr>
        <p:spPr>
          <a:xfrm xmlns:a="http://schemas.openxmlformats.org/drawingml/2006/main">
            <a:off x="6131719" y="4686300"/>
            <a:ext cx="66318" cy="123825"/>
          </a:xfrm>
          <a:prstGeom xmlns:a="http://schemas.openxmlformats.org/drawingml/2006/main" prst="rect">
            <a:avLst/>
          </a:prstGeom>
          <a:solidFill xmlns:a="http://schemas.openxmlformats.org/drawingml/2006/main">
            <a:srgbClr val="F0A79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CB1358EC-9F35-47AB-BF5E-FDB368102EAD}"/>
              </a:ext>
            </a:extLst>
          </p:cNvPr>
          <p:cNvSpPr>
            <a:spLocks xmlns:a="http://schemas.openxmlformats.org/drawingml/2006/main" noGrp="1"/>
          </p:cNvSpPr>
          <p:nvPr/>
        </p:nvSpPr>
        <p:spPr>
          <a:xfrm xmlns:a="http://schemas.openxmlformats.org/drawingml/2006/main">
            <a:off x="6194227" y="4686300"/>
            <a:ext cx="66318" cy="123825"/>
          </a:xfrm>
          <a:prstGeom xmlns:a="http://schemas.openxmlformats.org/drawingml/2006/main" prst="rect">
            <a:avLst/>
          </a:prstGeom>
          <a:solidFill xmlns:a="http://schemas.openxmlformats.org/drawingml/2006/main">
            <a:srgbClr val="EEA091"/>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52BAE49A-C1A3-4FBB-BABF-0F10055383AB}"/>
              </a:ext>
            </a:extLst>
          </p:cNvPr>
          <p:cNvSpPr>
            <a:spLocks xmlns:a="http://schemas.openxmlformats.org/drawingml/2006/main" noGrp="1"/>
          </p:cNvSpPr>
          <p:nvPr/>
        </p:nvSpPr>
        <p:spPr>
          <a:xfrm xmlns:a="http://schemas.openxmlformats.org/drawingml/2006/main">
            <a:off x="6256734" y="4686300"/>
            <a:ext cx="66318" cy="123825"/>
          </a:xfrm>
          <a:prstGeom xmlns:a="http://schemas.openxmlformats.org/drawingml/2006/main" prst="rect">
            <a:avLst/>
          </a:prstGeom>
          <a:solidFill xmlns:a="http://schemas.openxmlformats.org/drawingml/2006/main">
            <a:srgbClr val="EC9989"/>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5303BF8B-1413-4CDB-9176-FE26E4C3F4B3}"/>
              </a:ext>
            </a:extLst>
          </p:cNvPr>
          <p:cNvSpPr>
            <a:spLocks xmlns:a="http://schemas.openxmlformats.org/drawingml/2006/main" noGrp="1"/>
          </p:cNvSpPr>
          <p:nvPr/>
        </p:nvSpPr>
        <p:spPr>
          <a:xfrm xmlns:a="http://schemas.openxmlformats.org/drawingml/2006/main">
            <a:off x="6319242" y="4686300"/>
            <a:ext cx="66318" cy="123825"/>
          </a:xfrm>
          <a:prstGeom xmlns:a="http://schemas.openxmlformats.org/drawingml/2006/main" prst="rect">
            <a:avLst/>
          </a:prstGeom>
          <a:solidFill xmlns:a="http://schemas.openxmlformats.org/drawingml/2006/main">
            <a:srgbClr val="EA9182"/>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66A06FF0-847F-4DDD-9A1A-F77BCBCF84C1}"/>
              </a:ext>
            </a:extLst>
          </p:cNvPr>
          <p:cNvSpPr>
            <a:spLocks xmlns:a="http://schemas.openxmlformats.org/drawingml/2006/main" noGrp="1"/>
          </p:cNvSpPr>
          <p:nvPr/>
        </p:nvSpPr>
        <p:spPr>
          <a:xfrm xmlns:a="http://schemas.openxmlformats.org/drawingml/2006/main">
            <a:off x="6381750" y="4686300"/>
            <a:ext cx="66318" cy="123825"/>
          </a:xfrm>
          <a:prstGeom xmlns:a="http://schemas.openxmlformats.org/drawingml/2006/main" prst="rect">
            <a:avLst/>
          </a:prstGeom>
          <a:solidFill xmlns:a="http://schemas.openxmlformats.org/drawingml/2006/main">
            <a:srgbClr val="E78A7A"/>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4EA02FA4-799B-4E13-B8DC-4DF53A0DA241}"/>
              </a:ext>
            </a:extLst>
          </p:cNvPr>
          <p:cNvSpPr>
            <a:spLocks xmlns:a="http://schemas.openxmlformats.org/drawingml/2006/main" noGrp="1"/>
          </p:cNvSpPr>
          <p:nvPr/>
        </p:nvSpPr>
        <p:spPr>
          <a:xfrm xmlns:a="http://schemas.openxmlformats.org/drawingml/2006/main">
            <a:off x="6444258" y="4686300"/>
            <a:ext cx="66318" cy="123825"/>
          </a:xfrm>
          <a:prstGeom xmlns:a="http://schemas.openxmlformats.org/drawingml/2006/main" prst="rect">
            <a:avLst/>
          </a:prstGeom>
          <a:solidFill xmlns:a="http://schemas.openxmlformats.org/drawingml/2006/main">
            <a:srgbClr val="E58273"/>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C4E1E829-E894-4647-9E07-040EC94DD69E}"/>
              </a:ext>
            </a:extLst>
          </p:cNvPr>
          <p:cNvSpPr>
            <a:spLocks xmlns:a="http://schemas.openxmlformats.org/drawingml/2006/main" noGrp="1"/>
          </p:cNvSpPr>
          <p:nvPr/>
        </p:nvSpPr>
        <p:spPr>
          <a:xfrm xmlns:a="http://schemas.openxmlformats.org/drawingml/2006/main">
            <a:off x="6506766" y="4686300"/>
            <a:ext cx="66318" cy="123825"/>
          </a:xfrm>
          <a:prstGeom xmlns:a="http://schemas.openxmlformats.org/drawingml/2006/main" prst="rect">
            <a:avLst/>
          </a:prstGeom>
          <a:solidFill xmlns:a="http://schemas.openxmlformats.org/drawingml/2006/main">
            <a:srgbClr val="E37B6B"/>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250601C6-6B73-441C-84D0-10EFAEC54447}"/>
              </a:ext>
            </a:extLst>
          </p:cNvPr>
          <p:cNvSpPr>
            <a:spLocks xmlns:a="http://schemas.openxmlformats.org/drawingml/2006/main" noGrp="1"/>
          </p:cNvSpPr>
          <p:nvPr/>
        </p:nvSpPr>
        <p:spPr>
          <a:xfrm xmlns:a="http://schemas.openxmlformats.org/drawingml/2006/main">
            <a:off x="6569273" y="4686300"/>
            <a:ext cx="66318" cy="123825"/>
          </a:xfrm>
          <a:prstGeom xmlns:a="http://schemas.openxmlformats.org/drawingml/2006/main" prst="rect">
            <a:avLst/>
          </a:prstGeom>
          <a:solidFill xmlns:a="http://schemas.openxmlformats.org/drawingml/2006/main">
            <a:srgbClr val="E17464"/>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6A7758CF-8A44-4927-BA65-9D592BE00EB5}"/>
              </a:ext>
            </a:extLst>
          </p:cNvPr>
          <p:cNvSpPr>
            <a:spLocks xmlns:a="http://schemas.openxmlformats.org/drawingml/2006/main" noGrp="1"/>
          </p:cNvSpPr>
          <p:nvPr/>
        </p:nvSpPr>
        <p:spPr>
          <a:xfrm xmlns:a="http://schemas.openxmlformats.org/drawingml/2006/main">
            <a:off x="6631781" y="4686300"/>
            <a:ext cx="66318" cy="123825"/>
          </a:xfrm>
          <a:prstGeom xmlns:a="http://schemas.openxmlformats.org/drawingml/2006/main" prst="rect">
            <a:avLst/>
          </a:prstGeom>
          <a:solidFill xmlns:a="http://schemas.openxmlformats.org/drawingml/2006/main">
            <a:srgbClr val="DF6C5C"/>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516B2835-FCB2-4ACD-9F2F-9671AD1334A0}"/>
              </a:ext>
            </a:extLst>
          </p:cNvPr>
          <p:cNvSpPr>
            <a:spLocks xmlns:a="http://schemas.openxmlformats.org/drawingml/2006/main" noGrp="1"/>
          </p:cNvSpPr>
          <p:nvPr/>
        </p:nvSpPr>
        <p:spPr>
          <a:xfrm xmlns:a="http://schemas.openxmlformats.org/drawingml/2006/main">
            <a:off x="6694289" y="4686300"/>
            <a:ext cx="66318" cy="123825"/>
          </a:xfrm>
          <a:prstGeom xmlns:a="http://schemas.openxmlformats.org/drawingml/2006/main" prst="rect">
            <a:avLst/>
          </a:prstGeom>
          <a:solidFill xmlns:a="http://schemas.openxmlformats.org/drawingml/2006/main">
            <a:srgbClr val="DC6455"/>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C4E23EB9-93F7-4BCF-9CD6-0B17034414C4}"/>
              </a:ext>
            </a:extLst>
          </p:cNvPr>
          <p:cNvSpPr>
            <a:spLocks xmlns:a="http://schemas.openxmlformats.org/drawingml/2006/main" noGrp="1"/>
          </p:cNvSpPr>
          <p:nvPr/>
        </p:nvSpPr>
        <p:spPr>
          <a:xfrm xmlns:a="http://schemas.openxmlformats.org/drawingml/2006/main">
            <a:off x="6756797" y="4686300"/>
            <a:ext cx="66318" cy="123825"/>
          </a:xfrm>
          <a:prstGeom xmlns:a="http://schemas.openxmlformats.org/drawingml/2006/main" prst="rect">
            <a:avLst/>
          </a:prstGeom>
          <a:solidFill xmlns:a="http://schemas.openxmlformats.org/drawingml/2006/main">
            <a:srgbClr val="D95B51"/>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D00888D4-F4CD-489F-9083-B9902BD4B55F}"/>
              </a:ext>
            </a:extLst>
          </p:cNvPr>
          <p:cNvSpPr>
            <a:spLocks xmlns:a="http://schemas.openxmlformats.org/drawingml/2006/main" noGrp="1"/>
          </p:cNvSpPr>
          <p:nvPr/>
        </p:nvSpPr>
        <p:spPr>
          <a:xfrm xmlns:a="http://schemas.openxmlformats.org/drawingml/2006/main">
            <a:off x="6819305" y="4686300"/>
            <a:ext cx="66318" cy="123825"/>
          </a:xfrm>
          <a:prstGeom xmlns:a="http://schemas.openxmlformats.org/drawingml/2006/main" prst="rect">
            <a:avLst/>
          </a:prstGeom>
          <a:solidFill xmlns:a="http://schemas.openxmlformats.org/drawingml/2006/main">
            <a:srgbClr val="D5524C"/>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21C28EB4-B274-410C-8852-C0A8591FD897}"/>
              </a:ext>
            </a:extLst>
          </p:cNvPr>
          <p:cNvSpPr>
            <a:spLocks xmlns:a="http://schemas.openxmlformats.org/drawingml/2006/main" noGrp="1"/>
          </p:cNvSpPr>
          <p:nvPr/>
        </p:nvSpPr>
        <p:spPr>
          <a:xfrm xmlns:a="http://schemas.openxmlformats.org/drawingml/2006/main">
            <a:off x="6881813" y="4686300"/>
            <a:ext cx="66318" cy="123825"/>
          </a:xfrm>
          <a:prstGeom xmlns:a="http://schemas.openxmlformats.org/drawingml/2006/main" prst="rect">
            <a:avLst/>
          </a:prstGeom>
          <a:solidFill xmlns:a="http://schemas.openxmlformats.org/drawingml/2006/main">
            <a:srgbClr val="D14948"/>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501B8552-B460-4712-9ADB-42A8FD2C4D2D}"/>
              </a:ext>
            </a:extLst>
          </p:cNvPr>
          <p:cNvSpPr>
            <a:spLocks xmlns:a="http://schemas.openxmlformats.org/drawingml/2006/main" noGrp="1"/>
          </p:cNvSpPr>
          <p:nvPr/>
        </p:nvSpPr>
        <p:spPr>
          <a:xfrm xmlns:a="http://schemas.openxmlformats.org/drawingml/2006/main">
            <a:off x="6944320" y="4686300"/>
            <a:ext cx="66318" cy="123825"/>
          </a:xfrm>
          <a:prstGeom xmlns:a="http://schemas.openxmlformats.org/drawingml/2006/main" prst="rect">
            <a:avLst/>
          </a:prstGeom>
          <a:solidFill xmlns:a="http://schemas.openxmlformats.org/drawingml/2006/main">
            <a:srgbClr val="CD4043"/>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24A02B6C-510D-495F-A977-BED41D9CA685}"/>
              </a:ext>
            </a:extLst>
          </p:cNvPr>
          <p:cNvSpPr>
            <a:spLocks xmlns:a="http://schemas.openxmlformats.org/drawingml/2006/main" noGrp="1"/>
          </p:cNvSpPr>
          <p:nvPr/>
        </p:nvSpPr>
        <p:spPr>
          <a:xfrm xmlns:a="http://schemas.openxmlformats.org/drawingml/2006/main">
            <a:off x="7006828" y="4686300"/>
            <a:ext cx="66318" cy="123825"/>
          </a:xfrm>
          <a:prstGeom xmlns:a="http://schemas.openxmlformats.org/drawingml/2006/main" prst="rect">
            <a:avLst/>
          </a:prstGeom>
          <a:solidFill xmlns:a="http://schemas.openxmlformats.org/drawingml/2006/main">
            <a:srgbClr val="C9373F"/>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92AC4FA8-A152-4CC8-80C9-A9D0034E4E97}"/>
              </a:ext>
            </a:extLst>
          </p:cNvPr>
          <p:cNvSpPr>
            <a:spLocks xmlns:a="http://schemas.openxmlformats.org/drawingml/2006/main" noGrp="1"/>
          </p:cNvSpPr>
          <p:nvPr/>
        </p:nvSpPr>
        <p:spPr>
          <a:xfrm xmlns:a="http://schemas.openxmlformats.org/drawingml/2006/main">
            <a:off x="7069336" y="4686300"/>
            <a:ext cx="66318" cy="123825"/>
          </a:xfrm>
          <a:prstGeom xmlns:a="http://schemas.openxmlformats.org/drawingml/2006/main" prst="rect">
            <a:avLst/>
          </a:prstGeom>
          <a:solidFill xmlns:a="http://schemas.openxmlformats.org/drawingml/2006/main">
            <a:srgbClr val="C52D3A"/>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C47F34FF-D2AF-4E60-9C85-7013C87C0E04}"/>
              </a:ext>
            </a:extLst>
          </p:cNvPr>
          <p:cNvSpPr>
            <a:spLocks xmlns:a="http://schemas.openxmlformats.org/drawingml/2006/main" noGrp="1"/>
          </p:cNvSpPr>
          <p:nvPr/>
        </p:nvSpPr>
        <p:spPr>
          <a:xfrm xmlns:a="http://schemas.openxmlformats.org/drawingml/2006/main">
            <a:off x="7131844" y="4686300"/>
            <a:ext cx="66318" cy="123825"/>
          </a:xfrm>
          <a:prstGeom xmlns:a="http://schemas.openxmlformats.org/drawingml/2006/main" prst="rect">
            <a:avLst/>
          </a:prstGeom>
          <a:solidFill xmlns:a="http://schemas.openxmlformats.org/drawingml/2006/main">
            <a:srgbClr val="C12436"/>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BF663C57-5E59-43C4-B71B-F1FA49FA6178}"/>
              </a:ext>
            </a:extLst>
          </p:cNvPr>
          <p:cNvSpPr>
            <a:spLocks xmlns:a="http://schemas.openxmlformats.org/drawingml/2006/main" noGrp="1"/>
          </p:cNvSpPr>
          <p:nvPr/>
        </p:nvSpPr>
        <p:spPr>
          <a:xfrm xmlns:a="http://schemas.openxmlformats.org/drawingml/2006/main">
            <a:off x="7194352" y="4686300"/>
            <a:ext cx="66318" cy="123825"/>
          </a:xfrm>
          <a:prstGeom xmlns:a="http://schemas.openxmlformats.org/drawingml/2006/main" prst="rect">
            <a:avLst/>
          </a:prstGeom>
          <a:solidFill xmlns:a="http://schemas.openxmlformats.org/drawingml/2006/main">
            <a:srgbClr val="BE1B31"/>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17543FB1-CA9D-4C6A-82AA-2D0206EEBE91}"/>
              </a:ext>
            </a:extLst>
          </p:cNvPr>
          <p:cNvSpPr>
            <a:spLocks xmlns:a="http://schemas.openxmlformats.org/drawingml/2006/main" noGrp="1"/>
          </p:cNvSpPr>
          <p:nvPr/>
        </p:nvSpPr>
        <p:spPr>
          <a:xfrm xmlns:a="http://schemas.openxmlformats.org/drawingml/2006/main">
            <a:off x="7256859" y="4686300"/>
            <a:ext cx="66318" cy="123825"/>
          </a:xfrm>
          <a:prstGeom xmlns:a="http://schemas.openxmlformats.org/drawingml/2006/main" prst="rect">
            <a:avLst/>
          </a:prstGeom>
          <a:solidFill xmlns:a="http://schemas.openxmlformats.org/drawingml/2006/main">
            <a:srgbClr val="BA122D"/>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CE580A10-86BF-4CF1-8DE5-4D6E9D60F938}"/>
              </a:ext>
            </a:extLst>
          </p:cNvPr>
          <p:cNvSpPr>
            <a:spLocks xmlns:a="http://schemas.openxmlformats.org/drawingml/2006/main" noGrp="1"/>
          </p:cNvSpPr>
          <p:nvPr/>
        </p:nvSpPr>
        <p:spPr>
          <a:xfrm xmlns:a="http://schemas.openxmlformats.org/drawingml/2006/main">
            <a:off x="7319367" y="4686300"/>
            <a:ext cx="66318" cy="123825"/>
          </a:xfrm>
          <a:prstGeom xmlns:a="http://schemas.openxmlformats.org/drawingml/2006/main" prst="rect">
            <a:avLst/>
          </a:prstGeom>
          <a:solidFill xmlns:a="http://schemas.openxmlformats.org/drawingml/2006/main">
            <a:srgbClr val="B60928"/>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D5547816-1657-4A7F-B7F7-EDFA6E4A6F21}"/>
              </a:ext>
            </a:extLst>
          </p:cNvPr>
          <p:cNvSpPr>
            <a:spLocks xmlns:a="http://schemas.openxmlformats.org/drawingml/2006/main" noGrp="1"/>
          </p:cNvSpPr>
          <p:nvPr/>
        </p:nvSpPr>
        <p:spPr>
          <a:xfrm xmlns:a="http://schemas.openxmlformats.org/drawingml/2006/main">
            <a:off x="3381375" y="4686300"/>
            <a:ext cx="40005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06" name="">
            <a:extLst xmlns:a="http://schemas.openxmlformats.org/drawingml/2006/main">
              <a:ext uri="{FF2B5EF4-FFF2-40B4-BE49-F238E27FC236}">
                <a16:creationId xmlns:a16="http://schemas.microsoft.com/office/drawing/2014/main" id="{F0C6B829-DDDA-45B5-BD02-D9B75CF67437}"/>
              </a:ext>
            </a:extLst>
          </p:cNvPr>
          <p:cNvSpPr>
            <a:spLocks xmlns:a="http://schemas.openxmlformats.org/drawingml/2006/main" noGrp="1"/>
          </p:cNvSpPr>
          <p:nvPr/>
        </p:nvSpPr>
        <p:spPr>
          <a:xfrm xmlns:a="http://schemas.openxmlformats.org/drawingml/2006/main">
            <a:off x="33813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7" name="">
            <a:extLst xmlns:a="http://schemas.openxmlformats.org/drawingml/2006/main">
              <a:ext uri="{FF2B5EF4-FFF2-40B4-BE49-F238E27FC236}">
                <a16:creationId xmlns:a16="http://schemas.microsoft.com/office/drawing/2014/main" id="{BD266BC9-0DE2-4948-A108-EF94EA15CD65}"/>
              </a:ext>
            </a:extLst>
          </p:cNvPr>
          <p:cNvSpPr>
            <a:spLocks xmlns:a="http://schemas.openxmlformats.org/drawingml/2006/main" noGrp="1"/>
          </p:cNvSpPr>
          <p:nvPr/>
        </p:nvSpPr>
        <p:spPr>
          <a:xfrm xmlns:a="http://schemas.openxmlformats.org/drawingml/2006/main">
            <a:off x="30384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−100</a:t>
            </a:r>
          </a:p>
        </p:txBody>
      </p:sp>
      <p:sp>
        <p:nvSpPr>
          <p:cNvPr id="108" name="">
            <a:extLst xmlns:a="http://schemas.openxmlformats.org/drawingml/2006/main">
              <a:ext uri="{FF2B5EF4-FFF2-40B4-BE49-F238E27FC236}">
                <a16:creationId xmlns:a16="http://schemas.microsoft.com/office/drawing/2014/main" id="{BBAE25E0-9A67-433B-BB8E-2C4A2A183519}"/>
              </a:ext>
            </a:extLst>
          </p:cNvPr>
          <p:cNvSpPr>
            <a:spLocks xmlns:a="http://schemas.openxmlformats.org/drawingml/2006/main" noGrp="1"/>
          </p:cNvSpPr>
          <p:nvPr/>
        </p:nvSpPr>
        <p:spPr>
          <a:xfrm xmlns:a="http://schemas.openxmlformats.org/drawingml/2006/main">
            <a:off x="538162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9" name="">
            <a:extLst xmlns:a="http://schemas.openxmlformats.org/drawingml/2006/main">
              <a:ext uri="{FF2B5EF4-FFF2-40B4-BE49-F238E27FC236}">
                <a16:creationId xmlns:a16="http://schemas.microsoft.com/office/drawing/2014/main" id="{17FDB5DA-4D14-4373-ADC9-F651C69EFFF4}"/>
              </a:ext>
            </a:extLst>
          </p:cNvPr>
          <p:cNvSpPr>
            <a:spLocks xmlns:a="http://schemas.openxmlformats.org/drawingml/2006/main" noGrp="1"/>
          </p:cNvSpPr>
          <p:nvPr/>
        </p:nvSpPr>
        <p:spPr>
          <a:xfrm xmlns:a="http://schemas.openxmlformats.org/drawingml/2006/main">
            <a:off x="503872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0</a:t>
            </a:r>
          </a:p>
        </p:txBody>
      </p:sp>
      <p:sp>
        <p:nvSpPr>
          <p:cNvPr id="110" name="">
            <a:extLst xmlns:a="http://schemas.openxmlformats.org/drawingml/2006/main">
              <a:ext uri="{FF2B5EF4-FFF2-40B4-BE49-F238E27FC236}">
                <a16:creationId xmlns:a16="http://schemas.microsoft.com/office/drawing/2014/main" id="{D52C68AF-7943-4D2B-8621-9C89CED90192}"/>
              </a:ext>
            </a:extLst>
          </p:cNvPr>
          <p:cNvSpPr>
            <a:spLocks xmlns:a="http://schemas.openxmlformats.org/drawingml/2006/main" noGrp="1"/>
          </p:cNvSpPr>
          <p:nvPr/>
        </p:nvSpPr>
        <p:spPr>
          <a:xfrm xmlns:a="http://schemas.openxmlformats.org/drawingml/2006/main">
            <a:off x="73818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11" name="">
            <a:extLst xmlns:a="http://schemas.openxmlformats.org/drawingml/2006/main">
              <a:ext uri="{FF2B5EF4-FFF2-40B4-BE49-F238E27FC236}">
                <a16:creationId xmlns:a16="http://schemas.microsoft.com/office/drawing/2014/main" id="{077F2640-D6F3-4134-AB46-A0A3F85135CF}"/>
              </a:ext>
            </a:extLst>
          </p:cNvPr>
          <p:cNvSpPr>
            <a:spLocks xmlns:a="http://schemas.openxmlformats.org/drawingml/2006/main" noGrp="1"/>
          </p:cNvSpPr>
          <p:nvPr/>
        </p:nvSpPr>
        <p:spPr>
          <a:xfrm xmlns:a="http://schemas.openxmlformats.org/drawingml/2006/main">
            <a:off x="70389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+100</a:t>
            </a:r>
          </a:p>
        </p:txBody>
      </p:sp>
      <p:sp>
        <p:nvSpPr>
          <p:cNvPr id="112" name="">
            <a:extLst xmlns:a="http://schemas.openxmlformats.org/drawingml/2006/main">
              <a:ext uri="{FF2B5EF4-FFF2-40B4-BE49-F238E27FC236}">
                <a16:creationId xmlns:a16="http://schemas.microsoft.com/office/drawing/2014/main" id="{83F11E31-AB0A-4476-945A-A64A94D3C8D1}"/>
              </a:ext>
            </a:extLst>
          </p:cNvPr>
          <p:cNvSpPr>
            <a:spLocks xmlns:a="http://schemas.openxmlformats.org/drawingml/2006/main" noGrp="1"/>
          </p:cNvSpPr>
          <p:nvPr/>
        </p:nvSpPr>
        <p:spPr>
          <a:xfrm xmlns:a="http://schemas.openxmlformats.org/drawingml/2006/main">
            <a:off x="3381375" y="4476750"/>
            <a:ext cx="4000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nAr⁺: δs [%], 表示範囲 ±100%</a:t>
            </a:r>
          </a:p>
        </p:txBody>
      </p:sp>
      <p:sp>
        <p:nvSpPr>
          <p:cNvPr id="113" name="">
            <a:extLst xmlns:a="http://schemas.openxmlformats.org/drawingml/2006/main">
              <a:ext uri="{FF2B5EF4-FFF2-40B4-BE49-F238E27FC236}">
                <a16:creationId xmlns:a16="http://schemas.microsoft.com/office/drawing/2014/main" id="{8EE3D36C-EFA9-4831-9C94-58574DF5098E}"/>
              </a:ext>
            </a:extLst>
          </p:cNvPr>
          <p:cNvSpPr>
            <a:spLocks xmlns:a="http://schemas.openxmlformats.org/drawingml/2006/main" noGrp="1"/>
          </p:cNvSpPr>
          <p:nvPr/>
        </p:nvSpPr>
        <p:spPr>
          <a:xfrm xmlns:a="http://schemas.openxmlformats.org/drawingml/2006/main">
            <a:off x="3381375" y="5010150"/>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青： 標準COMSOLより低い　赤： 標準COMSOLより高い。統計は未クリップ節点値</a:t>
            </a:r>
          </a:p>
        </p:txBody>
      </p:sp>
      <p:sp>
        <p:nvSpPr>
          <p:cNvPr id="114" name="">
            <a:extLst xmlns:a="http://schemas.openxmlformats.org/drawingml/2006/main">
              <a:ext uri="{FF2B5EF4-FFF2-40B4-BE49-F238E27FC236}">
                <a16:creationId xmlns:a16="http://schemas.microsoft.com/office/drawing/2014/main" id="{71E84E9B-8E01-49E7-8F00-5C92790B795F}"/>
              </a:ext>
            </a:extLst>
          </p:cNvPr>
          <p:cNvSpPr>
            <a:spLocks xmlns:a="http://schemas.openxmlformats.org/drawingml/2006/main" noGrp="1"/>
          </p:cNvSpPr>
          <p:nvPr/>
        </p:nvSpPr>
        <p:spPr>
          <a:xfrm xmlns:a="http://schemas.openxmlformats.org/drawingml/2006/main">
            <a:off x="7715250" y="4638675"/>
            <a:ext cx="3667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90" b="0" i="0">
                <a:solidFill>
                  <a:srgbClr val="2F2F2F"/>
                </a:solidFill>
                <a:latin typeface="Noto Sans JP"/>
                <a:ea typeface="Noto Sans JP"/>
                <a:cs typeface="Noto Sans JP"/>
              </a:defRPr>
            </a:pPr>
            <a:r>
              <a:rPr sz="990" b="0" i="0">
                <a:solidFill>
                  <a:srgbClr val="2F2F2F"/>
                </a:solidFill>
                <a:latin typeface="Noto Sans JP"/>
                <a:ea typeface="Noto Sans JP"/>
                <a:cs typeface="Noto Sans JP"/>
              </a:rPr>
              <a:t>電子密度とほぼ同じ</a:t>
            </a:r>
            <a:r>
              <a:rPr sz="990" b="0" i="0">
                <a:solidFill>
                  <a:srgbClr val="2F2F2F"/>
                </a:solidFill>
                <a:latin typeface="Noto Sans JP"/>
                <a:ea typeface="Noto Sans JP"/>
                <a:cs typeface="Noto Sans JP"/>
              </a:rPr>
              <a:t>全体低下</a:t>
            </a:r>
            <a:r>
              <a:rPr sz="990" b="0" i="0">
                <a:solidFill>
                  <a:srgbClr val="2F2F2F"/>
                </a:solidFill>
                <a:latin typeface="Noto Sans JP"/>
                <a:ea typeface="Noto Sans JP"/>
                <a:cs typeface="Noto Sans JP"/>
              </a:rPr>
              <a:t>。</a:t>
            </a:r>
            <a:r>
              <a:rPr sz="990" b="0" i="0">
                <a:solidFill>
                  <a:srgbClr val="2F2F2F"/>
                </a:solidFill>
                <a:latin typeface="Noto Sans JP"/>
                <a:ea typeface="Noto Sans JP"/>
                <a:cs typeface="Noto Sans JP"/>
              </a:rPr>
              <a:t>シース</a:t>
            </a:r>
            <a:r>
              <a:rPr sz="990" b="0" i="0">
                <a:solidFill>
                  <a:srgbClr val="2F2F2F"/>
                </a:solidFill>
                <a:latin typeface="Noto Sans JP"/>
                <a:ea typeface="Noto Sans JP"/>
                <a:cs typeface="Noto Sans JP"/>
              </a:rPr>
              <a:t>・壁近傍の局所比は準中性近似では説明できない。</a:t>
            </a:r>
          </a:p>
        </p:txBody>
      </p:sp>
      <p:sp>
        <p:nvSpPr>
          <p:cNvPr id="115" name="">
            <a:extLst xmlns:a="http://schemas.openxmlformats.org/drawingml/2006/main">
              <a:ext uri="{FF2B5EF4-FFF2-40B4-BE49-F238E27FC236}">
                <a16:creationId xmlns:a16="http://schemas.microsoft.com/office/drawing/2014/main" id="{1BBC3D7E-B2F6-40A0-B1A6-8E34FA7D9ADC}"/>
              </a:ext>
            </a:extLst>
          </p:cNvPr>
          <p:cNvSpPr>
            <a:spLocks xmlns:a="http://schemas.openxmlformats.org/drawingml/2006/main" noGrp="1"/>
          </p:cNvSpPr>
          <p:nvPr/>
        </p:nvSpPr>
        <p:spPr>
          <a:xfrm xmlns:a="http://schemas.openxmlformats.org/drawingml/2006/main">
            <a:off x="3333750" y="5381625"/>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6631"/>
          </a:bodyPr>
          <a:lstStyle xmlns:a="http://schemas.openxmlformats.org/drawingml/2006/main"/>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体積積分の</a:t>
            </a:r>
            <a:r>
              <a:rPr sz="1065" b="1" i="0">
                <a:solidFill>
                  <a:srgbClr val="211441"/>
                </a:solidFill>
                <a:latin typeface="Noto Sans JP"/>
                <a:ea typeface="Noto Sans JP"/>
                <a:cs typeface="Noto Sans JP"/>
              </a:rPr>
              <a:t>標準COMSOL比</a:t>
            </a:r>
            <a:r>
              <a:rPr sz="1065" b="1" i="0">
                <a:solidFill>
                  <a:srgbClr val="211441"/>
                </a:solidFill>
                <a:latin typeface="Noto Sans JP"/>
                <a:ea typeface="Noto Sans JP"/>
                <a:cs typeface="Noto Sans JP"/>
              </a:rPr>
              <a:t>（2T / MC / P1）</a:t>
            </a:r>
          </a:p>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-35.4% / -35.0% / -34.8%</a:t>
            </a:r>
          </a:p>
        </p:txBody>
      </p:sp>
      <p:sp>
        <p:nvSpPr>
          <p:cNvPr id="118" name="">
            <a:extLst xmlns:a="http://schemas.openxmlformats.org/drawingml/2006/main">
              <a:ext uri="{FF2B5EF4-FFF2-40B4-BE49-F238E27FC236}">
                <a16:creationId xmlns:a16="http://schemas.microsoft.com/office/drawing/2014/main" id="{21F7A0DC-1F61-443B-A970-7921955C3AB4}"/>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体積積分Ar⁺</a:t>
            </a:r>
            <a:r>
              <a:rPr sz="1275" b="1" i="0">
                <a:solidFill>
                  <a:srgbClr val="6DBB20"/>
                </a:solidFill>
                <a:latin typeface="Noto Sans JP"/>
                <a:ea typeface="Noto Sans JP"/>
                <a:cs typeface="Noto Sans JP"/>
              </a:rPr>
              <a:t>は約−35%。</a:t>
            </a:r>
            <a:r>
              <a:rPr sz="1275" b="1" i="0">
                <a:solidFill>
                  <a:srgbClr val="6DBB20"/>
                </a:solidFill>
                <a:latin typeface="Noto Sans JP"/>
                <a:ea typeface="Noto Sans JP"/>
                <a:cs typeface="Noto Sans JP"/>
              </a:rPr>
              <a:t>プラズマ本体の生成</a:t>
            </a:r>
            <a:r>
              <a:rPr sz="1275" b="1" i="0">
                <a:solidFill>
                  <a:srgbClr val="6DBB20"/>
                </a:solidFill>
                <a:latin typeface="Noto Sans JP"/>
                <a:ea typeface="Noto Sans JP"/>
                <a:cs typeface="Noto Sans JP"/>
              </a:rPr>
              <a:t>・輸送再配分をnₑと対にして評価する。</a:t>
            </a:r>
          </a:p>
        </p:txBody>
      </p:sp>
      <p:sp>
        <p:nvSpPr>
          <p:cNvPr id="119" name="">
            <a:extLst xmlns:a="http://schemas.openxmlformats.org/drawingml/2006/main">
              <a:ext uri="{FF2B5EF4-FFF2-40B4-BE49-F238E27FC236}">
                <a16:creationId xmlns:a16="http://schemas.microsoft.com/office/drawing/2014/main" id="{CFFA822B-6FC8-408B-8D18-DDC78EB5521D}"/>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fields_common_time.csv; 4545 identical nodes; original COMSOL reference</a:t>
            </a:r>
          </a:p>
        </p:txBody>
      </p:sp>
      <p:sp>
        <p:nvSpPr>
          <p:cNvPr id="124" name="title">
            <a:extLst xmlns:a="http://schemas.openxmlformats.org/drawingml/2006/main">
              <a:ext uri="{FF2B5EF4-FFF2-40B4-BE49-F238E27FC236}">
                <a16:creationId xmlns:a16="http://schemas.microsoft.com/office/drawing/2014/main" id="{26DE4977-0B70-4B3A-A82C-5AA3A7E02557}"/>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標準COMSOLとの差 IV：Ar⁺</a:t>
            </a:r>
          </a:p>
        </p:txBody>
      </p:sp>
      <p:sp>
        <p:nvSpPr>
          <p:cNvPr id="125" name="">
            <a:extLst xmlns:a="http://schemas.openxmlformats.org/drawingml/2006/main">
              <a:ext uri="{FF2B5EF4-FFF2-40B4-BE49-F238E27FC236}">
                <a16:creationId xmlns:a16="http://schemas.microsoft.com/office/drawing/2014/main" id="{23C2A386-437B-4BD1-AC26-823F6A6800F4}"/>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26" name="section">
            <a:extLst xmlns:a="http://schemas.openxmlformats.org/drawingml/2006/main">
              <a:ext uri="{FF2B5EF4-FFF2-40B4-BE49-F238E27FC236}">
                <a16:creationId xmlns:a16="http://schemas.microsoft.com/office/drawing/2014/main" id="{DB6EEC73-5889-4606-B8A1-46B34DAABEF9}"/>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440708359"/>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8D79E22-4858-49BB-A0C5-5A1FBC126F5A}"/>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δs = 100(x − x_ref)/max(|x|,|x_ref|)：−100～+100%に有界な節点差</a:t>
            </a:r>
          </a:p>
        </p:txBody>
      </p:sp>
      <p:sp>
        <p:nvSpPr>
          <p:cNvPr id="7" name="">
            <a:extLst xmlns:a="http://schemas.openxmlformats.org/drawingml/2006/main">
              <a:ext uri="{FF2B5EF4-FFF2-40B4-BE49-F238E27FC236}">
                <a16:creationId xmlns:a16="http://schemas.microsoft.com/office/drawing/2014/main" id="{A1C92FBA-7829-434D-85AC-6F4B0594926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85CD0067-A2E5-49DA-A276-64CA7CA9AA49}"/>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60</a:t>
            </a:r>
          </a:p>
        </p:txBody>
      </p:sp>
      <p:sp>
        <p:nvSpPr>
          <p:cNvPr id="9" name="">
            <a:extLst xmlns:a="http://schemas.openxmlformats.org/drawingml/2006/main">
              <a:ext uri="{FF2B5EF4-FFF2-40B4-BE49-F238E27FC236}">
                <a16:creationId xmlns:a16="http://schemas.microsoft.com/office/drawing/2014/main" id="{F22E2823-70D6-4B55-9AC5-4E97C5518D48}"/>
              </a:ext>
            </a:extLst>
          </p:cNvPr>
          <p:cNvSpPr>
            <a:spLocks xmlns:a="http://schemas.openxmlformats.org/drawingml/2006/main" noGrp="1"/>
          </p:cNvSpPr>
          <p:nvPr/>
        </p:nvSpPr>
        <p:spPr>
          <a:xfrm xmlns:a="http://schemas.openxmlformats.org/drawingml/2006/main">
            <a:off x="61912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007FAE"/>
                </a:solidFill>
                <a:latin typeface="Noto Sans JP"/>
                <a:ea typeface="Noto Sans JP"/>
                <a:cs typeface="Noto Sans JP"/>
              </a:defRPr>
            </a:pPr>
            <a:r>
              <a:rPr sz="1088" b="1" i="0">
                <a:solidFill>
                  <a:srgbClr val="007FAE"/>
                </a:solidFill>
                <a:latin typeface="Noto Sans JP"/>
                <a:ea typeface="Noto Sans JP"/>
                <a:cs typeface="Noto Sans JP"/>
              </a:rPr>
              <a:t>two-term</a:t>
            </a:r>
            <a:r>
              <a:rPr sz="1088" b="1" i="0">
                <a:solidFill>
                  <a:srgbClr val="007FAE"/>
                </a:solidFill>
                <a:latin typeface="Noto Sans JP"/>
                <a:ea typeface="Noto Sans JP"/>
                <a:cs typeface="Noto Sans JP"/>
              </a:rPr>
              <a:t> </a:t>
            </a:r>
            <a:r>
              <a:rPr sz="1088" b="1" i="0">
                <a:solidFill>
                  <a:srgbClr val="007FAE"/>
                </a:solidFill>
                <a:latin typeface="Noto Sans JP"/>
                <a:ea typeface="Noto Sans JP"/>
                <a:cs typeface="Noto Sans JP"/>
              </a:rPr>
              <a:t>− 標準COMSOL</a:t>
            </a:r>
          </a:p>
        </p:txBody>
      </p:sp>
      <p:sp>
        <p:nvSpPr>
          <p:cNvPr id="10" name="">
            <a:extLst xmlns:a="http://schemas.openxmlformats.org/drawingml/2006/main">
              <a:ext uri="{FF2B5EF4-FFF2-40B4-BE49-F238E27FC236}">
                <a16:creationId xmlns:a16="http://schemas.microsoft.com/office/drawing/2014/main" id="{2CA9003B-3116-4DA4-809F-4DA69E6FE2C7}"/>
              </a:ext>
            </a:extLst>
          </p:cNvPr>
          <p:cNvSpPr>
            <a:spLocks xmlns:a="http://schemas.openxmlformats.org/drawingml/2006/main" noGrp="1"/>
          </p:cNvSpPr>
          <p:nvPr/>
        </p:nvSpPr>
        <p:spPr>
          <a:xfrm xmlns:a="http://schemas.openxmlformats.org/drawingml/2006/main">
            <a:off x="742950" y="1600200"/>
            <a:ext cx="3076575" cy="230743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971e5e38c6014775"/>
          <a:stretch xmlns:a="http://schemas.openxmlformats.org/drawingml/2006/main"/>
        </p:blipFill>
        <p:spPr>
          <a:xfrm xmlns:a="http://schemas.openxmlformats.org/drawingml/2006/main">
            <a:off x="742950" y="1600200"/>
            <a:ext cx="3076575" cy="2307431"/>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BA9AE72-775E-44E7-9BDA-1966A9E1CF35}"/>
              </a:ext>
            </a:extLst>
          </p:cNvPr>
          <p:cNvSpPr>
            <a:spLocks xmlns:a="http://schemas.openxmlformats.org/drawingml/2006/main" noGrp="1"/>
          </p:cNvSpPr>
          <p:nvPr/>
        </p:nvSpPr>
        <p:spPr>
          <a:xfrm xmlns:a="http://schemas.openxmlformats.org/drawingml/2006/main">
            <a:off x="742950"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3" name="">
            <a:extLst xmlns:a="http://schemas.openxmlformats.org/drawingml/2006/main">
              <a:ext uri="{FF2B5EF4-FFF2-40B4-BE49-F238E27FC236}">
                <a16:creationId xmlns:a16="http://schemas.microsoft.com/office/drawing/2014/main" id="{BF3A46BF-B283-4269-B226-5B46951910BF}"/>
              </a:ext>
            </a:extLst>
          </p:cNvPr>
          <p:cNvSpPr>
            <a:spLocks xmlns:a="http://schemas.openxmlformats.org/drawingml/2006/main" noGrp="1"/>
          </p:cNvSpPr>
          <p:nvPr/>
        </p:nvSpPr>
        <p:spPr>
          <a:xfrm xmlns:a="http://schemas.openxmlformats.org/drawingml/2006/main">
            <a:off x="647700"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14" name="">
            <a:extLst xmlns:a="http://schemas.openxmlformats.org/drawingml/2006/main">
              <a:ext uri="{FF2B5EF4-FFF2-40B4-BE49-F238E27FC236}">
                <a16:creationId xmlns:a16="http://schemas.microsoft.com/office/drawing/2014/main" id="{7DE22087-7422-49D5-9DE9-2DA5CC2D3EBD}"/>
              </a:ext>
            </a:extLst>
          </p:cNvPr>
          <p:cNvSpPr>
            <a:spLocks xmlns:a="http://schemas.openxmlformats.org/drawingml/2006/main" noGrp="1"/>
          </p:cNvSpPr>
          <p:nvPr/>
        </p:nvSpPr>
        <p:spPr>
          <a:xfrm xmlns:a="http://schemas.openxmlformats.org/drawingml/2006/main">
            <a:off x="2281238"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5" name="">
            <a:extLst xmlns:a="http://schemas.openxmlformats.org/drawingml/2006/main">
              <a:ext uri="{FF2B5EF4-FFF2-40B4-BE49-F238E27FC236}">
                <a16:creationId xmlns:a16="http://schemas.microsoft.com/office/drawing/2014/main" id="{0F44FF8F-B852-4CC5-9DB0-928D5AAA7F79}"/>
              </a:ext>
            </a:extLst>
          </p:cNvPr>
          <p:cNvSpPr>
            <a:spLocks xmlns:a="http://schemas.openxmlformats.org/drawingml/2006/main" noGrp="1"/>
          </p:cNvSpPr>
          <p:nvPr/>
        </p:nvSpPr>
        <p:spPr>
          <a:xfrm xmlns:a="http://schemas.openxmlformats.org/drawingml/2006/main">
            <a:off x="2185988"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16" name="">
            <a:extLst xmlns:a="http://schemas.openxmlformats.org/drawingml/2006/main">
              <a:ext uri="{FF2B5EF4-FFF2-40B4-BE49-F238E27FC236}">
                <a16:creationId xmlns:a16="http://schemas.microsoft.com/office/drawing/2014/main" id="{39BACBDC-2CC7-4CB9-A894-6E2B32CFBC7D}"/>
              </a:ext>
            </a:extLst>
          </p:cNvPr>
          <p:cNvSpPr>
            <a:spLocks xmlns:a="http://schemas.openxmlformats.org/drawingml/2006/main" noGrp="1"/>
          </p:cNvSpPr>
          <p:nvPr/>
        </p:nvSpPr>
        <p:spPr>
          <a:xfrm xmlns:a="http://schemas.openxmlformats.org/drawingml/2006/main">
            <a:off x="3819525" y="390763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7" name="">
            <a:extLst xmlns:a="http://schemas.openxmlformats.org/drawingml/2006/main">
              <a:ext uri="{FF2B5EF4-FFF2-40B4-BE49-F238E27FC236}">
                <a16:creationId xmlns:a16="http://schemas.microsoft.com/office/drawing/2014/main" id="{3370BF6F-9132-4966-8069-4F89C2DF68E1}"/>
              </a:ext>
            </a:extLst>
          </p:cNvPr>
          <p:cNvSpPr>
            <a:spLocks xmlns:a="http://schemas.openxmlformats.org/drawingml/2006/main" noGrp="1"/>
          </p:cNvSpPr>
          <p:nvPr/>
        </p:nvSpPr>
        <p:spPr>
          <a:xfrm xmlns:a="http://schemas.openxmlformats.org/drawingml/2006/main">
            <a:off x="3724275" y="394573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18" name="">
            <a:extLst xmlns:a="http://schemas.openxmlformats.org/drawingml/2006/main">
              <a:ext uri="{FF2B5EF4-FFF2-40B4-BE49-F238E27FC236}">
                <a16:creationId xmlns:a16="http://schemas.microsoft.com/office/drawing/2014/main" id="{E0B267D2-C942-47E6-B284-D59FBB5D1DCC}"/>
              </a:ext>
            </a:extLst>
          </p:cNvPr>
          <p:cNvSpPr>
            <a:spLocks xmlns:a="http://schemas.openxmlformats.org/drawingml/2006/main" noGrp="1"/>
          </p:cNvSpPr>
          <p:nvPr/>
        </p:nvSpPr>
        <p:spPr>
          <a:xfrm xmlns:a="http://schemas.openxmlformats.org/drawingml/2006/main">
            <a:off x="466725" y="3850481"/>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−2.5</a:t>
            </a:r>
          </a:p>
        </p:txBody>
      </p:sp>
      <p:sp>
        <p:nvSpPr>
          <p:cNvPr id="19" name="">
            <a:extLst xmlns:a="http://schemas.openxmlformats.org/drawingml/2006/main">
              <a:ext uri="{FF2B5EF4-FFF2-40B4-BE49-F238E27FC236}">
                <a16:creationId xmlns:a16="http://schemas.microsoft.com/office/drawing/2014/main" id="{A61EAA8D-4011-46B8-B1C7-636E4177DEE5}"/>
              </a:ext>
            </a:extLst>
          </p:cNvPr>
          <p:cNvSpPr>
            <a:spLocks xmlns:a="http://schemas.openxmlformats.org/drawingml/2006/main" noGrp="1"/>
          </p:cNvSpPr>
          <p:nvPr/>
        </p:nvSpPr>
        <p:spPr>
          <a:xfrm xmlns:a="http://schemas.openxmlformats.org/drawingml/2006/main">
            <a:off x="466725" y="1543050"/>
            <a:ext cx="228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1400"/>
          </a:bodyPr>
          <a:lstStyle xmlns:a="http://schemas.openxmlformats.org/drawingml/2006/main"/>
          <a:p xmlns:a="http://schemas.openxmlformats.org/drawingml/2006/main">
            <a:pPr algn="r">
              <a:lnSpc>
                <a:spcPct val="105000"/>
              </a:lnSpc>
              <a:buNone/>
              <a:defRPr sz="585" b="0" i="0">
                <a:solidFill>
                  <a:srgbClr val="666666"/>
                </a:solidFill>
                <a:latin typeface="Noto Sans JP"/>
                <a:ea typeface="Noto Sans JP"/>
                <a:cs typeface="Noto Sans JP"/>
              </a:defRPr>
            </a:pPr>
            <a:r>
              <a:rPr sz="585" b="0" i="0">
                <a:solidFill>
                  <a:srgbClr val="666666"/>
                </a:solidFill>
                <a:latin typeface="Noto Sans JP"/>
                <a:ea typeface="Noto Sans JP"/>
                <a:cs typeface="Noto Sans JP"/>
              </a:rPr>
              <a:t>8</a:t>
            </a:r>
          </a:p>
        </p:txBody>
      </p:sp>
      <p:sp>
        <p:nvSpPr>
          <p:cNvPr id="20" name="">
            <a:extLst xmlns:a="http://schemas.openxmlformats.org/drawingml/2006/main">
              <a:ext uri="{FF2B5EF4-FFF2-40B4-BE49-F238E27FC236}">
                <a16:creationId xmlns:a16="http://schemas.microsoft.com/office/drawing/2014/main" id="{B996070B-8F36-44C2-A15B-E459C373BA7B}"/>
              </a:ext>
            </a:extLst>
          </p:cNvPr>
          <p:cNvSpPr>
            <a:spLocks xmlns:a="http://schemas.openxmlformats.org/drawingml/2006/main" noGrp="1"/>
          </p:cNvSpPr>
          <p:nvPr/>
        </p:nvSpPr>
        <p:spPr>
          <a:xfrm xmlns:a="http://schemas.openxmlformats.org/drawingml/2006/main">
            <a:off x="57150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32.5%　95%点 98.0%</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0.96739</a:t>
            </a:r>
          </a:p>
        </p:txBody>
      </p:sp>
      <p:sp>
        <p:nvSpPr>
          <p:cNvPr id="21" name="">
            <a:extLst xmlns:a="http://schemas.openxmlformats.org/drawingml/2006/main">
              <a:ext uri="{FF2B5EF4-FFF2-40B4-BE49-F238E27FC236}">
                <a16:creationId xmlns:a16="http://schemas.microsoft.com/office/drawing/2014/main" id="{6FD386D7-E282-47B3-B218-E56D9EA5EEA2}"/>
              </a:ext>
            </a:extLst>
          </p:cNvPr>
          <p:cNvSpPr>
            <a:spLocks xmlns:a="http://schemas.openxmlformats.org/drawingml/2006/main" noGrp="1"/>
          </p:cNvSpPr>
          <p:nvPr/>
        </p:nvSpPr>
        <p:spPr>
          <a:xfrm xmlns:a="http://schemas.openxmlformats.org/drawingml/2006/main">
            <a:off x="4476750"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B87900"/>
                </a:solidFill>
                <a:latin typeface="Noto Sans JP"/>
                <a:ea typeface="Noto Sans JP"/>
                <a:cs typeface="Noto Sans JP"/>
              </a:defRPr>
            </a:pPr>
            <a:r>
              <a:rPr sz="1088" b="1" i="0">
                <a:solidFill>
                  <a:srgbClr val="B87900"/>
                </a:solidFill>
                <a:latin typeface="Noto Sans JP"/>
                <a:ea typeface="Noto Sans JP"/>
                <a:cs typeface="Noto Sans JP"/>
              </a:rPr>
              <a:t>Monte Carlo</a:t>
            </a:r>
            <a:r>
              <a:rPr sz="1088" b="1" i="0">
                <a:solidFill>
                  <a:srgbClr val="B87900"/>
                </a:solidFill>
                <a:latin typeface="Noto Sans JP"/>
                <a:ea typeface="Noto Sans JP"/>
                <a:cs typeface="Noto Sans JP"/>
              </a:rPr>
              <a:t> </a:t>
            </a:r>
            <a:r>
              <a:rPr sz="1088" b="1" i="0">
                <a:solidFill>
                  <a:srgbClr val="B87900"/>
                </a:solidFill>
                <a:latin typeface="Noto Sans JP"/>
                <a:ea typeface="Noto Sans JP"/>
                <a:cs typeface="Noto Sans JP"/>
              </a:rPr>
              <a:t>− 標準COMSOL</a:t>
            </a:r>
          </a:p>
        </p:txBody>
      </p:sp>
      <p:sp>
        <p:nvSpPr>
          <p:cNvPr id="22" name="">
            <a:extLst xmlns:a="http://schemas.openxmlformats.org/drawingml/2006/main">
              <a:ext uri="{FF2B5EF4-FFF2-40B4-BE49-F238E27FC236}">
                <a16:creationId xmlns:a16="http://schemas.microsoft.com/office/drawing/2014/main" id="{4E15FE0A-E784-45F8-8ADF-B73D69E6AD4C}"/>
              </a:ext>
            </a:extLst>
          </p:cNvPr>
          <p:cNvSpPr>
            <a:spLocks xmlns:a="http://schemas.openxmlformats.org/drawingml/2006/main" noGrp="1"/>
          </p:cNvSpPr>
          <p:nvPr/>
        </p:nvSpPr>
        <p:spPr>
          <a:xfrm xmlns:a="http://schemas.openxmlformats.org/drawingml/2006/main">
            <a:off x="4371975"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7f5dc79a82e64a1d"/>
          <a:stretch xmlns:a="http://schemas.openxmlformats.org/drawingml/2006/main"/>
        </p:blipFill>
        <p:spPr>
          <a:xfrm xmlns:a="http://schemas.openxmlformats.org/drawingml/2006/main">
            <a:off x="4371975" y="1600200"/>
            <a:ext cx="3305175" cy="2478881"/>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32B05112-51CD-4CD9-B1B8-E93C9B773CBF}"/>
              </a:ext>
            </a:extLst>
          </p:cNvPr>
          <p:cNvSpPr>
            <a:spLocks xmlns:a="http://schemas.openxmlformats.org/drawingml/2006/main" noGrp="1"/>
          </p:cNvSpPr>
          <p:nvPr/>
        </p:nvSpPr>
        <p:spPr>
          <a:xfrm xmlns:a="http://schemas.openxmlformats.org/drawingml/2006/main">
            <a:off x="43719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5" name="">
            <a:extLst xmlns:a="http://schemas.openxmlformats.org/drawingml/2006/main">
              <a:ext uri="{FF2B5EF4-FFF2-40B4-BE49-F238E27FC236}">
                <a16:creationId xmlns:a16="http://schemas.microsoft.com/office/drawing/2014/main" id="{F98CFEE8-6A06-4119-A4D4-67DA72EE760E}"/>
              </a:ext>
            </a:extLst>
          </p:cNvPr>
          <p:cNvSpPr>
            <a:spLocks xmlns:a="http://schemas.openxmlformats.org/drawingml/2006/main" noGrp="1"/>
          </p:cNvSpPr>
          <p:nvPr/>
        </p:nvSpPr>
        <p:spPr>
          <a:xfrm xmlns:a="http://schemas.openxmlformats.org/drawingml/2006/main">
            <a:off x="42767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26" name="">
            <a:extLst xmlns:a="http://schemas.openxmlformats.org/drawingml/2006/main">
              <a:ext uri="{FF2B5EF4-FFF2-40B4-BE49-F238E27FC236}">
                <a16:creationId xmlns:a16="http://schemas.microsoft.com/office/drawing/2014/main" id="{A63DBD98-574B-4A7C-986E-DF12C22F2B63}"/>
              </a:ext>
            </a:extLst>
          </p:cNvPr>
          <p:cNvSpPr>
            <a:spLocks xmlns:a="http://schemas.openxmlformats.org/drawingml/2006/main" noGrp="1"/>
          </p:cNvSpPr>
          <p:nvPr/>
        </p:nvSpPr>
        <p:spPr>
          <a:xfrm xmlns:a="http://schemas.openxmlformats.org/drawingml/2006/main">
            <a:off x="6024563"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7" name="">
            <a:extLst xmlns:a="http://schemas.openxmlformats.org/drawingml/2006/main">
              <a:ext uri="{FF2B5EF4-FFF2-40B4-BE49-F238E27FC236}">
                <a16:creationId xmlns:a16="http://schemas.microsoft.com/office/drawing/2014/main" id="{FCB6F6E2-DBA5-4040-AC25-EA33EFEA8C05}"/>
              </a:ext>
            </a:extLst>
          </p:cNvPr>
          <p:cNvSpPr>
            <a:spLocks xmlns:a="http://schemas.openxmlformats.org/drawingml/2006/main" noGrp="1"/>
          </p:cNvSpPr>
          <p:nvPr/>
        </p:nvSpPr>
        <p:spPr>
          <a:xfrm xmlns:a="http://schemas.openxmlformats.org/drawingml/2006/main">
            <a:off x="5929313"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28" name="">
            <a:extLst xmlns:a="http://schemas.openxmlformats.org/drawingml/2006/main">
              <a:ext uri="{FF2B5EF4-FFF2-40B4-BE49-F238E27FC236}">
                <a16:creationId xmlns:a16="http://schemas.microsoft.com/office/drawing/2014/main" id="{3BFE4AA2-B0EA-4043-9AD8-54C01CEA8A11}"/>
              </a:ext>
            </a:extLst>
          </p:cNvPr>
          <p:cNvSpPr>
            <a:spLocks xmlns:a="http://schemas.openxmlformats.org/drawingml/2006/main" noGrp="1"/>
          </p:cNvSpPr>
          <p:nvPr/>
        </p:nvSpPr>
        <p:spPr>
          <a:xfrm xmlns:a="http://schemas.openxmlformats.org/drawingml/2006/main">
            <a:off x="767715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29" name="">
            <a:extLst xmlns:a="http://schemas.openxmlformats.org/drawingml/2006/main">
              <a:ext uri="{FF2B5EF4-FFF2-40B4-BE49-F238E27FC236}">
                <a16:creationId xmlns:a16="http://schemas.microsoft.com/office/drawing/2014/main" id="{A9183E5B-7E2A-48FF-94C2-657D3947553B}"/>
              </a:ext>
            </a:extLst>
          </p:cNvPr>
          <p:cNvSpPr>
            <a:spLocks xmlns:a="http://schemas.openxmlformats.org/drawingml/2006/main" noGrp="1"/>
          </p:cNvSpPr>
          <p:nvPr/>
        </p:nvSpPr>
        <p:spPr>
          <a:xfrm xmlns:a="http://schemas.openxmlformats.org/drawingml/2006/main">
            <a:off x="758190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30" name="">
            <a:extLst xmlns:a="http://schemas.openxmlformats.org/drawingml/2006/main">
              <a:ext uri="{FF2B5EF4-FFF2-40B4-BE49-F238E27FC236}">
                <a16:creationId xmlns:a16="http://schemas.microsoft.com/office/drawing/2014/main" id="{3666A272-DA38-40EF-A4A4-DD26DE188420}"/>
              </a:ext>
            </a:extLst>
          </p:cNvPr>
          <p:cNvSpPr>
            <a:spLocks xmlns:a="http://schemas.openxmlformats.org/drawingml/2006/main" noGrp="1"/>
          </p:cNvSpPr>
          <p:nvPr/>
        </p:nvSpPr>
        <p:spPr>
          <a:xfrm xmlns:a="http://schemas.openxmlformats.org/drawingml/2006/main">
            <a:off x="4429125"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32.6%　95%点 98.0%</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0.96775</a:t>
            </a:r>
          </a:p>
        </p:txBody>
      </p:sp>
      <p:sp>
        <p:nvSpPr>
          <p:cNvPr id="31" name="">
            <a:extLst xmlns:a="http://schemas.openxmlformats.org/drawingml/2006/main">
              <a:ext uri="{FF2B5EF4-FFF2-40B4-BE49-F238E27FC236}">
                <a16:creationId xmlns:a16="http://schemas.microsoft.com/office/drawing/2014/main" id="{2D2FA36A-AC16-4F4C-980B-6330F98B5032}"/>
              </a:ext>
            </a:extLst>
          </p:cNvPr>
          <p:cNvSpPr>
            <a:spLocks xmlns:a="http://schemas.openxmlformats.org/drawingml/2006/main" noGrp="1"/>
          </p:cNvSpPr>
          <p:nvPr/>
        </p:nvSpPr>
        <p:spPr>
          <a:xfrm xmlns:a="http://schemas.openxmlformats.org/drawingml/2006/main">
            <a:off x="8334375" y="1285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propagator </a:t>
            </a:r>
            <a:r>
              <a:rPr sz="1088" b="1" i="0">
                <a:solidFill>
                  <a:srgbClr val="72B51F"/>
                </a:solidFill>
                <a:latin typeface="Noto Sans JP"/>
                <a:ea typeface="Noto Sans JP"/>
                <a:cs typeface="Noto Sans JP"/>
              </a:rPr>
              <a:t>− 標準COMSOL</a:t>
            </a:r>
          </a:p>
        </p:txBody>
      </p:sp>
      <p:sp>
        <p:nvSpPr>
          <p:cNvPr id="32" name="">
            <a:extLst xmlns:a="http://schemas.openxmlformats.org/drawingml/2006/main">
              <a:ext uri="{FF2B5EF4-FFF2-40B4-BE49-F238E27FC236}">
                <a16:creationId xmlns:a16="http://schemas.microsoft.com/office/drawing/2014/main" id="{05998931-4908-4940-865D-38B54D644562}"/>
              </a:ext>
            </a:extLst>
          </p:cNvPr>
          <p:cNvSpPr>
            <a:spLocks xmlns:a="http://schemas.openxmlformats.org/drawingml/2006/main" noGrp="1"/>
          </p:cNvSpPr>
          <p:nvPr/>
        </p:nvSpPr>
        <p:spPr>
          <a:xfrm xmlns:a="http://schemas.openxmlformats.org/drawingml/2006/main">
            <a:off x="8229600" y="1600200"/>
            <a:ext cx="3305175" cy="2478881"/>
          </a:xfrm>
          <a:prstGeom xmlns:a="http://schemas.openxmlformats.org/drawingml/2006/main" prst="rect">
            <a:avLst/>
          </a:prstGeom>
          <a:solidFill xmlns:a="http://schemas.openxmlformats.org/drawingml/2006/main">
            <a:srgbClr val="FFFFFF"/>
          </a:solidFill>
          <a:ln xmlns:a="http://schemas.openxmlformats.org/drawingml/2006/main" w="6668">
            <a:solidFill>
              <a:srgbClr val="D5D5D5"/>
            </a:solidFill>
            <a:prstDash val="solid"/>
          </a:ln>
        </p:spPr>
      </p:sp>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b12f591724184a61"/>
          <a:stretch xmlns:a="http://schemas.openxmlformats.org/drawingml/2006/main"/>
        </p:blipFill>
        <p:spPr>
          <a:xfrm xmlns:a="http://schemas.openxmlformats.org/drawingml/2006/main">
            <a:off x="8229600" y="1600200"/>
            <a:ext cx="3305175" cy="2478881"/>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42FC31DE-96C0-4626-B007-5A4693415EC0}"/>
              </a:ext>
            </a:extLst>
          </p:cNvPr>
          <p:cNvSpPr>
            <a:spLocks xmlns:a="http://schemas.openxmlformats.org/drawingml/2006/main" noGrp="1"/>
          </p:cNvSpPr>
          <p:nvPr/>
        </p:nvSpPr>
        <p:spPr>
          <a:xfrm xmlns:a="http://schemas.openxmlformats.org/drawingml/2006/main">
            <a:off x="8229600"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5" name="">
            <a:extLst xmlns:a="http://schemas.openxmlformats.org/drawingml/2006/main">
              <a:ext uri="{FF2B5EF4-FFF2-40B4-BE49-F238E27FC236}">
                <a16:creationId xmlns:a16="http://schemas.microsoft.com/office/drawing/2014/main" id="{D0FD5DE8-534B-401F-B458-415573565A24}"/>
              </a:ext>
            </a:extLst>
          </p:cNvPr>
          <p:cNvSpPr>
            <a:spLocks xmlns:a="http://schemas.openxmlformats.org/drawingml/2006/main" noGrp="1"/>
          </p:cNvSpPr>
          <p:nvPr/>
        </p:nvSpPr>
        <p:spPr>
          <a:xfrm xmlns:a="http://schemas.openxmlformats.org/drawingml/2006/main">
            <a:off x="8134350"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0</a:t>
            </a:r>
          </a:p>
        </p:txBody>
      </p:sp>
      <p:sp>
        <p:nvSpPr>
          <p:cNvPr id="36" name="">
            <a:extLst xmlns:a="http://schemas.openxmlformats.org/drawingml/2006/main">
              <a:ext uri="{FF2B5EF4-FFF2-40B4-BE49-F238E27FC236}">
                <a16:creationId xmlns:a16="http://schemas.microsoft.com/office/drawing/2014/main" id="{E02FA445-5A0A-4D26-8580-4BACBE4CD9D2}"/>
              </a:ext>
            </a:extLst>
          </p:cNvPr>
          <p:cNvSpPr>
            <a:spLocks xmlns:a="http://schemas.openxmlformats.org/drawingml/2006/main" noGrp="1"/>
          </p:cNvSpPr>
          <p:nvPr/>
        </p:nvSpPr>
        <p:spPr>
          <a:xfrm xmlns:a="http://schemas.openxmlformats.org/drawingml/2006/main">
            <a:off x="9882188"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7" name="">
            <a:extLst xmlns:a="http://schemas.openxmlformats.org/drawingml/2006/main">
              <a:ext uri="{FF2B5EF4-FFF2-40B4-BE49-F238E27FC236}">
                <a16:creationId xmlns:a16="http://schemas.microsoft.com/office/drawing/2014/main" id="{CFBEC9A6-3E6A-48A0-8FA6-E3585B1545C3}"/>
              </a:ext>
            </a:extLst>
          </p:cNvPr>
          <p:cNvSpPr>
            <a:spLocks xmlns:a="http://schemas.openxmlformats.org/drawingml/2006/main" noGrp="1"/>
          </p:cNvSpPr>
          <p:nvPr/>
        </p:nvSpPr>
        <p:spPr>
          <a:xfrm xmlns:a="http://schemas.openxmlformats.org/drawingml/2006/main">
            <a:off x="9786938"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7</a:t>
            </a:r>
          </a:p>
        </p:txBody>
      </p:sp>
      <p:sp>
        <p:nvSpPr>
          <p:cNvPr id="38" name="">
            <a:extLst xmlns:a="http://schemas.openxmlformats.org/drawingml/2006/main">
              <a:ext uri="{FF2B5EF4-FFF2-40B4-BE49-F238E27FC236}">
                <a16:creationId xmlns:a16="http://schemas.microsoft.com/office/drawing/2014/main" id="{39FFCC70-30DB-45FB-B068-2EAD8ADF3A52}"/>
              </a:ext>
            </a:extLst>
          </p:cNvPr>
          <p:cNvSpPr>
            <a:spLocks xmlns:a="http://schemas.openxmlformats.org/drawingml/2006/main" noGrp="1"/>
          </p:cNvSpPr>
          <p:nvPr/>
        </p:nvSpPr>
        <p:spPr>
          <a:xfrm xmlns:a="http://schemas.openxmlformats.org/drawingml/2006/main">
            <a:off x="11534775" y="4079081"/>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39" name="">
            <a:extLst xmlns:a="http://schemas.openxmlformats.org/drawingml/2006/main">
              <a:ext uri="{FF2B5EF4-FFF2-40B4-BE49-F238E27FC236}">
                <a16:creationId xmlns:a16="http://schemas.microsoft.com/office/drawing/2014/main" id="{7B2D0306-813F-441B-83C2-BC531CB4933F}"/>
              </a:ext>
            </a:extLst>
          </p:cNvPr>
          <p:cNvSpPr>
            <a:spLocks xmlns:a="http://schemas.openxmlformats.org/drawingml/2006/main" noGrp="1"/>
          </p:cNvSpPr>
          <p:nvPr/>
        </p:nvSpPr>
        <p:spPr>
          <a:xfrm xmlns:a="http://schemas.openxmlformats.org/drawingml/2006/main">
            <a:off x="11439525" y="4117181"/>
            <a:ext cx="1905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9286"/>
          </a:bodyPr>
          <a:lstStyle xmlns:a="http://schemas.openxmlformats.org/drawingml/2006/main"/>
          <a:p xmlns:a="http://schemas.openxmlformats.org/drawingml/2006/main">
            <a:pPr algn="ctr">
              <a:lnSpc>
                <a:spcPct val="105000"/>
              </a:lnSpc>
              <a:buNone/>
              <a:defRPr sz="600" b="0" i="0">
                <a:solidFill>
                  <a:srgbClr val="666666"/>
                </a:solidFill>
                <a:latin typeface="Noto Sans JP"/>
                <a:ea typeface="Noto Sans JP"/>
                <a:cs typeface="Noto Sans JP"/>
              </a:defRPr>
            </a:pPr>
            <a:r>
              <a:rPr sz="600" b="0" i="0">
                <a:solidFill>
                  <a:srgbClr val="666666"/>
                </a:solidFill>
                <a:latin typeface="Noto Sans JP"/>
                <a:ea typeface="Noto Sans JP"/>
                <a:cs typeface="Noto Sans JP"/>
              </a:rPr>
              <a:t>14</a:t>
            </a:r>
          </a:p>
        </p:txBody>
      </p:sp>
      <p:sp>
        <p:nvSpPr>
          <p:cNvPr id="40" name="">
            <a:extLst xmlns:a="http://schemas.openxmlformats.org/drawingml/2006/main">
              <a:ext uri="{FF2B5EF4-FFF2-40B4-BE49-F238E27FC236}">
                <a16:creationId xmlns:a16="http://schemas.microsoft.com/office/drawing/2014/main" id="{42EC3FEF-5F19-4AC6-BD24-1ACF941910DD}"/>
              </a:ext>
            </a:extLst>
          </p:cNvPr>
          <p:cNvSpPr>
            <a:spLocks xmlns:a="http://schemas.openxmlformats.org/drawingml/2006/main" noGrp="1"/>
          </p:cNvSpPr>
          <p:nvPr/>
        </p:nvSpPr>
        <p:spPr>
          <a:xfrm xmlns:a="http://schemas.openxmlformats.org/drawingml/2006/main">
            <a:off x="8286750" y="4000500"/>
            <a:ext cx="3143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D5D5D5"/>
            </a:solid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中央値 |δs| 32.4%　95%点 98.0%</a:t>
            </a:r>
          </a:p>
          <a:p xmlns:a="http://schemas.openxmlformats.org/drawingml/2006/main">
            <a:pPr algn="ctr">
              <a:lnSpc>
                <a:spcPct val="105000"/>
              </a:lnSpc>
              <a:buNone/>
              <a:defRPr sz="915" b="1" i="0">
                <a:solidFill>
                  <a:srgbClr val="2F2F2F"/>
                </a:solidFill>
                <a:latin typeface="Noto Sans JP"/>
                <a:ea typeface="Noto Sans JP"/>
                <a:cs typeface="Noto Sans JP"/>
              </a:defRPr>
            </a:pPr>
            <a:r>
              <a:rPr sz="915" b="1" i="0">
                <a:solidFill>
                  <a:srgbClr val="2F2F2F"/>
                </a:solidFill>
                <a:latin typeface="Noto Sans JP"/>
                <a:ea typeface="Noto Sans JP"/>
                <a:cs typeface="Noto Sans JP"/>
              </a:rPr>
              <a:t>ρ = 0.96756</a:t>
            </a:r>
          </a:p>
        </p:txBody>
      </p:sp>
      <p:sp>
        <p:nvSpPr>
          <p:cNvPr id="41" name="">
            <a:extLst xmlns:a="http://schemas.openxmlformats.org/drawingml/2006/main">
              <a:ext uri="{FF2B5EF4-FFF2-40B4-BE49-F238E27FC236}">
                <a16:creationId xmlns:a16="http://schemas.microsoft.com/office/drawing/2014/main" id="{2F3B0CF5-4CD2-4FDB-A417-3720B8E033CD}"/>
              </a:ext>
            </a:extLst>
          </p:cNvPr>
          <p:cNvSpPr>
            <a:spLocks xmlns:a="http://schemas.openxmlformats.org/drawingml/2006/main" noGrp="1"/>
          </p:cNvSpPr>
          <p:nvPr/>
        </p:nvSpPr>
        <p:spPr>
          <a:xfrm xmlns:a="http://schemas.openxmlformats.org/drawingml/2006/main">
            <a:off x="3381375" y="4686300"/>
            <a:ext cx="66318" cy="123825"/>
          </a:xfrm>
          <a:prstGeom xmlns:a="http://schemas.openxmlformats.org/drawingml/2006/main" prst="rect">
            <a:avLst/>
          </a:prstGeom>
          <a:solidFill xmlns:a="http://schemas.openxmlformats.org/drawingml/2006/main">
            <a:srgbClr val="3D4FC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CF47ECA7-AE4B-4116-AFFB-FB726872F3FC}"/>
              </a:ext>
            </a:extLst>
          </p:cNvPr>
          <p:cNvSpPr>
            <a:spLocks xmlns:a="http://schemas.openxmlformats.org/drawingml/2006/main" noGrp="1"/>
          </p:cNvSpPr>
          <p:nvPr/>
        </p:nvSpPr>
        <p:spPr>
          <a:xfrm xmlns:a="http://schemas.openxmlformats.org/drawingml/2006/main">
            <a:off x="3443883" y="4686300"/>
            <a:ext cx="66318" cy="123825"/>
          </a:xfrm>
          <a:prstGeom xmlns:a="http://schemas.openxmlformats.org/drawingml/2006/main" prst="rect">
            <a:avLst/>
          </a:prstGeom>
          <a:solidFill xmlns:a="http://schemas.openxmlformats.org/drawingml/2006/main">
            <a:srgbClr val="4154C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7A42EE7-491D-45B6-B9C3-89E4CBB0AA80}"/>
              </a:ext>
            </a:extLst>
          </p:cNvPr>
          <p:cNvSpPr>
            <a:spLocks xmlns:a="http://schemas.openxmlformats.org/drawingml/2006/main" noGrp="1"/>
          </p:cNvSpPr>
          <p:nvPr/>
        </p:nvSpPr>
        <p:spPr>
          <a:xfrm xmlns:a="http://schemas.openxmlformats.org/drawingml/2006/main">
            <a:off x="3506391" y="4686300"/>
            <a:ext cx="66318" cy="123825"/>
          </a:xfrm>
          <a:prstGeom xmlns:a="http://schemas.openxmlformats.org/drawingml/2006/main" prst="rect">
            <a:avLst/>
          </a:prstGeom>
          <a:solidFill xmlns:a="http://schemas.openxmlformats.org/drawingml/2006/main">
            <a:srgbClr val="455AC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503FD7E7-AF4C-4C78-BC7D-2B76B5871125}"/>
              </a:ext>
            </a:extLst>
          </p:cNvPr>
          <p:cNvSpPr>
            <a:spLocks xmlns:a="http://schemas.openxmlformats.org/drawingml/2006/main" noGrp="1"/>
          </p:cNvSpPr>
          <p:nvPr/>
        </p:nvSpPr>
        <p:spPr>
          <a:xfrm xmlns:a="http://schemas.openxmlformats.org/drawingml/2006/main">
            <a:off x="3568898" y="4686300"/>
            <a:ext cx="66318" cy="123825"/>
          </a:xfrm>
          <a:prstGeom xmlns:a="http://schemas.openxmlformats.org/drawingml/2006/main" prst="rect">
            <a:avLst/>
          </a:prstGeom>
          <a:solidFill xmlns:a="http://schemas.openxmlformats.org/drawingml/2006/main">
            <a:srgbClr val="4960CF"/>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6CAB6C66-7C5F-4AB7-8079-5E12C90F30A6}"/>
              </a:ext>
            </a:extLst>
          </p:cNvPr>
          <p:cNvSpPr>
            <a:spLocks xmlns:a="http://schemas.openxmlformats.org/drawingml/2006/main" noGrp="1"/>
          </p:cNvSpPr>
          <p:nvPr/>
        </p:nvSpPr>
        <p:spPr>
          <a:xfrm xmlns:a="http://schemas.openxmlformats.org/drawingml/2006/main">
            <a:off x="3631406" y="4686300"/>
            <a:ext cx="66318" cy="123825"/>
          </a:xfrm>
          <a:prstGeom xmlns:a="http://schemas.openxmlformats.org/drawingml/2006/main" prst="rect">
            <a:avLst/>
          </a:prstGeom>
          <a:solidFill xmlns:a="http://schemas.openxmlformats.org/drawingml/2006/main">
            <a:srgbClr val="4D65D3"/>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FDDF6FFA-01FC-4432-BBED-A544F2E5950F}"/>
              </a:ext>
            </a:extLst>
          </p:cNvPr>
          <p:cNvSpPr>
            <a:spLocks xmlns:a="http://schemas.openxmlformats.org/drawingml/2006/main" noGrp="1"/>
          </p:cNvSpPr>
          <p:nvPr/>
        </p:nvSpPr>
        <p:spPr>
          <a:xfrm xmlns:a="http://schemas.openxmlformats.org/drawingml/2006/main">
            <a:off x="3693914" y="4686300"/>
            <a:ext cx="66318" cy="123825"/>
          </a:xfrm>
          <a:prstGeom xmlns:a="http://schemas.openxmlformats.org/drawingml/2006/main" prst="rect">
            <a:avLst/>
          </a:prstGeom>
          <a:solidFill xmlns:a="http://schemas.openxmlformats.org/drawingml/2006/main">
            <a:srgbClr val="516B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720CF6C0-8C5E-445F-A7ED-2D4BA61783E1}"/>
              </a:ext>
            </a:extLst>
          </p:cNvPr>
          <p:cNvSpPr>
            <a:spLocks xmlns:a="http://schemas.openxmlformats.org/drawingml/2006/main" noGrp="1"/>
          </p:cNvSpPr>
          <p:nvPr/>
        </p:nvSpPr>
        <p:spPr>
          <a:xfrm xmlns:a="http://schemas.openxmlformats.org/drawingml/2006/main">
            <a:off x="3756422" y="4686300"/>
            <a:ext cx="66318" cy="123825"/>
          </a:xfrm>
          <a:prstGeom xmlns:a="http://schemas.openxmlformats.org/drawingml/2006/main" prst="rect">
            <a:avLst/>
          </a:prstGeom>
          <a:solidFill xmlns:a="http://schemas.openxmlformats.org/drawingml/2006/main">
            <a:srgbClr val="5571DC"/>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BE8336FF-4B44-4D63-9FAC-8E211061DE69}"/>
              </a:ext>
            </a:extLst>
          </p:cNvPr>
          <p:cNvSpPr>
            <a:spLocks xmlns:a="http://schemas.openxmlformats.org/drawingml/2006/main" noGrp="1"/>
          </p:cNvSpPr>
          <p:nvPr/>
        </p:nvSpPr>
        <p:spPr>
          <a:xfrm xmlns:a="http://schemas.openxmlformats.org/drawingml/2006/main">
            <a:off x="3818930" y="4686300"/>
            <a:ext cx="66318" cy="123825"/>
          </a:xfrm>
          <a:prstGeom xmlns:a="http://schemas.openxmlformats.org/drawingml/2006/main" prst="rect">
            <a:avLst/>
          </a:prstGeom>
          <a:solidFill xmlns:a="http://schemas.openxmlformats.org/drawingml/2006/main">
            <a:srgbClr val="5976E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65E26912-072D-4E0A-BAC4-8A2CBD3729E3}"/>
              </a:ext>
            </a:extLst>
          </p:cNvPr>
          <p:cNvSpPr>
            <a:spLocks xmlns:a="http://schemas.openxmlformats.org/drawingml/2006/main" noGrp="1"/>
          </p:cNvSpPr>
          <p:nvPr/>
        </p:nvSpPr>
        <p:spPr>
          <a:xfrm xmlns:a="http://schemas.openxmlformats.org/drawingml/2006/main">
            <a:off x="3881438" y="4686300"/>
            <a:ext cx="66318" cy="123825"/>
          </a:xfrm>
          <a:prstGeom xmlns:a="http://schemas.openxmlformats.org/drawingml/2006/main" prst="rect">
            <a:avLst/>
          </a:prstGeom>
          <a:solidFill xmlns:a="http://schemas.openxmlformats.org/drawingml/2006/main">
            <a:srgbClr val="5D7CE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DEBCFCBC-DA15-4E93-A913-74085DB55060}"/>
              </a:ext>
            </a:extLst>
          </p:cNvPr>
          <p:cNvSpPr>
            <a:spLocks xmlns:a="http://schemas.openxmlformats.org/drawingml/2006/main" noGrp="1"/>
          </p:cNvSpPr>
          <p:nvPr/>
        </p:nvSpPr>
        <p:spPr>
          <a:xfrm xmlns:a="http://schemas.openxmlformats.org/drawingml/2006/main">
            <a:off x="3943945" y="4686300"/>
            <a:ext cx="66318" cy="123825"/>
          </a:xfrm>
          <a:prstGeom xmlns:a="http://schemas.openxmlformats.org/drawingml/2006/main" prst="rect">
            <a:avLst/>
          </a:prstGeom>
          <a:solidFill xmlns:a="http://schemas.openxmlformats.org/drawingml/2006/main">
            <a:srgbClr val="6181E9"/>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A2A2B548-9B0D-4B7C-A6F9-DF5FF9096EFF}"/>
              </a:ext>
            </a:extLst>
          </p:cNvPr>
          <p:cNvSpPr>
            <a:spLocks xmlns:a="http://schemas.openxmlformats.org/drawingml/2006/main" noGrp="1"/>
          </p:cNvSpPr>
          <p:nvPr/>
        </p:nvSpPr>
        <p:spPr>
          <a:xfrm xmlns:a="http://schemas.openxmlformats.org/drawingml/2006/main">
            <a:off x="4006453" y="4686300"/>
            <a:ext cx="66318" cy="123825"/>
          </a:xfrm>
          <a:prstGeom xmlns:a="http://schemas.openxmlformats.org/drawingml/2006/main" prst="rect">
            <a:avLst/>
          </a:prstGeom>
          <a:solidFill xmlns:a="http://schemas.openxmlformats.org/drawingml/2006/main">
            <a:srgbClr val="6587ED"/>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F87C2FEB-827F-43BF-9BFB-F41EB6DEF162}"/>
              </a:ext>
            </a:extLst>
          </p:cNvPr>
          <p:cNvSpPr>
            <a:spLocks xmlns:a="http://schemas.openxmlformats.org/drawingml/2006/main" noGrp="1"/>
          </p:cNvSpPr>
          <p:nvPr/>
        </p:nvSpPr>
        <p:spPr>
          <a:xfrm xmlns:a="http://schemas.openxmlformats.org/drawingml/2006/main">
            <a:off x="4068961" y="4686300"/>
            <a:ext cx="66318" cy="123825"/>
          </a:xfrm>
          <a:prstGeom xmlns:a="http://schemas.openxmlformats.org/drawingml/2006/main" prst="rect">
            <a:avLst/>
          </a:prstGeom>
          <a:solidFill xmlns:a="http://schemas.openxmlformats.org/drawingml/2006/main">
            <a:srgbClr val="6B8DEF"/>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C69F9AE5-6E20-4232-AA98-ABBC48ADACEC}"/>
              </a:ext>
            </a:extLst>
          </p:cNvPr>
          <p:cNvSpPr>
            <a:spLocks xmlns:a="http://schemas.openxmlformats.org/drawingml/2006/main" noGrp="1"/>
          </p:cNvSpPr>
          <p:nvPr/>
        </p:nvSpPr>
        <p:spPr>
          <a:xfrm xmlns:a="http://schemas.openxmlformats.org/drawingml/2006/main">
            <a:off x="4131469" y="4686300"/>
            <a:ext cx="66318" cy="123825"/>
          </a:xfrm>
          <a:prstGeom xmlns:a="http://schemas.openxmlformats.org/drawingml/2006/main" prst="rect">
            <a:avLst/>
          </a:prstGeom>
          <a:solidFill xmlns:a="http://schemas.openxmlformats.org/drawingml/2006/main">
            <a:srgbClr val="7292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D283A9FB-9923-4837-9637-33029D140832}"/>
              </a:ext>
            </a:extLst>
          </p:cNvPr>
          <p:cNvSpPr>
            <a:spLocks xmlns:a="http://schemas.openxmlformats.org/drawingml/2006/main" noGrp="1"/>
          </p:cNvSpPr>
          <p:nvPr/>
        </p:nvSpPr>
        <p:spPr>
          <a:xfrm xmlns:a="http://schemas.openxmlformats.org/drawingml/2006/main">
            <a:off x="4193977" y="4686300"/>
            <a:ext cx="66318" cy="123825"/>
          </a:xfrm>
          <a:prstGeom xmlns:a="http://schemas.openxmlformats.org/drawingml/2006/main" prst="rect">
            <a:avLst/>
          </a:prstGeom>
          <a:solidFill xmlns:a="http://schemas.openxmlformats.org/drawingml/2006/main">
            <a:srgbClr val="7898F1"/>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073CD369-977A-4F78-8A51-5B5FD81FCC17}"/>
              </a:ext>
            </a:extLst>
          </p:cNvPr>
          <p:cNvSpPr>
            <a:spLocks xmlns:a="http://schemas.openxmlformats.org/drawingml/2006/main" noGrp="1"/>
          </p:cNvSpPr>
          <p:nvPr/>
        </p:nvSpPr>
        <p:spPr>
          <a:xfrm xmlns:a="http://schemas.openxmlformats.org/drawingml/2006/main">
            <a:off x="4256484" y="4686300"/>
            <a:ext cx="66318" cy="123825"/>
          </a:xfrm>
          <a:prstGeom xmlns:a="http://schemas.openxmlformats.org/drawingml/2006/main" prst="rect">
            <a:avLst/>
          </a:prstGeom>
          <a:solidFill xmlns:a="http://schemas.openxmlformats.org/drawingml/2006/main">
            <a:srgbClr val="7E9EF2"/>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848CEAC9-9566-439D-959A-695EBF367052}"/>
              </a:ext>
            </a:extLst>
          </p:cNvPr>
          <p:cNvSpPr>
            <a:spLocks xmlns:a="http://schemas.openxmlformats.org/drawingml/2006/main" noGrp="1"/>
          </p:cNvSpPr>
          <p:nvPr/>
        </p:nvSpPr>
        <p:spPr>
          <a:xfrm xmlns:a="http://schemas.openxmlformats.org/drawingml/2006/main">
            <a:off x="4318992" y="4686300"/>
            <a:ext cx="66318" cy="123825"/>
          </a:xfrm>
          <a:prstGeom xmlns:a="http://schemas.openxmlformats.org/drawingml/2006/main" prst="rect">
            <a:avLst/>
          </a:prstGeom>
          <a:solidFill xmlns:a="http://schemas.openxmlformats.org/drawingml/2006/main">
            <a:srgbClr val="84A4F3"/>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B69A8A24-3FFE-4A7F-88A8-6CBB242A90B7}"/>
              </a:ext>
            </a:extLst>
          </p:cNvPr>
          <p:cNvSpPr>
            <a:spLocks xmlns:a="http://schemas.openxmlformats.org/drawingml/2006/main" noGrp="1"/>
          </p:cNvSpPr>
          <p:nvPr/>
        </p:nvSpPr>
        <p:spPr>
          <a:xfrm xmlns:a="http://schemas.openxmlformats.org/drawingml/2006/main">
            <a:off x="4381500" y="4686300"/>
            <a:ext cx="66318" cy="123825"/>
          </a:xfrm>
          <a:prstGeom xmlns:a="http://schemas.openxmlformats.org/drawingml/2006/main" prst="rect">
            <a:avLst/>
          </a:prstGeom>
          <a:solidFill xmlns:a="http://schemas.openxmlformats.org/drawingml/2006/main">
            <a:srgbClr val="8BA9F3"/>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BBA80E5F-7A9B-4C4A-9922-98B23B35D121}"/>
              </a:ext>
            </a:extLst>
          </p:cNvPr>
          <p:cNvSpPr>
            <a:spLocks xmlns:a="http://schemas.openxmlformats.org/drawingml/2006/main" noGrp="1"/>
          </p:cNvSpPr>
          <p:nvPr/>
        </p:nvSpPr>
        <p:spPr>
          <a:xfrm xmlns:a="http://schemas.openxmlformats.org/drawingml/2006/main">
            <a:off x="4444008" y="4686300"/>
            <a:ext cx="66318" cy="123825"/>
          </a:xfrm>
          <a:prstGeom xmlns:a="http://schemas.openxmlformats.org/drawingml/2006/main" prst="rect">
            <a:avLst/>
          </a:prstGeom>
          <a:solidFill xmlns:a="http://schemas.openxmlformats.org/drawingml/2006/main">
            <a:srgbClr val="91AFF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0A4EFE7A-7413-4D32-9814-2C852977B6DB}"/>
              </a:ext>
            </a:extLst>
          </p:cNvPr>
          <p:cNvSpPr>
            <a:spLocks xmlns:a="http://schemas.openxmlformats.org/drawingml/2006/main" noGrp="1"/>
          </p:cNvSpPr>
          <p:nvPr/>
        </p:nvSpPr>
        <p:spPr>
          <a:xfrm xmlns:a="http://schemas.openxmlformats.org/drawingml/2006/main">
            <a:off x="4506516" y="4686300"/>
            <a:ext cx="66318" cy="123825"/>
          </a:xfrm>
          <a:prstGeom xmlns:a="http://schemas.openxmlformats.org/drawingml/2006/main" prst="rect">
            <a:avLst/>
          </a:prstGeom>
          <a:solidFill xmlns:a="http://schemas.openxmlformats.org/drawingml/2006/main">
            <a:srgbClr val="97B5F5"/>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F04DBA1E-8855-4951-BBA4-ECE42D8445E7}"/>
              </a:ext>
            </a:extLst>
          </p:cNvPr>
          <p:cNvSpPr>
            <a:spLocks xmlns:a="http://schemas.openxmlformats.org/drawingml/2006/main" noGrp="1"/>
          </p:cNvSpPr>
          <p:nvPr/>
        </p:nvSpPr>
        <p:spPr>
          <a:xfrm xmlns:a="http://schemas.openxmlformats.org/drawingml/2006/main">
            <a:off x="4569023" y="4686300"/>
            <a:ext cx="66318" cy="123825"/>
          </a:xfrm>
          <a:prstGeom xmlns:a="http://schemas.openxmlformats.org/drawingml/2006/main" prst="rect">
            <a:avLst/>
          </a:prstGeom>
          <a:solidFill xmlns:a="http://schemas.openxmlformats.org/drawingml/2006/main">
            <a:srgbClr val="9DBBF6"/>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86192FEA-5C61-4A53-848D-8CB2EB5D1EED}"/>
              </a:ext>
            </a:extLst>
          </p:cNvPr>
          <p:cNvSpPr>
            <a:spLocks xmlns:a="http://schemas.openxmlformats.org/drawingml/2006/main" noGrp="1"/>
          </p:cNvSpPr>
          <p:nvPr/>
        </p:nvSpPr>
        <p:spPr>
          <a:xfrm xmlns:a="http://schemas.openxmlformats.org/drawingml/2006/main">
            <a:off x="4631531" y="4686300"/>
            <a:ext cx="66318" cy="123825"/>
          </a:xfrm>
          <a:prstGeom xmlns:a="http://schemas.openxmlformats.org/drawingml/2006/main" prst="rect">
            <a:avLst/>
          </a:prstGeom>
          <a:solidFill xmlns:a="http://schemas.openxmlformats.org/drawingml/2006/main">
            <a:srgbClr val="A4C0F7"/>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84B58686-0D7C-41C7-8097-BD42DE7A7D47}"/>
              </a:ext>
            </a:extLst>
          </p:cNvPr>
          <p:cNvSpPr>
            <a:spLocks xmlns:a="http://schemas.openxmlformats.org/drawingml/2006/main" noGrp="1"/>
          </p:cNvSpPr>
          <p:nvPr/>
        </p:nvSpPr>
        <p:spPr>
          <a:xfrm xmlns:a="http://schemas.openxmlformats.org/drawingml/2006/main">
            <a:off x="4694039" y="4686300"/>
            <a:ext cx="66318" cy="123825"/>
          </a:xfrm>
          <a:prstGeom xmlns:a="http://schemas.openxmlformats.org/drawingml/2006/main" prst="rect">
            <a:avLst/>
          </a:prstGeom>
          <a:solidFill xmlns:a="http://schemas.openxmlformats.org/drawingml/2006/main">
            <a:srgbClr val="AAC6F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E3F99A8B-3E52-4BC7-BFED-56438B5AD7C2}"/>
              </a:ext>
            </a:extLst>
          </p:cNvPr>
          <p:cNvSpPr>
            <a:spLocks xmlns:a="http://schemas.openxmlformats.org/drawingml/2006/main" noGrp="1"/>
          </p:cNvSpPr>
          <p:nvPr/>
        </p:nvSpPr>
        <p:spPr>
          <a:xfrm xmlns:a="http://schemas.openxmlformats.org/drawingml/2006/main">
            <a:off x="4756547" y="4686300"/>
            <a:ext cx="66318" cy="123825"/>
          </a:xfrm>
          <a:prstGeom xmlns:a="http://schemas.openxmlformats.org/drawingml/2006/main" prst="rect">
            <a:avLst/>
          </a:prstGeom>
          <a:solidFill xmlns:a="http://schemas.openxmlformats.org/drawingml/2006/main">
            <a:srgbClr val="B2CAF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508D0793-1F0F-45CC-9129-62DEABC80012}"/>
              </a:ext>
            </a:extLst>
          </p:cNvPr>
          <p:cNvSpPr>
            <a:spLocks xmlns:a="http://schemas.openxmlformats.org/drawingml/2006/main" noGrp="1"/>
          </p:cNvSpPr>
          <p:nvPr/>
        </p:nvSpPr>
        <p:spPr>
          <a:xfrm xmlns:a="http://schemas.openxmlformats.org/drawingml/2006/main">
            <a:off x="4819055" y="4686300"/>
            <a:ext cx="66318" cy="123825"/>
          </a:xfrm>
          <a:prstGeom xmlns:a="http://schemas.openxmlformats.org/drawingml/2006/main" prst="rect">
            <a:avLst/>
          </a:prstGeom>
          <a:solidFill xmlns:a="http://schemas.openxmlformats.org/drawingml/2006/main">
            <a:srgbClr val="B9CFF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C30F0C2A-D5CB-4297-95DC-076958A60F2D}"/>
              </a:ext>
            </a:extLst>
          </p:cNvPr>
          <p:cNvSpPr>
            <a:spLocks xmlns:a="http://schemas.openxmlformats.org/drawingml/2006/main" noGrp="1"/>
          </p:cNvSpPr>
          <p:nvPr/>
        </p:nvSpPr>
        <p:spPr>
          <a:xfrm xmlns:a="http://schemas.openxmlformats.org/drawingml/2006/main">
            <a:off x="4881563" y="4686300"/>
            <a:ext cx="66318" cy="123825"/>
          </a:xfrm>
          <a:prstGeom xmlns:a="http://schemas.openxmlformats.org/drawingml/2006/main" prst="rect">
            <a:avLst/>
          </a:prstGeom>
          <a:solidFill xmlns:a="http://schemas.openxmlformats.org/drawingml/2006/main">
            <a:srgbClr val="C0D4F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B2C00C32-54BC-4BBD-B917-CFBBC6F7F2BF}"/>
              </a:ext>
            </a:extLst>
          </p:cNvPr>
          <p:cNvSpPr>
            <a:spLocks xmlns:a="http://schemas.openxmlformats.org/drawingml/2006/main" noGrp="1"/>
          </p:cNvSpPr>
          <p:nvPr/>
        </p:nvSpPr>
        <p:spPr>
          <a:xfrm xmlns:a="http://schemas.openxmlformats.org/drawingml/2006/main">
            <a:off x="4944070" y="4686300"/>
            <a:ext cx="66318" cy="123825"/>
          </a:xfrm>
          <a:prstGeom xmlns:a="http://schemas.openxmlformats.org/drawingml/2006/main" prst="rect">
            <a:avLst/>
          </a:prstGeom>
          <a:solidFill xmlns:a="http://schemas.openxmlformats.org/drawingml/2006/main">
            <a:srgbClr val="C7D9F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2216E8E8-5213-47BF-BA41-D17074CA5B27}"/>
              </a:ext>
            </a:extLst>
          </p:cNvPr>
          <p:cNvSpPr>
            <a:spLocks xmlns:a="http://schemas.openxmlformats.org/drawingml/2006/main" noGrp="1"/>
          </p:cNvSpPr>
          <p:nvPr/>
        </p:nvSpPr>
        <p:spPr>
          <a:xfrm xmlns:a="http://schemas.openxmlformats.org/drawingml/2006/main">
            <a:off x="5006578" y="4686300"/>
            <a:ext cx="66318" cy="123825"/>
          </a:xfrm>
          <a:prstGeom xmlns:a="http://schemas.openxmlformats.org/drawingml/2006/main" prst="rect">
            <a:avLst/>
          </a:prstGeom>
          <a:solidFill xmlns:a="http://schemas.openxmlformats.org/drawingml/2006/main">
            <a:srgbClr val="CFDDF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DAB3C689-AED9-4D43-B82A-C89EF7ED09E9}"/>
              </a:ext>
            </a:extLst>
          </p:cNvPr>
          <p:cNvSpPr>
            <a:spLocks xmlns:a="http://schemas.openxmlformats.org/drawingml/2006/main" noGrp="1"/>
          </p:cNvSpPr>
          <p:nvPr/>
        </p:nvSpPr>
        <p:spPr>
          <a:xfrm xmlns:a="http://schemas.openxmlformats.org/drawingml/2006/main">
            <a:off x="5069086" y="4686300"/>
            <a:ext cx="66318" cy="123825"/>
          </a:xfrm>
          <a:prstGeom xmlns:a="http://schemas.openxmlformats.org/drawingml/2006/main" prst="rect">
            <a:avLst/>
          </a:prstGeom>
          <a:solidFill xmlns:a="http://schemas.openxmlformats.org/drawingml/2006/main">
            <a:srgbClr val="D6E2F7"/>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0B11CD71-65D9-46F0-90D5-A8BDB95D8F94}"/>
              </a:ext>
            </a:extLst>
          </p:cNvPr>
          <p:cNvSpPr>
            <a:spLocks xmlns:a="http://schemas.openxmlformats.org/drawingml/2006/main" noGrp="1"/>
          </p:cNvSpPr>
          <p:nvPr/>
        </p:nvSpPr>
        <p:spPr>
          <a:xfrm xmlns:a="http://schemas.openxmlformats.org/drawingml/2006/main">
            <a:off x="5131594" y="4686300"/>
            <a:ext cx="66318" cy="123825"/>
          </a:xfrm>
          <a:prstGeom xmlns:a="http://schemas.openxmlformats.org/drawingml/2006/main" prst="rect">
            <a:avLst/>
          </a:prstGeom>
          <a:solidFill xmlns:a="http://schemas.openxmlformats.org/drawingml/2006/main">
            <a:srgbClr val="DDE7F7"/>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E5770E46-D614-4409-A1CA-E2ADCDA66A3F}"/>
              </a:ext>
            </a:extLst>
          </p:cNvPr>
          <p:cNvSpPr>
            <a:spLocks xmlns:a="http://schemas.openxmlformats.org/drawingml/2006/main" noGrp="1"/>
          </p:cNvSpPr>
          <p:nvPr/>
        </p:nvSpPr>
        <p:spPr>
          <a:xfrm xmlns:a="http://schemas.openxmlformats.org/drawingml/2006/main">
            <a:off x="5194102" y="4686300"/>
            <a:ext cx="66318" cy="123825"/>
          </a:xfrm>
          <a:prstGeom xmlns:a="http://schemas.openxmlformats.org/drawingml/2006/main" prst="rect">
            <a:avLst/>
          </a:prstGeom>
          <a:solidFill xmlns:a="http://schemas.openxmlformats.org/drawingml/2006/main">
            <a:srgbClr val="E5EBF7"/>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D1B81747-765A-4EF3-B992-F66A09DBC928}"/>
              </a:ext>
            </a:extLst>
          </p:cNvPr>
          <p:cNvSpPr>
            <a:spLocks xmlns:a="http://schemas.openxmlformats.org/drawingml/2006/main" noGrp="1"/>
          </p:cNvSpPr>
          <p:nvPr/>
        </p:nvSpPr>
        <p:spPr>
          <a:xfrm xmlns:a="http://schemas.openxmlformats.org/drawingml/2006/main">
            <a:off x="5256609" y="4686300"/>
            <a:ext cx="66318" cy="123825"/>
          </a:xfrm>
          <a:prstGeom xmlns:a="http://schemas.openxmlformats.org/drawingml/2006/main" prst="rect">
            <a:avLst/>
          </a:prstGeom>
          <a:solidFill xmlns:a="http://schemas.openxmlformats.org/drawingml/2006/main">
            <a:srgbClr val="ECF0F7"/>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D6ADE79B-72E0-4B4C-982C-CB442C4BEAB2}"/>
              </a:ext>
            </a:extLst>
          </p:cNvPr>
          <p:cNvSpPr>
            <a:spLocks xmlns:a="http://schemas.openxmlformats.org/drawingml/2006/main" noGrp="1"/>
          </p:cNvSpPr>
          <p:nvPr/>
        </p:nvSpPr>
        <p:spPr>
          <a:xfrm xmlns:a="http://schemas.openxmlformats.org/drawingml/2006/main">
            <a:off x="5319117" y="4686300"/>
            <a:ext cx="66318" cy="1238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65DB0B9C-92ED-457E-8748-C0B61F7D63C5}"/>
              </a:ext>
            </a:extLst>
          </p:cNvPr>
          <p:cNvSpPr>
            <a:spLocks xmlns:a="http://schemas.openxmlformats.org/drawingml/2006/main" noGrp="1"/>
          </p:cNvSpPr>
          <p:nvPr/>
        </p:nvSpPr>
        <p:spPr>
          <a:xfrm xmlns:a="http://schemas.openxmlformats.org/drawingml/2006/main">
            <a:off x="5381625" y="4686300"/>
            <a:ext cx="66318" cy="123825"/>
          </a:xfrm>
          <a:prstGeom xmlns:a="http://schemas.openxmlformats.org/drawingml/2006/main" prst="rect">
            <a:avLst/>
          </a:prstGeom>
          <a:solidFill xmlns:a="http://schemas.openxmlformats.org/drawingml/2006/main">
            <a:srgbClr val="F7F4F3"/>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50AF02E1-6E43-46BC-92CE-FE86C6D756B9}"/>
              </a:ext>
            </a:extLst>
          </p:cNvPr>
          <p:cNvSpPr>
            <a:spLocks xmlns:a="http://schemas.openxmlformats.org/drawingml/2006/main" noGrp="1"/>
          </p:cNvSpPr>
          <p:nvPr/>
        </p:nvSpPr>
        <p:spPr>
          <a:xfrm xmlns:a="http://schemas.openxmlformats.org/drawingml/2006/main">
            <a:off x="5444133" y="4686300"/>
            <a:ext cx="66318" cy="123825"/>
          </a:xfrm>
          <a:prstGeom xmlns:a="http://schemas.openxmlformats.org/drawingml/2006/main" prst="rect">
            <a:avLst/>
          </a:prstGeom>
          <a:solidFill xmlns:a="http://schemas.openxmlformats.org/drawingml/2006/main">
            <a:srgbClr val="F7EEEC"/>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BDEC5AC5-477F-4A8F-BBC5-715A8D289715}"/>
              </a:ext>
            </a:extLst>
          </p:cNvPr>
          <p:cNvSpPr>
            <a:spLocks xmlns:a="http://schemas.openxmlformats.org/drawingml/2006/main" noGrp="1"/>
          </p:cNvSpPr>
          <p:nvPr/>
        </p:nvSpPr>
        <p:spPr>
          <a:xfrm xmlns:a="http://schemas.openxmlformats.org/drawingml/2006/main">
            <a:off x="5506641" y="4686300"/>
            <a:ext cx="66318" cy="123825"/>
          </a:xfrm>
          <a:prstGeom xmlns:a="http://schemas.openxmlformats.org/drawingml/2006/main" prst="rect">
            <a:avLst/>
          </a:prstGeom>
          <a:solidFill xmlns:a="http://schemas.openxmlformats.org/drawingml/2006/main">
            <a:srgbClr val="F6E8E4"/>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D9163385-2355-4A25-9841-3DA7C2FD0D5E}"/>
              </a:ext>
            </a:extLst>
          </p:cNvPr>
          <p:cNvSpPr>
            <a:spLocks xmlns:a="http://schemas.openxmlformats.org/drawingml/2006/main" noGrp="1"/>
          </p:cNvSpPr>
          <p:nvPr/>
        </p:nvSpPr>
        <p:spPr>
          <a:xfrm xmlns:a="http://schemas.openxmlformats.org/drawingml/2006/main">
            <a:off x="5569148" y="4686300"/>
            <a:ext cx="66318" cy="123825"/>
          </a:xfrm>
          <a:prstGeom xmlns:a="http://schemas.openxmlformats.org/drawingml/2006/main" prst="rect">
            <a:avLst/>
          </a:prstGeom>
          <a:solidFill xmlns:a="http://schemas.openxmlformats.org/drawingml/2006/main">
            <a:srgbClr val="F6E1DC"/>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0AC346CA-C142-454B-B1ED-A5F7BE479A0F}"/>
              </a:ext>
            </a:extLst>
          </p:cNvPr>
          <p:cNvSpPr>
            <a:spLocks xmlns:a="http://schemas.openxmlformats.org/drawingml/2006/main" noGrp="1"/>
          </p:cNvSpPr>
          <p:nvPr/>
        </p:nvSpPr>
        <p:spPr>
          <a:xfrm xmlns:a="http://schemas.openxmlformats.org/drawingml/2006/main">
            <a:off x="5631656" y="4686300"/>
            <a:ext cx="66318" cy="123825"/>
          </a:xfrm>
          <a:prstGeom xmlns:a="http://schemas.openxmlformats.org/drawingml/2006/main" prst="rect">
            <a:avLst/>
          </a:prstGeom>
          <a:solidFill xmlns:a="http://schemas.openxmlformats.org/drawingml/2006/main">
            <a:srgbClr val="F6DBD5"/>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C2352265-C1F2-402C-8C8C-AB3349A750EF}"/>
              </a:ext>
            </a:extLst>
          </p:cNvPr>
          <p:cNvSpPr>
            <a:spLocks xmlns:a="http://schemas.openxmlformats.org/drawingml/2006/main" noGrp="1"/>
          </p:cNvSpPr>
          <p:nvPr/>
        </p:nvSpPr>
        <p:spPr>
          <a:xfrm xmlns:a="http://schemas.openxmlformats.org/drawingml/2006/main">
            <a:off x="5694164" y="4686300"/>
            <a:ext cx="66318" cy="123825"/>
          </a:xfrm>
          <a:prstGeom xmlns:a="http://schemas.openxmlformats.org/drawingml/2006/main" prst="rect">
            <a:avLst/>
          </a:prstGeom>
          <a:solidFill xmlns:a="http://schemas.openxmlformats.org/drawingml/2006/main">
            <a:srgbClr val="F5D5CD"/>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4DCE513D-3B5E-481C-B627-EF51E3EA5AA8}"/>
              </a:ext>
            </a:extLst>
          </p:cNvPr>
          <p:cNvSpPr>
            <a:spLocks xmlns:a="http://schemas.openxmlformats.org/drawingml/2006/main" noGrp="1"/>
          </p:cNvSpPr>
          <p:nvPr/>
        </p:nvSpPr>
        <p:spPr>
          <a:xfrm xmlns:a="http://schemas.openxmlformats.org/drawingml/2006/main">
            <a:off x="5756672" y="4686300"/>
            <a:ext cx="66318" cy="123825"/>
          </a:xfrm>
          <a:prstGeom xmlns:a="http://schemas.openxmlformats.org/drawingml/2006/main" prst="rect">
            <a:avLst/>
          </a:prstGeom>
          <a:solidFill xmlns:a="http://schemas.openxmlformats.org/drawingml/2006/main">
            <a:srgbClr val="F5CFC6"/>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2E4ED611-B4DA-41B7-B34C-943155A1804B}"/>
              </a:ext>
            </a:extLst>
          </p:cNvPr>
          <p:cNvSpPr>
            <a:spLocks xmlns:a="http://schemas.openxmlformats.org/drawingml/2006/main" noGrp="1"/>
          </p:cNvSpPr>
          <p:nvPr/>
        </p:nvSpPr>
        <p:spPr>
          <a:xfrm xmlns:a="http://schemas.openxmlformats.org/drawingml/2006/main">
            <a:off x="5819180" y="4686300"/>
            <a:ext cx="66318" cy="123825"/>
          </a:xfrm>
          <a:prstGeom xmlns:a="http://schemas.openxmlformats.org/drawingml/2006/main" prst="rect">
            <a:avLst/>
          </a:prstGeom>
          <a:solidFill xmlns:a="http://schemas.openxmlformats.org/drawingml/2006/main">
            <a:srgbClr val="F5C9BE"/>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47AB9942-1E5A-4021-A09C-05BDD2A425A4}"/>
              </a:ext>
            </a:extLst>
          </p:cNvPr>
          <p:cNvSpPr>
            <a:spLocks xmlns:a="http://schemas.openxmlformats.org/drawingml/2006/main" noGrp="1"/>
          </p:cNvSpPr>
          <p:nvPr/>
        </p:nvSpPr>
        <p:spPr>
          <a:xfrm xmlns:a="http://schemas.openxmlformats.org/drawingml/2006/main">
            <a:off x="5881688" y="4686300"/>
            <a:ext cx="66318" cy="123825"/>
          </a:xfrm>
          <a:prstGeom xmlns:a="http://schemas.openxmlformats.org/drawingml/2006/main" prst="rect">
            <a:avLst/>
          </a:prstGeom>
          <a:solidFill xmlns:a="http://schemas.openxmlformats.org/drawingml/2006/main">
            <a:srgbClr val="F5C2B6"/>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04B7D954-39B8-49CD-8B19-60E6D716D406}"/>
              </a:ext>
            </a:extLst>
          </p:cNvPr>
          <p:cNvSpPr>
            <a:spLocks xmlns:a="http://schemas.openxmlformats.org/drawingml/2006/main" noGrp="1"/>
          </p:cNvSpPr>
          <p:nvPr/>
        </p:nvSpPr>
        <p:spPr>
          <a:xfrm xmlns:a="http://schemas.openxmlformats.org/drawingml/2006/main">
            <a:off x="5944195" y="4686300"/>
            <a:ext cx="66318" cy="123825"/>
          </a:xfrm>
          <a:prstGeom xmlns:a="http://schemas.openxmlformats.org/drawingml/2006/main" prst="rect">
            <a:avLst/>
          </a:prstGeom>
          <a:solidFill xmlns:a="http://schemas.openxmlformats.org/drawingml/2006/main">
            <a:srgbClr val="F4BCA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66A3E56D-0812-47CD-A8E7-92FB1F61D6CA}"/>
              </a:ext>
            </a:extLst>
          </p:cNvPr>
          <p:cNvSpPr>
            <a:spLocks xmlns:a="http://schemas.openxmlformats.org/drawingml/2006/main" noGrp="1"/>
          </p:cNvSpPr>
          <p:nvPr/>
        </p:nvSpPr>
        <p:spPr>
          <a:xfrm xmlns:a="http://schemas.openxmlformats.org/drawingml/2006/main">
            <a:off x="6006703" y="4686300"/>
            <a:ext cx="66318" cy="123825"/>
          </a:xfrm>
          <a:prstGeom xmlns:a="http://schemas.openxmlformats.org/drawingml/2006/main" prst="rect">
            <a:avLst/>
          </a:prstGeom>
          <a:solidFill xmlns:a="http://schemas.openxmlformats.org/drawingml/2006/main">
            <a:srgbClr val="F4B6A7"/>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15331D15-338F-4C8A-9226-53563847E33D}"/>
              </a:ext>
            </a:extLst>
          </p:cNvPr>
          <p:cNvSpPr>
            <a:spLocks xmlns:a="http://schemas.openxmlformats.org/drawingml/2006/main" noGrp="1"/>
          </p:cNvSpPr>
          <p:nvPr/>
        </p:nvSpPr>
        <p:spPr>
          <a:xfrm xmlns:a="http://schemas.openxmlformats.org/drawingml/2006/main">
            <a:off x="6069211" y="4686300"/>
            <a:ext cx="66318" cy="123825"/>
          </a:xfrm>
          <a:prstGeom xmlns:a="http://schemas.openxmlformats.org/drawingml/2006/main" prst="rect">
            <a:avLst/>
          </a:prstGeom>
          <a:solidFill xmlns:a="http://schemas.openxmlformats.org/drawingml/2006/main">
            <a:srgbClr val="F2AFA0"/>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907B9ECA-98E5-469E-AD0A-BE5401259B69}"/>
              </a:ext>
            </a:extLst>
          </p:cNvPr>
          <p:cNvSpPr>
            <a:spLocks xmlns:a="http://schemas.openxmlformats.org/drawingml/2006/main" noGrp="1"/>
          </p:cNvSpPr>
          <p:nvPr/>
        </p:nvSpPr>
        <p:spPr>
          <a:xfrm xmlns:a="http://schemas.openxmlformats.org/drawingml/2006/main">
            <a:off x="6131719" y="4686300"/>
            <a:ext cx="66318" cy="123825"/>
          </a:xfrm>
          <a:prstGeom xmlns:a="http://schemas.openxmlformats.org/drawingml/2006/main" prst="rect">
            <a:avLst/>
          </a:prstGeom>
          <a:solidFill xmlns:a="http://schemas.openxmlformats.org/drawingml/2006/main">
            <a:srgbClr val="F0A79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3CB952B9-2938-47CF-8E98-24E6A58584D6}"/>
              </a:ext>
            </a:extLst>
          </p:cNvPr>
          <p:cNvSpPr>
            <a:spLocks xmlns:a="http://schemas.openxmlformats.org/drawingml/2006/main" noGrp="1"/>
          </p:cNvSpPr>
          <p:nvPr/>
        </p:nvSpPr>
        <p:spPr>
          <a:xfrm xmlns:a="http://schemas.openxmlformats.org/drawingml/2006/main">
            <a:off x="6194227" y="4686300"/>
            <a:ext cx="66318" cy="123825"/>
          </a:xfrm>
          <a:prstGeom xmlns:a="http://schemas.openxmlformats.org/drawingml/2006/main" prst="rect">
            <a:avLst/>
          </a:prstGeom>
          <a:solidFill xmlns:a="http://schemas.openxmlformats.org/drawingml/2006/main">
            <a:srgbClr val="EEA091"/>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32579DEF-71E1-442C-9049-73D55A523F06}"/>
              </a:ext>
            </a:extLst>
          </p:cNvPr>
          <p:cNvSpPr>
            <a:spLocks xmlns:a="http://schemas.openxmlformats.org/drawingml/2006/main" noGrp="1"/>
          </p:cNvSpPr>
          <p:nvPr/>
        </p:nvSpPr>
        <p:spPr>
          <a:xfrm xmlns:a="http://schemas.openxmlformats.org/drawingml/2006/main">
            <a:off x="6256734" y="4686300"/>
            <a:ext cx="66318" cy="123825"/>
          </a:xfrm>
          <a:prstGeom xmlns:a="http://schemas.openxmlformats.org/drawingml/2006/main" prst="rect">
            <a:avLst/>
          </a:prstGeom>
          <a:solidFill xmlns:a="http://schemas.openxmlformats.org/drawingml/2006/main">
            <a:srgbClr val="EC9989"/>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71257021-029C-44D6-96E7-0ED73A7599B0}"/>
              </a:ext>
            </a:extLst>
          </p:cNvPr>
          <p:cNvSpPr>
            <a:spLocks xmlns:a="http://schemas.openxmlformats.org/drawingml/2006/main" noGrp="1"/>
          </p:cNvSpPr>
          <p:nvPr/>
        </p:nvSpPr>
        <p:spPr>
          <a:xfrm xmlns:a="http://schemas.openxmlformats.org/drawingml/2006/main">
            <a:off x="6319242" y="4686300"/>
            <a:ext cx="66318" cy="123825"/>
          </a:xfrm>
          <a:prstGeom xmlns:a="http://schemas.openxmlformats.org/drawingml/2006/main" prst="rect">
            <a:avLst/>
          </a:prstGeom>
          <a:solidFill xmlns:a="http://schemas.openxmlformats.org/drawingml/2006/main">
            <a:srgbClr val="EA9182"/>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4F6F279F-7F5E-4E7C-90DE-0FCF9F478AAC}"/>
              </a:ext>
            </a:extLst>
          </p:cNvPr>
          <p:cNvSpPr>
            <a:spLocks xmlns:a="http://schemas.openxmlformats.org/drawingml/2006/main" noGrp="1"/>
          </p:cNvSpPr>
          <p:nvPr/>
        </p:nvSpPr>
        <p:spPr>
          <a:xfrm xmlns:a="http://schemas.openxmlformats.org/drawingml/2006/main">
            <a:off x="6381750" y="4686300"/>
            <a:ext cx="66318" cy="123825"/>
          </a:xfrm>
          <a:prstGeom xmlns:a="http://schemas.openxmlformats.org/drawingml/2006/main" prst="rect">
            <a:avLst/>
          </a:prstGeom>
          <a:solidFill xmlns:a="http://schemas.openxmlformats.org/drawingml/2006/main">
            <a:srgbClr val="E78A7A"/>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AE8FB208-96DD-425E-9F16-173F2818156A}"/>
              </a:ext>
            </a:extLst>
          </p:cNvPr>
          <p:cNvSpPr>
            <a:spLocks xmlns:a="http://schemas.openxmlformats.org/drawingml/2006/main" noGrp="1"/>
          </p:cNvSpPr>
          <p:nvPr/>
        </p:nvSpPr>
        <p:spPr>
          <a:xfrm xmlns:a="http://schemas.openxmlformats.org/drawingml/2006/main">
            <a:off x="6444258" y="4686300"/>
            <a:ext cx="66318" cy="123825"/>
          </a:xfrm>
          <a:prstGeom xmlns:a="http://schemas.openxmlformats.org/drawingml/2006/main" prst="rect">
            <a:avLst/>
          </a:prstGeom>
          <a:solidFill xmlns:a="http://schemas.openxmlformats.org/drawingml/2006/main">
            <a:srgbClr val="E58273"/>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440EFED9-E073-4946-8281-031CDC1B4B6D}"/>
              </a:ext>
            </a:extLst>
          </p:cNvPr>
          <p:cNvSpPr>
            <a:spLocks xmlns:a="http://schemas.openxmlformats.org/drawingml/2006/main" noGrp="1"/>
          </p:cNvSpPr>
          <p:nvPr/>
        </p:nvSpPr>
        <p:spPr>
          <a:xfrm xmlns:a="http://schemas.openxmlformats.org/drawingml/2006/main">
            <a:off x="6506766" y="4686300"/>
            <a:ext cx="66318" cy="123825"/>
          </a:xfrm>
          <a:prstGeom xmlns:a="http://schemas.openxmlformats.org/drawingml/2006/main" prst="rect">
            <a:avLst/>
          </a:prstGeom>
          <a:solidFill xmlns:a="http://schemas.openxmlformats.org/drawingml/2006/main">
            <a:srgbClr val="E37B6B"/>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45B7E0C7-9F9E-4853-909E-72C2E19BE3CB}"/>
              </a:ext>
            </a:extLst>
          </p:cNvPr>
          <p:cNvSpPr>
            <a:spLocks xmlns:a="http://schemas.openxmlformats.org/drawingml/2006/main" noGrp="1"/>
          </p:cNvSpPr>
          <p:nvPr/>
        </p:nvSpPr>
        <p:spPr>
          <a:xfrm xmlns:a="http://schemas.openxmlformats.org/drawingml/2006/main">
            <a:off x="6569273" y="4686300"/>
            <a:ext cx="66318" cy="123825"/>
          </a:xfrm>
          <a:prstGeom xmlns:a="http://schemas.openxmlformats.org/drawingml/2006/main" prst="rect">
            <a:avLst/>
          </a:prstGeom>
          <a:solidFill xmlns:a="http://schemas.openxmlformats.org/drawingml/2006/main">
            <a:srgbClr val="E17464"/>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AE944DC4-51D7-48A4-A2B6-1FCAA36E183B}"/>
              </a:ext>
            </a:extLst>
          </p:cNvPr>
          <p:cNvSpPr>
            <a:spLocks xmlns:a="http://schemas.openxmlformats.org/drawingml/2006/main" noGrp="1"/>
          </p:cNvSpPr>
          <p:nvPr/>
        </p:nvSpPr>
        <p:spPr>
          <a:xfrm xmlns:a="http://schemas.openxmlformats.org/drawingml/2006/main">
            <a:off x="6631781" y="4686300"/>
            <a:ext cx="66318" cy="123825"/>
          </a:xfrm>
          <a:prstGeom xmlns:a="http://schemas.openxmlformats.org/drawingml/2006/main" prst="rect">
            <a:avLst/>
          </a:prstGeom>
          <a:solidFill xmlns:a="http://schemas.openxmlformats.org/drawingml/2006/main">
            <a:srgbClr val="DF6C5C"/>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627B9173-F50C-4AE2-B1B8-AF7AEA98E7AE}"/>
              </a:ext>
            </a:extLst>
          </p:cNvPr>
          <p:cNvSpPr>
            <a:spLocks xmlns:a="http://schemas.openxmlformats.org/drawingml/2006/main" noGrp="1"/>
          </p:cNvSpPr>
          <p:nvPr/>
        </p:nvSpPr>
        <p:spPr>
          <a:xfrm xmlns:a="http://schemas.openxmlformats.org/drawingml/2006/main">
            <a:off x="6694289" y="4686300"/>
            <a:ext cx="66318" cy="123825"/>
          </a:xfrm>
          <a:prstGeom xmlns:a="http://schemas.openxmlformats.org/drawingml/2006/main" prst="rect">
            <a:avLst/>
          </a:prstGeom>
          <a:solidFill xmlns:a="http://schemas.openxmlformats.org/drawingml/2006/main">
            <a:srgbClr val="DC6455"/>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13C46146-59DF-41F1-87EE-9030D0E441B9}"/>
              </a:ext>
            </a:extLst>
          </p:cNvPr>
          <p:cNvSpPr>
            <a:spLocks xmlns:a="http://schemas.openxmlformats.org/drawingml/2006/main" noGrp="1"/>
          </p:cNvSpPr>
          <p:nvPr/>
        </p:nvSpPr>
        <p:spPr>
          <a:xfrm xmlns:a="http://schemas.openxmlformats.org/drawingml/2006/main">
            <a:off x="6756797" y="4686300"/>
            <a:ext cx="66318" cy="123825"/>
          </a:xfrm>
          <a:prstGeom xmlns:a="http://schemas.openxmlformats.org/drawingml/2006/main" prst="rect">
            <a:avLst/>
          </a:prstGeom>
          <a:solidFill xmlns:a="http://schemas.openxmlformats.org/drawingml/2006/main">
            <a:srgbClr val="D95B51"/>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67DD3F74-3824-4A68-9AC8-53F60929226E}"/>
              </a:ext>
            </a:extLst>
          </p:cNvPr>
          <p:cNvSpPr>
            <a:spLocks xmlns:a="http://schemas.openxmlformats.org/drawingml/2006/main" noGrp="1"/>
          </p:cNvSpPr>
          <p:nvPr/>
        </p:nvSpPr>
        <p:spPr>
          <a:xfrm xmlns:a="http://schemas.openxmlformats.org/drawingml/2006/main">
            <a:off x="6819305" y="4686300"/>
            <a:ext cx="66318" cy="123825"/>
          </a:xfrm>
          <a:prstGeom xmlns:a="http://schemas.openxmlformats.org/drawingml/2006/main" prst="rect">
            <a:avLst/>
          </a:prstGeom>
          <a:solidFill xmlns:a="http://schemas.openxmlformats.org/drawingml/2006/main">
            <a:srgbClr val="D5524C"/>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6415550D-30BB-4606-9E4A-B71C199A0F5D}"/>
              </a:ext>
            </a:extLst>
          </p:cNvPr>
          <p:cNvSpPr>
            <a:spLocks xmlns:a="http://schemas.openxmlformats.org/drawingml/2006/main" noGrp="1"/>
          </p:cNvSpPr>
          <p:nvPr/>
        </p:nvSpPr>
        <p:spPr>
          <a:xfrm xmlns:a="http://schemas.openxmlformats.org/drawingml/2006/main">
            <a:off x="6881813" y="4686300"/>
            <a:ext cx="66318" cy="123825"/>
          </a:xfrm>
          <a:prstGeom xmlns:a="http://schemas.openxmlformats.org/drawingml/2006/main" prst="rect">
            <a:avLst/>
          </a:prstGeom>
          <a:solidFill xmlns:a="http://schemas.openxmlformats.org/drawingml/2006/main">
            <a:srgbClr val="D14948"/>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8F28DC80-0138-4FFD-A935-C81B592FFE67}"/>
              </a:ext>
            </a:extLst>
          </p:cNvPr>
          <p:cNvSpPr>
            <a:spLocks xmlns:a="http://schemas.openxmlformats.org/drawingml/2006/main" noGrp="1"/>
          </p:cNvSpPr>
          <p:nvPr/>
        </p:nvSpPr>
        <p:spPr>
          <a:xfrm xmlns:a="http://schemas.openxmlformats.org/drawingml/2006/main">
            <a:off x="6944320" y="4686300"/>
            <a:ext cx="66318" cy="123825"/>
          </a:xfrm>
          <a:prstGeom xmlns:a="http://schemas.openxmlformats.org/drawingml/2006/main" prst="rect">
            <a:avLst/>
          </a:prstGeom>
          <a:solidFill xmlns:a="http://schemas.openxmlformats.org/drawingml/2006/main">
            <a:srgbClr val="CD4043"/>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470FE8BC-5E52-4B2A-B4BE-05896433AB75}"/>
              </a:ext>
            </a:extLst>
          </p:cNvPr>
          <p:cNvSpPr>
            <a:spLocks xmlns:a="http://schemas.openxmlformats.org/drawingml/2006/main" noGrp="1"/>
          </p:cNvSpPr>
          <p:nvPr/>
        </p:nvSpPr>
        <p:spPr>
          <a:xfrm xmlns:a="http://schemas.openxmlformats.org/drawingml/2006/main">
            <a:off x="7006828" y="4686300"/>
            <a:ext cx="66318" cy="123825"/>
          </a:xfrm>
          <a:prstGeom xmlns:a="http://schemas.openxmlformats.org/drawingml/2006/main" prst="rect">
            <a:avLst/>
          </a:prstGeom>
          <a:solidFill xmlns:a="http://schemas.openxmlformats.org/drawingml/2006/main">
            <a:srgbClr val="C9373F"/>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2CC7A554-60DE-4BD0-9287-81E36F26BB07}"/>
              </a:ext>
            </a:extLst>
          </p:cNvPr>
          <p:cNvSpPr>
            <a:spLocks xmlns:a="http://schemas.openxmlformats.org/drawingml/2006/main" noGrp="1"/>
          </p:cNvSpPr>
          <p:nvPr/>
        </p:nvSpPr>
        <p:spPr>
          <a:xfrm xmlns:a="http://schemas.openxmlformats.org/drawingml/2006/main">
            <a:off x="7069336" y="4686300"/>
            <a:ext cx="66318" cy="123825"/>
          </a:xfrm>
          <a:prstGeom xmlns:a="http://schemas.openxmlformats.org/drawingml/2006/main" prst="rect">
            <a:avLst/>
          </a:prstGeom>
          <a:solidFill xmlns:a="http://schemas.openxmlformats.org/drawingml/2006/main">
            <a:srgbClr val="C52D3A"/>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317FCE2B-5D2C-48EA-B01C-CE6D0EDB8F61}"/>
              </a:ext>
            </a:extLst>
          </p:cNvPr>
          <p:cNvSpPr>
            <a:spLocks xmlns:a="http://schemas.openxmlformats.org/drawingml/2006/main" noGrp="1"/>
          </p:cNvSpPr>
          <p:nvPr/>
        </p:nvSpPr>
        <p:spPr>
          <a:xfrm xmlns:a="http://schemas.openxmlformats.org/drawingml/2006/main">
            <a:off x="7131844" y="4686300"/>
            <a:ext cx="66318" cy="123825"/>
          </a:xfrm>
          <a:prstGeom xmlns:a="http://schemas.openxmlformats.org/drawingml/2006/main" prst="rect">
            <a:avLst/>
          </a:prstGeom>
          <a:solidFill xmlns:a="http://schemas.openxmlformats.org/drawingml/2006/main">
            <a:srgbClr val="C12436"/>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AE1D5DCB-AF14-4223-9D10-145CC42C15C3}"/>
              </a:ext>
            </a:extLst>
          </p:cNvPr>
          <p:cNvSpPr>
            <a:spLocks xmlns:a="http://schemas.openxmlformats.org/drawingml/2006/main" noGrp="1"/>
          </p:cNvSpPr>
          <p:nvPr/>
        </p:nvSpPr>
        <p:spPr>
          <a:xfrm xmlns:a="http://schemas.openxmlformats.org/drawingml/2006/main">
            <a:off x="7194352" y="4686300"/>
            <a:ext cx="66318" cy="123825"/>
          </a:xfrm>
          <a:prstGeom xmlns:a="http://schemas.openxmlformats.org/drawingml/2006/main" prst="rect">
            <a:avLst/>
          </a:prstGeom>
          <a:solidFill xmlns:a="http://schemas.openxmlformats.org/drawingml/2006/main">
            <a:srgbClr val="BE1B31"/>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F285DA2C-CDED-47CF-B7AD-FE2BF8899729}"/>
              </a:ext>
            </a:extLst>
          </p:cNvPr>
          <p:cNvSpPr>
            <a:spLocks xmlns:a="http://schemas.openxmlformats.org/drawingml/2006/main" noGrp="1"/>
          </p:cNvSpPr>
          <p:nvPr/>
        </p:nvSpPr>
        <p:spPr>
          <a:xfrm xmlns:a="http://schemas.openxmlformats.org/drawingml/2006/main">
            <a:off x="7256859" y="4686300"/>
            <a:ext cx="66318" cy="123825"/>
          </a:xfrm>
          <a:prstGeom xmlns:a="http://schemas.openxmlformats.org/drawingml/2006/main" prst="rect">
            <a:avLst/>
          </a:prstGeom>
          <a:solidFill xmlns:a="http://schemas.openxmlformats.org/drawingml/2006/main">
            <a:srgbClr val="BA122D"/>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94B3CF15-527C-475A-997A-C6E8B2BF5A97}"/>
              </a:ext>
            </a:extLst>
          </p:cNvPr>
          <p:cNvSpPr>
            <a:spLocks xmlns:a="http://schemas.openxmlformats.org/drawingml/2006/main" noGrp="1"/>
          </p:cNvSpPr>
          <p:nvPr/>
        </p:nvSpPr>
        <p:spPr>
          <a:xfrm xmlns:a="http://schemas.openxmlformats.org/drawingml/2006/main">
            <a:off x="7319367" y="4686300"/>
            <a:ext cx="66318" cy="123825"/>
          </a:xfrm>
          <a:prstGeom xmlns:a="http://schemas.openxmlformats.org/drawingml/2006/main" prst="rect">
            <a:avLst/>
          </a:prstGeom>
          <a:solidFill xmlns:a="http://schemas.openxmlformats.org/drawingml/2006/main">
            <a:srgbClr val="B60928"/>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F3459BCB-A862-4262-A267-305BDE911C66}"/>
              </a:ext>
            </a:extLst>
          </p:cNvPr>
          <p:cNvSpPr>
            <a:spLocks xmlns:a="http://schemas.openxmlformats.org/drawingml/2006/main" noGrp="1"/>
          </p:cNvSpPr>
          <p:nvPr/>
        </p:nvSpPr>
        <p:spPr>
          <a:xfrm xmlns:a="http://schemas.openxmlformats.org/drawingml/2006/main">
            <a:off x="3381375" y="4686300"/>
            <a:ext cx="4000500" cy="123825"/>
          </a:xfrm>
          <a:prstGeom xmlns:a="http://schemas.openxmlformats.org/drawingml/2006/main" prst="rect">
            <a:avLst/>
          </a:prstGeom>
          <a:noFill xmlns:a="http://schemas.openxmlformats.org/drawingml/2006/main"/>
          <a:ln xmlns:a="http://schemas.openxmlformats.org/drawingml/2006/main" w="6668">
            <a:solidFill>
              <a:srgbClr val="666666"/>
            </a:solidFill>
            <a:prstDash val="solid"/>
          </a:ln>
        </p:spPr>
      </p:sp>
      <p:sp>
        <p:nvSpPr>
          <p:cNvPr id="106" name="">
            <a:extLst xmlns:a="http://schemas.openxmlformats.org/drawingml/2006/main">
              <a:ext uri="{FF2B5EF4-FFF2-40B4-BE49-F238E27FC236}">
                <a16:creationId xmlns:a16="http://schemas.microsoft.com/office/drawing/2014/main" id="{064AF0C2-729C-4927-9B21-78E403BA700D}"/>
              </a:ext>
            </a:extLst>
          </p:cNvPr>
          <p:cNvSpPr>
            <a:spLocks xmlns:a="http://schemas.openxmlformats.org/drawingml/2006/main" noGrp="1"/>
          </p:cNvSpPr>
          <p:nvPr/>
        </p:nvSpPr>
        <p:spPr>
          <a:xfrm xmlns:a="http://schemas.openxmlformats.org/drawingml/2006/main">
            <a:off x="33813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7" name="">
            <a:extLst xmlns:a="http://schemas.openxmlformats.org/drawingml/2006/main">
              <a:ext uri="{FF2B5EF4-FFF2-40B4-BE49-F238E27FC236}">
                <a16:creationId xmlns:a16="http://schemas.microsoft.com/office/drawing/2014/main" id="{702D0082-66DC-427B-9567-8E8D47279F5B}"/>
              </a:ext>
            </a:extLst>
          </p:cNvPr>
          <p:cNvSpPr>
            <a:spLocks xmlns:a="http://schemas.openxmlformats.org/drawingml/2006/main" noGrp="1"/>
          </p:cNvSpPr>
          <p:nvPr/>
        </p:nvSpPr>
        <p:spPr>
          <a:xfrm xmlns:a="http://schemas.openxmlformats.org/drawingml/2006/main">
            <a:off x="30384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−100</a:t>
            </a:r>
          </a:p>
        </p:txBody>
      </p:sp>
      <p:sp>
        <p:nvSpPr>
          <p:cNvPr id="108" name="">
            <a:extLst xmlns:a="http://schemas.openxmlformats.org/drawingml/2006/main">
              <a:ext uri="{FF2B5EF4-FFF2-40B4-BE49-F238E27FC236}">
                <a16:creationId xmlns:a16="http://schemas.microsoft.com/office/drawing/2014/main" id="{B7650A2D-57F0-4F9C-82BC-E693FF60220F}"/>
              </a:ext>
            </a:extLst>
          </p:cNvPr>
          <p:cNvSpPr>
            <a:spLocks xmlns:a="http://schemas.openxmlformats.org/drawingml/2006/main" noGrp="1"/>
          </p:cNvSpPr>
          <p:nvPr/>
        </p:nvSpPr>
        <p:spPr>
          <a:xfrm xmlns:a="http://schemas.openxmlformats.org/drawingml/2006/main">
            <a:off x="538162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09" name="">
            <a:extLst xmlns:a="http://schemas.openxmlformats.org/drawingml/2006/main">
              <a:ext uri="{FF2B5EF4-FFF2-40B4-BE49-F238E27FC236}">
                <a16:creationId xmlns:a16="http://schemas.microsoft.com/office/drawing/2014/main" id="{693B13F2-7793-4DCC-9975-F47C969076AB}"/>
              </a:ext>
            </a:extLst>
          </p:cNvPr>
          <p:cNvSpPr>
            <a:spLocks xmlns:a="http://schemas.openxmlformats.org/drawingml/2006/main" noGrp="1"/>
          </p:cNvSpPr>
          <p:nvPr/>
        </p:nvSpPr>
        <p:spPr>
          <a:xfrm xmlns:a="http://schemas.openxmlformats.org/drawingml/2006/main">
            <a:off x="503872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0</a:t>
            </a:r>
          </a:p>
        </p:txBody>
      </p:sp>
      <p:sp>
        <p:nvSpPr>
          <p:cNvPr id="110" name="">
            <a:extLst xmlns:a="http://schemas.openxmlformats.org/drawingml/2006/main">
              <a:ext uri="{FF2B5EF4-FFF2-40B4-BE49-F238E27FC236}">
                <a16:creationId xmlns:a16="http://schemas.microsoft.com/office/drawing/2014/main" id="{C1A4BD03-B9C1-45EE-B9C2-70985860041D}"/>
              </a:ext>
            </a:extLst>
          </p:cNvPr>
          <p:cNvSpPr>
            <a:spLocks xmlns:a="http://schemas.openxmlformats.org/drawingml/2006/main" noGrp="1"/>
          </p:cNvSpPr>
          <p:nvPr/>
        </p:nvSpPr>
        <p:spPr>
          <a:xfrm xmlns:a="http://schemas.openxmlformats.org/drawingml/2006/main">
            <a:off x="7381875" y="4810125"/>
            <a:ext cx="0" cy="38100"/>
          </a:xfrm>
          <a:prstGeom xmlns:a="http://schemas.openxmlformats.org/drawingml/2006/main" prst="line">
            <a:avLst/>
          </a:prstGeom>
          <a:noFill xmlns:a="http://schemas.openxmlformats.org/drawingml/2006/main"/>
          <a:ln xmlns:a="http://schemas.openxmlformats.org/drawingml/2006/main" w="6668">
            <a:solidFill>
              <a:srgbClr val="666666"/>
            </a:solidFill>
            <a:prstDash val="solid"/>
          </a:ln>
        </p:spPr>
      </p:sp>
      <p:sp>
        <p:nvSpPr>
          <p:cNvPr id="111" name="">
            <a:extLst xmlns:a="http://schemas.openxmlformats.org/drawingml/2006/main">
              <a:ext uri="{FF2B5EF4-FFF2-40B4-BE49-F238E27FC236}">
                <a16:creationId xmlns:a16="http://schemas.microsoft.com/office/drawing/2014/main" id="{72A96973-98F3-48FF-9880-349128542850}"/>
              </a:ext>
            </a:extLst>
          </p:cNvPr>
          <p:cNvSpPr>
            <a:spLocks xmlns:a="http://schemas.openxmlformats.org/drawingml/2006/main" noGrp="1"/>
          </p:cNvSpPr>
          <p:nvPr/>
        </p:nvSpPr>
        <p:spPr>
          <a:xfrm xmlns:a="http://schemas.openxmlformats.org/drawingml/2006/main">
            <a:off x="7038975" y="4848225"/>
            <a:ext cx="685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+100</a:t>
            </a:r>
          </a:p>
        </p:txBody>
      </p:sp>
      <p:sp>
        <p:nvSpPr>
          <p:cNvPr id="112" name="">
            <a:extLst xmlns:a="http://schemas.openxmlformats.org/drawingml/2006/main">
              <a:ext uri="{FF2B5EF4-FFF2-40B4-BE49-F238E27FC236}">
                <a16:creationId xmlns:a16="http://schemas.microsoft.com/office/drawing/2014/main" id="{549B3EA1-DF16-4834-8C52-60A11EEB54A9}"/>
              </a:ext>
            </a:extLst>
          </p:cNvPr>
          <p:cNvSpPr>
            <a:spLocks xmlns:a="http://schemas.openxmlformats.org/drawingml/2006/main" noGrp="1"/>
          </p:cNvSpPr>
          <p:nvPr/>
        </p:nvSpPr>
        <p:spPr>
          <a:xfrm xmlns:a="http://schemas.openxmlformats.org/drawingml/2006/main">
            <a:off x="3381375" y="4476750"/>
            <a:ext cx="4000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2496"/>
          </a:bodyPr>
          <a:lstStyle xmlns:a="http://schemas.openxmlformats.org/drawingml/2006/main"/>
          <a:p xmlns:a="http://schemas.openxmlformats.org/drawingml/2006/main">
            <a:pPr algn="ctr">
              <a:lnSpc>
                <a:spcPct val="105000"/>
              </a:lnSpc>
              <a:buNone/>
              <a:defRPr sz="938" b="1" i="0">
                <a:solidFill>
                  <a:srgbClr val="666666"/>
                </a:solidFill>
                <a:latin typeface="Noto Sans JP"/>
                <a:ea typeface="Noto Sans JP"/>
                <a:cs typeface="Noto Sans JP"/>
              </a:defRPr>
            </a:pPr>
            <a:r>
              <a:rPr sz="938" b="1" i="0">
                <a:solidFill>
                  <a:srgbClr val="666666"/>
                </a:solidFill>
                <a:latin typeface="Noto Sans JP"/>
                <a:ea typeface="Noto Sans JP"/>
                <a:cs typeface="Noto Sans JP"/>
              </a:rPr>
              <a:t>Qrh: δs [%], 表示範囲 ±100%</a:t>
            </a:r>
          </a:p>
        </p:txBody>
      </p:sp>
      <p:sp>
        <p:nvSpPr>
          <p:cNvPr id="113" name="">
            <a:extLst xmlns:a="http://schemas.openxmlformats.org/drawingml/2006/main">
              <a:ext uri="{FF2B5EF4-FFF2-40B4-BE49-F238E27FC236}">
                <a16:creationId xmlns:a16="http://schemas.microsoft.com/office/drawing/2014/main" id="{64D5D063-433A-4F85-9E12-556A0E54F80B}"/>
              </a:ext>
            </a:extLst>
          </p:cNvPr>
          <p:cNvSpPr>
            <a:spLocks xmlns:a="http://schemas.openxmlformats.org/drawingml/2006/main" noGrp="1"/>
          </p:cNvSpPr>
          <p:nvPr/>
        </p:nvSpPr>
        <p:spPr>
          <a:xfrm xmlns:a="http://schemas.openxmlformats.org/drawingml/2006/main">
            <a:off x="3381375" y="5010150"/>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3297"/>
          </a:bodyPr>
          <a:lstStyle xmlns:a="http://schemas.openxmlformats.org/drawingml/2006/main"/>
          <a:p xmlns:a="http://schemas.openxmlformats.org/drawingml/2006/main">
            <a:pPr algn="ctr">
              <a:lnSpc>
                <a:spcPct val="105000"/>
              </a:lnSpc>
              <a:buNone/>
              <a:defRPr sz="638" b="0" i="0">
                <a:solidFill>
                  <a:srgbClr val="666666"/>
                </a:solidFill>
                <a:latin typeface="Noto Sans JP"/>
                <a:ea typeface="Noto Sans JP"/>
                <a:cs typeface="Noto Sans JP"/>
              </a:defRPr>
            </a:pPr>
            <a:r>
              <a:rPr sz="638" b="0" i="0">
                <a:solidFill>
                  <a:srgbClr val="666666"/>
                </a:solidFill>
                <a:latin typeface="Noto Sans JP"/>
                <a:ea typeface="Noto Sans JP"/>
                <a:cs typeface="Noto Sans JP"/>
              </a:rPr>
              <a:t>青： 標準COMSOLより低い　赤： 標準COMSOLより高い。統計は未クリップ節点値</a:t>
            </a:r>
          </a:p>
        </p:txBody>
      </p:sp>
      <p:sp>
        <p:nvSpPr>
          <p:cNvPr id="114" name="">
            <a:extLst xmlns:a="http://schemas.openxmlformats.org/drawingml/2006/main">
              <a:ext uri="{FF2B5EF4-FFF2-40B4-BE49-F238E27FC236}">
                <a16:creationId xmlns:a16="http://schemas.microsoft.com/office/drawing/2014/main" id="{CD4025F2-8586-4743-BB5E-E080C7B19AF0}"/>
              </a:ext>
            </a:extLst>
          </p:cNvPr>
          <p:cNvSpPr>
            <a:spLocks xmlns:a="http://schemas.openxmlformats.org/drawingml/2006/main" noGrp="1"/>
          </p:cNvSpPr>
          <p:nvPr/>
        </p:nvSpPr>
        <p:spPr>
          <a:xfrm xmlns:a="http://schemas.openxmlformats.org/drawingml/2006/main">
            <a:off x="7715250" y="4638675"/>
            <a:ext cx="3667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990" b="0" i="0">
                <a:solidFill>
                  <a:srgbClr val="2F2F2F"/>
                </a:solidFill>
                <a:latin typeface="Noto Sans JP"/>
                <a:ea typeface="Noto Sans JP"/>
                <a:cs typeface="Noto Sans JP"/>
              </a:defRPr>
            </a:pPr>
            <a:r>
              <a:rPr sz="990" b="0" i="0">
                <a:solidFill>
                  <a:srgbClr val="2F2F2F"/>
                </a:solidFill>
                <a:latin typeface="Noto Sans JP"/>
                <a:ea typeface="Noto Sans JP"/>
                <a:cs typeface="Noto Sans JP"/>
              </a:rPr>
              <a:t>Qrh≈0の節点では有界差が±100%へ飽和するため、局所色だけでなくRF吸収の体積積分を優先する。</a:t>
            </a:r>
          </a:p>
        </p:txBody>
      </p:sp>
      <p:sp>
        <p:nvSpPr>
          <p:cNvPr id="115" name="">
            <a:extLst xmlns:a="http://schemas.openxmlformats.org/drawingml/2006/main">
              <a:ext uri="{FF2B5EF4-FFF2-40B4-BE49-F238E27FC236}">
                <a16:creationId xmlns:a16="http://schemas.microsoft.com/office/drawing/2014/main" id="{656C52C2-EC04-4E8D-8E18-19152B7369EB}"/>
              </a:ext>
            </a:extLst>
          </p:cNvPr>
          <p:cNvSpPr>
            <a:spLocks xmlns:a="http://schemas.openxmlformats.org/drawingml/2006/main" noGrp="1"/>
          </p:cNvSpPr>
          <p:nvPr/>
        </p:nvSpPr>
        <p:spPr>
          <a:xfrm xmlns:a="http://schemas.openxmlformats.org/drawingml/2006/main">
            <a:off x="3333750" y="5381625"/>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6631"/>
          </a:bodyPr>
          <a:lstStyle xmlns:a="http://schemas.openxmlformats.org/drawingml/2006/main"/>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体積積分の</a:t>
            </a:r>
            <a:r>
              <a:rPr sz="1065" b="1" i="0">
                <a:solidFill>
                  <a:srgbClr val="211441"/>
                </a:solidFill>
                <a:latin typeface="Noto Sans JP"/>
                <a:ea typeface="Noto Sans JP"/>
                <a:cs typeface="Noto Sans JP"/>
              </a:rPr>
              <a:t>標準COMSOL比</a:t>
            </a:r>
            <a:r>
              <a:rPr sz="1065" b="1" i="0">
                <a:solidFill>
                  <a:srgbClr val="211441"/>
                </a:solidFill>
                <a:latin typeface="Noto Sans JP"/>
                <a:ea typeface="Noto Sans JP"/>
                <a:cs typeface="Noto Sans JP"/>
              </a:rPr>
              <a:t>（2T / MC / P1）</a:t>
            </a:r>
          </a:p>
          <a:p xmlns:a="http://schemas.openxmlformats.org/drawingml/2006/main">
            <a:pPr algn="ctr">
              <a:lnSpc>
                <a:spcPct val="105000"/>
              </a:lnSpc>
              <a:buNone/>
              <a:defRPr sz="1065" b="1" i="0">
                <a:solidFill>
                  <a:srgbClr val="211441"/>
                </a:solidFill>
                <a:latin typeface="Noto Sans JP"/>
                <a:ea typeface="Noto Sans JP"/>
                <a:cs typeface="Noto Sans JP"/>
              </a:defRPr>
            </a:pPr>
            <a:r>
              <a:rPr sz="1065" b="1" i="0">
                <a:solidFill>
                  <a:srgbClr val="211441"/>
                </a:solidFill>
                <a:latin typeface="Noto Sans JP"/>
                <a:ea typeface="Noto Sans JP"/>
                <a:cs typeface="Noto Sans JP"/>
              </a:rPr>
              <a:t>+15.5% / +15.5% / +15.5%</a:t>
            </a:r>
          </a:p>
        </p:txBody>
      </p:sp>
      <p:sp>
        <p:nvSpPr>
          <p:cNvPr id="118" name="">
            <a:extLst xmlns:a="http://schemas.openxmlformats.org/drawingml/2006/main">
              <a:ext uri="{FF2B5EF4-FFF2-40B4-BE49-F238E27FC236}">
                <a16:creationId xmlns:a16="http://schemas.microsoft.com/office/drawing/2014/main" id="{181E4F58-2098-4D73-8127-B72B879E0D57}"/>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RF吸収の体積積分は約+15.5%だがコイル電力は同一1500 W。プラズマへの結合効率と空間再配分が変化した。</a:t>
            </a:r>
          </a:p>
        </p:txBody>
      </p:sp>
      <p:sp>
        <p:nvSpPr>
          <p:cNvPr id="119" name="">
            <a:extLst xmlns:a="http://schemas.openxmlformats.org/drawingml/2006/main">
              <a:ext uri="{FF2B5EF4-FFF2-40B4-BE49-F238E27FC236}">
                <a16:creationId xmlns:a16="http://schemas.microsoft.com/office/drawing/2014/main" id="{1285FCB3-C13B-4714-84E8-D861B7AD2515}"/>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fields_common_time.csv; 4545 identical nodes; original COMSOL reference</a:t>
            </a:r>
          </a:p>
        </p:txBody>
      </p:sp>
      <p:sp>
        <p:nvSpPr>
          <p:cNvPr id="124" name="title">
            <a:extLst xmlns:a="http://schemas.openxmlformats.org/drawingml/2006/main">
              <a:ext uri="{FF2B5EF4-FFF2-40B4-BE49-F238E27FC236}">
                <a16:creationId xmlns:a16="http://schemas.microsoft.com/office/drawing/2014/main" id="{6ED413B5-1C23-436C-96D8-1C0CEC1668A2}"/>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標準COMSOLとの差 V：RF吸収密度</a:t>
            </a:r>
          </a:p>
        </p:txBody>
      </p:sp>
      <p:sp>
        <p:nvSpPr>
          <p:cNvPr id="125" name="">
            <a:extLst xmlns:a="http://schemas.openxmlformats.org/drawingml/2006/main">
              <a:ext uri="{FF2B5EF4-FFF2-40B4-BE49-F238E27FC236}">
                <a16:creationId xmlns:a16="http://schemas.microsoft.com/office/drawing/2014/main" id="{A7B4BC48-EC36-4A0E-9D98-CADEE3B609A5}"/>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126" name="section">
            <a:extLst xmlns:a="http://schemas.openxmlformats.org/drawingml/2006/main">
              <a:ext uri="{FF2B5EF4-FFF2-40B4-BE49-F238E27FC236}">
                <a16:creationId xmlns:a16="http://schemas.microsoft.com/office/drawing/2014/main" id="{85B9B3D0-4AA3-48F7-BE57-4C330A274A87}"/>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657551378"/>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3A66E5D-9172-4CAA-B684-2C776A500FEE}"/>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局所統計は4545節点、積分値はCOMSOL </a:t>
            </a:r>
            <a:r>
              <a:rPr sz="1275" b="0" i="0">
                <a:solidFill>
                  <a:srgbClr val="008DB6"/>
                </a:solidFill>
                <a:latin typeface="Noto Sans JP"/>
                <a:ea typeface="Noto Sans JP"/>
                <a:cs typeface="Noto Sans JP"/>
              </a:rPr>
              <a:t>軸対称体積積分</a:t>
            </a:r>
            <a:r>
              <a:rPr sz="1275" b="0" i="0">
                <a:solidFill>
                  <a:srgbClr val="008DB6"/>
                </a:solidFill>
                <a:latin typeface="Noto Sans JP"/>
                <a:ea typeface="Noto Sans JP"/>
                <a:cs typeface="Noto Sans JP"/>
              </a:rPr>
              <a:t>；すべてt = 1 ms</a:t>
            </a:r>
          </a:p>
        </p:txBody>
      </p:sp>
      <p:sp>
        <p:nvSpPr>
          <p:cNvPr id="7" name="">
            <a:extLst xmlns:a="http://schemas.openxmlformats.org/drawingml/2006/main">
              <a:ext uri="{FF2B5EF4-FFF2-40B4-BE49-F238E27FC236}">
                <a16:creationId xmlns:a16="http://schemas.microsoft.com/office/drawing/2014/main" id="{789377D1-9A2B-4DF8-A189-111409F0B23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D7D1385E-B1FF-42BF-B2FF-47B042EB0C4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61</a:t>
            </a:r>
          </a:p>
        </p:txBody>
      </p:sp>
      <p:graphicFrame>
        <p:nvGraphicFramePr>
          <p:cNvPr id="26" name=""/>
          <p:cNvGraphicFramePr/>
          <p:nvPr/>
        </p:nvGraphicFramePr>
        <p:xfrm>
          <a:off xmlns:a="http://schemas.openxmlformats.org/drawingml/2006/main" x="333375" y="1428750"/>
          <a:ext xmlns:a="http://schemas.openxmlformats.org/drawingml/2006/main" cx="11525250" cy="3381375"/>
        </p:xfrm>
        <a:graphic xmlns:a="http://schemas.openxmlformats.org/drawingml/2006/main">
          <a:graphicData uri="http://schemas.openxmlformats.org/drawingml/2006/table">
            <a:tbl>
              <a:tblPr firstRow="1" bandRow="0"/>
              <a:tblGrid>
                <a:gridCol w="809625"/>
                <a:gridCol w="1619250"/>
                <a:gridCol w="1619250"/>
                <a:gridCol w="1619250"/>
                <a:gridCol w="2714625"/>
                <a:gridCol w="3143250"/>
              </a:tblGrid>
              <a:tr h="563563">
                <a:tc>
                  <a:txBody>
                    <a:bodyPr lIns="57150" tIns="38100" rIns="47625" bIns="38100">
                      <a:normAutofit/>
                    </a:bodyPr>
                    <a:lstStyle/>
                    <a:p>
                      <a:pPr algn="l">
                        <a:buNone/>
                      </a:pPr>
                      <a:r>
                        <a:rPr sz="840" b="1">
                          <a:solidFill>
                            <a:srgbClr val="FFFFFF"/>
                          </a:solidFill>
                          <a:latin typeface="Noto Sans JP"/>
                          <a:ea typeface="Noto Sans JP"/>
                          <a:cs typeface="Noto Sans JP"/>
                        </a:rPr>
                        <a:t>物理量</a:t>
                      </a:r>
                    </a:p>
                  </a:txBody>
                  <a:tcPr marL="91440" marR="91440" marT="45720" marB="45720" anchor="ctr">
                    <a:solidFill>
                      <a:srgbClr val="00A6D9"/>
                    </a:solidFill>
                  </a:tcPr>
                </a:tc>
                <a:tc>
                  <a:txBody>
                    <a:bodyPr lIns="57150" tIns="38100" rIns="47625" bIns="38100">
                      <a:normAutofit/>
                    </a:bodyPr>
                    <a:lstStyle/>
                    <a:p>
                      <a:pPr algn="ctr">
                        <a:buNone/>
                      </a:pPr>
                      <a:r>
                        <a:rPr sz="840" b="1">
                          <a:solidFill>
                            <a:srgbClr val="FFFFFF"/>
                          </a:solidFill>
                          <a:latin typeface="Noto Sans JP"/>
                          <a:ea typeface="Noto Sans JP"/>
                          <a:cs typeface="Noto Sans JP"/>
                        </a:rPr>
                        <a:t>two-term 局所中央値／95%点</a:t>
                      </a:r>
                    </a:p>
                  </a:txBody>
                  <a:tcPr marL="91440" marR="91440" marT="45720" marB="45720" anchor="ctr">
                    <a:solidFill>
                      <a:srgbClr val="00A6D9"/>
                    </a:solidFill>
                  </a:tcPr>
                </a:tc>
                <a:tc>
                  <a:txBody>
                    <a:bodyPr lIns="57150" tIns="38100" rIns="47625" bIns="38100">
                      <a:normAutofit/>
                    </a:bodyPr>
                    <a:lstStyle/>
                    <a:p>
                      <a:pPr algn="ctr">
                        <a:buNone/>
                      </a:pPr>
                      <a:r>
                        <a:rPr sz="840" b="1">
                          <a:solidFill>
                            <a:srgbClr val="FFFFFF"/>
                          </a:solidFill>
                          <a:latin typeface="Noto Sans JP"/>
                          <a:ea typeface="Noto Sans JP"/>
                          <a:cs typeface="Noto Sans JP"/>
                        </a:rPr>
                        <a:t>Monte Carlo 局所中央値／95%点</a:t>
                      </a:r>
                    </a:p>
                  </a:txBody>
                  <a:tcPr marL="91440" marR="91440" marT="45720" marB="45720" anchor="ctr">
                    <a:solidFill>
                      <a:srgbClr val="00A6D9"/>
                    </a:solidFill>
                  </a:tcPr>
                </a:tc>
                <a:tc>
                  <a:txBody>
                    <a:bodyPr lIns="57150" tIns="38100" rIns="47625" bIns="38100">
                      <a:normAutofit/>
                    </a:bodyPr>
                    <a:lstStyle/>
                    <a:p>
                      <a:pPr algn="ctr">
                        <a:buNone/>
                      </a:pPr>
                      <a:r>
                        <a:rPr sz="840" b="1">
                          <a:solidFill>
                            <a:srgbClr val="FFFFFF"/>
                          </a:solidFill>
                          <a:latin typeface="Noto Sans JP"/>
                          <a:ea typeface="Noto Sans JP"/>
                          <a:cs typeface="Noto Sans JP"/>
                        </a:rPr>
                        <a:t>propagator 局所中央値／95%点</a:t>
                      </a:r>
                    </a:p>
                  </a:txBody>
                  <a:tcPr marL="91440" marR="91440" marT="45720" marB="45720" anchor="ctr">
                    <a:solidFill>
                      <a:srgbClr val="00A6D9"/>
                    </a:solidFill>
                  </a:tcPr>
                </a:tc>
                <a:tc>
                  <a:txBody>
                    <a:bodyPr lIns="57150" tIns="38100" rIns="47625" bIns="38100">
                      <a:normAutofit/>
                    </a:bodyPr>
                    <a:lstStyle/>
                    <a:p>
                      <a:pPr algn="ctr">
                        <a:buNone/>
                      </a:pPr>
                      <a:r>
                        <a:rPr sz="840" b="1">
                          <a:solidFill>
                            <a:srgbClr val="FFFFFF"/>
                          </a:solidFill>
                          <a:latin typeface="Noto Sans JP"/>
                          <a:ea typeface="Noto Sans JP"/>
                          <a:cs typeface="Noto Sans JP"/>
                        </a:rPr>
                        <a:t>体積積分差 two-term／MC／P1</a:t>
                      </a:r>
                    </a:p>
                  </a:txBody>
                  <a:tcPr marL="91440" marR="91440" marT="45720" marB="45720" anchor="ctr">
                    <a:solidFill>
                      <a:srgbClr val="00A6D9"/>
                    </a:solidFill>
                  </a:tcPr>
                </a:tc>
                <a:tc>
                  <a:txBody>
                    <a:bodyPr lIns="57150" tIns="38100" rIns="47625" bIns="38100">
                      <a:normAutofit/>
                    </a:bodyPr>
                    <a:lstStyle/>
                    <a:p>
                      <a:pPr algn="ctr">
                        <a:buNone/>
                      </a:pPr>
                      <a:r>
                        <a:rPr sz="840" b="1">
                          <a:solidFill>
                            <a:srgbClr val="FFFFFF"/>
                          </a:solidFill>
                          <a:latin typeface="Noto Sans JP"/>
                          <a:ea typeface="Noto Sans JP"/>
                          <a:cs typeface="Noto Sans JP"/>
                        </a:rPr>
                        <a:t>解釈</a:t>
                      </a:r>
                    </a:p>
                  </a:txBody>
                  <a:tcPr marL="91440" marR="91440" marT="45720" marB="45720" anchor="ctr">
                    <a:solidFill>
                      <a:srgbClr val="00A6D9"/>
                    </a:solidFill>
                  </a:tcPr>
                </a:tc>
              </a:tr>
              <a:tr h="563563">
                <a:tc>
                  <a:txBody>
                    <a:bodyPr lIns="57150" tIns="38100" rIns="47625" bIns="38100">
                      <a:normAutofit/>
                    </a:bodyPr>
                    <a:lstStyle/>
                    <a:p>
                      <a:pPr algn="l">
                        <a:buNone/>
                      </a:pPr>
                      <a:r>
                        <a:rPr sz="855" b="1">
                          <a:solidFill>
                            <a:srgbClr val="2F2F2F"/>
                          </a:solidFill>
                          <a:latin typeface="Noto Sans JP"/>
                          <a:ea typeface="Noto Sans JP"/>
                          <a:cs typeface="Noto Sans JP"/>
                        </a:rPr>
                        <a:t>nₑ</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47.6 / 77.9</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47.3 / 77.9</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47.4 / 77.8</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-35.4% / -35.0% / -34.8%</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壁近傍で局所比が増幅</a:t>
                      </a:r>
                    </a:p>
                  </a:txBody>
                  <a:tcPr marL="91440" marR="91440" marT="45720" marB="45720" anchor="ctr">
                    <a:solidFill>
                      <a:srgbClr val="FFFFFF"/>
                    </a:solidFill>
                  </a:tcPr>
                </a:tc>
              </a:tr>
              <a:tr h="563563">
                <a:tc>
                  <a:txBody>
                    <a:bodyPr lIns="57150" tIns="38100" rIns="47625" bIns="38100">
                      <a:normAutofit/>
                    </a:bodyPr>
                    <a:lstStyle/>
                    <a:p>
                      <a:pPr algn="l">
                        <a:buNone/>
                      </a:pPr>
                      <a:r>
                        <a:rPr sz="855" b="1">
                          <a:solidFill>
                            <a:srgbClr val="2F2F2F"/>
                          </a:solidFill>
                          <a:latin typeface="Noto Sans JP"/>
                          <a:ea typeface="Noto Sans JP"/>
                          <a:cs typeface="Noto Sans JP"/>
                        </a:rPr>
                        <a:t>⟨ε⟩</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20.7 / 33.3</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20.4 / 33.0</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20.2 / 32.9</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+46.7% / +46.1% / +45.9%</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全域で正偏差</a:t>
                      </a:r>
                    </a:p>
                  </a:txBody>
                  <a:tcPr marL="91440" marR="91440" marT="45720" marB="45720" anchor="ctr">
                    <a:solidFill>
                      <a:srgbClr val="F1F1F1"/>
                    </a:solidFill>
                  </a:tcPr>
                </a:tc>
              </a:tr>
              <a:tr h="563563">
                <a:tc>
                  <a:txBody>
                    <a:bodyPr lIns="57150" tIns="38100" rIns="47625" bIns="38100">
                      <a:normAutofit/>
                    </a:bodyPr>
                    <a:lstStyle/>
                    <a:p>
                      <a:pPr algn="l">
                        <a:buNone/>
                      </a:pPr>
                      <a:r>
                        <a:rPr sz="855" b="1">
                          <a:solidFill>
                            <a:srgbClr val="2F2F2F"/>
                          </a:solidFill>
                          <a:latin typeface="Noto Sans JP"/>
                          <a:ea typeface="Noto Sans JP"/>
                          <a:cs typeface="Noto Sans JP"/>
                        </a:rPr>
                        <a:t>Ar*</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70.1 / 94.5</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70.9 / 94.7</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70.8 / 94.6</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-45.0% / -45.5% / -45.5%</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標準COMSOL未定常を含む</a:t>
                      </a:r>
                    </a:p>
                  </a:txBody>
                  <a:tcPr marL="91440" marR="91440" marT="45720" marB="45720" anchor="ctr">
                    <a:solidFill>
                      <a:srgbClr val="FFFFFF"/>
                    </a:solidFill>
                  </a:tcPr>
                </a:tc>
              </a:tr>
              <a:tr h="563563">
                <a:tc>
                  <a:txBody>
                    <a:bodyPr lIns="57150" tIns="38100" rIns="47625" bIns="38100">
                      <a:normAutofit/>
                    </a:bodyPr>
                    <a:lstStyle/>
                    <a:p>
                      <a:pPr algn="l">
                        <a:buNone/>
                      </a:pPr>
                      <a:r>
                        <a:rPr sz="855" b="1">
                          <a:solidFill>
                            <a:srgbClr val="2F2F2F"/>
                          </a:solidFill>
                          <a:latin typeface="Noto Sans JP"/>
                          <a:ea typeface="Noto Sans JP"/>
                          <a:cs typeface="Noto Sans JP"/>
                        </a:rPr>
                        <a:t>Ar⁺</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47.7 / 77.9</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47.5 / 77.9</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47.5 / 77.8</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-35.4% / -35.0% / -34.8%</a:t>
                      </a:r>
                    </a:p>
                  </a:txBody>
                  <a:tcPr marL="91440" marR="91440" marT="45720" marB="45720" anchor="ctr">
                    <a:solidFill>
                      <a:srgbClr val="F1F1F1"/>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nₑと共変</a:t>
                      </a:r>
                    </a:p>
                  </a:txBody>
                  <a:tcPr marL="91440" marR="91440" marT="45720" marB="45720" anchor="ctr">
                    <a:solidFill>
                      <a:srgbClr val="F1F1F1"/>
                    </a:solidFill>
                  </a:tcPr>
                </a:tc>
              </a:tr>
              <a:tr h="563563">
                <a:tc>
                  <a:txBody>
                    <a:bodyPr lIns="57150" tIns="38100" rIns="47625" bIns="38100">
                      <a:normAutofit/>
                    </a:bodyPr>
                    <a:lstStyle/>
                    <a:p>
                      <a:pPr algn="l">
                        <a:buNone/>
                      </a:pPr>
                      <a:r>
                        <a:rPr sz="855" b="1">
                          <a:solidFill>
                            <a:srgbClr val="2F2F2F"/>
                          </a:solidFill>
                          <a:latin typeface="Noto Sans JP"/>
                          <a:ea typeface="Noto Sans JP"/>
                          <a:cs typeface="Noto Sans JP"/>
                        </a:rPr>
                        <a:t>Qrh</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32.5 / 98.0</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32.6 / 98.0</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32.4 / 98.0</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+15.5% / +15.5% / +15.5%</a:t>
                      </a:r>
                    </a:p>
                  </a:txBody>
                  <a:tcPr marL="91440" marR="91440" marT="45720" marB="45720" anchor="ctr">
                    <a:solidFill>
                      <a:srgbClr val="FFFFFF"/>
                    </a:solidFill>
                  </a:tcPr>
                </a:tc>
                <a:tc>
                  <a:txBody>
                    <a:bodyPr lIns="57150" tIns="38100" rIns="47625" bIns="38100">
                      <a:normAutofit/>
                    </a:bodyPr>
                    <a:lstStyle/>
                    <a:p>
                      <a:pPr algn="ctr">
                        <a:buNone/>
                      </a:pPr>
                      <a:r>
                        <a:rPr sz="855" b="0">
                          <a:solidFill>
                            <a:srgbClr val="2F2F2F"/>
                          </a:solidFill>
                          <a:latin typeface="Noto Sans JP"/>
                          <a:ea typeface="Noto Sans JP"/>
                          <a:cs typeface="Noto Sans JP"/>
                        </a:rPr>
                        <a:t>0近傍は局所比非頑健</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E38CAC7-E4CD-4E43-BE5C-8D2A88003B0A}"/>
              </a:ext>
            </a:extLst>
          </p:cNvPr>
          <p:cNvSpPr>
            <a:spLocks xmlns:a="http://schemas.openxmlformats.org/drawingml/2006/main" noGrp="1"/>
          </p:cNvSpPr>
          <p:nvPr/>
        </p:nvSpPr>
        <p:spPr>
          <a:xfrm xmlns:a="http://schemas.openxmlformats.org/drawingml/2006/main">
            <a:off x="1333500" y="5067300"/>
            <a:ext cx="95250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11" name="">
            <a:extLst xmlns:a="http://schemas.openxmlformats.org/drawingml/2006/main">
              <a:ext uri="{FF2B5EF4-FFF2-40B4-BE49-F238E27FC236}">
                <a16:creationId xmlns:a16="http://schemas.microsoft.com/office/drawing/2014/main" id="{13F29EAB-008F-4709-82AB-0BEC8618D8E6}"/>
              </a:ext>
            </a:extLst>
          </p:cNvPr>
          <p:cNvSpPr>
            <a:spLocks xmlns:a="http://schemas.openxmlformats.org/drawingml/2006/main" noGrp="1"/>
          </p:cNvSpPr>
          <p:nvPr/>
        </p:nvSpPr>
        <p:spPr>
          <a:xfrm xmlns:a="http://schemas.openxmlformats.org/drawingml/2006/main">
            <a:off x="1333500" y="5067300"/>
            <a:ext cx="704850" cy="571500"/>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519BB27-D8FF-4D5D-8330-9DBBBC20A10D}"/>
              </a:ext>
            </a:extLst>
          </p:cNvPr>
          <p:cNvSpPr>
            <a:spLocks xmlns:a="http://schemas.openxmlformats.org/drawingml/2006/main" noGrp="1"/>
          </p:cNvSpPr>
          <p:nvPr/>
        </p:nvSpPr>
        <p:spPr>
          <a:xfrm xmlns:a="http://schemas.openxmlformats.org/drawingml/2006/main">
            <a:off x="1381125" y="5105400"/>
            <a:ext cx="60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評価指標</a:t>
            </a:r>
          </a:p>
        </p:txBody>
      </p:sp>
      <p:sp>
        <p:nvSpPr>
          <p:cNvPr id="13" name="">
            <a:extLst xmlns:a="http://schemas.openxmlformats.org/drawingml/2006/main">
              <a:ext uri="{FF2B5EF4-FFF2-40B4-BE49-F238E27FC236}">
                <a16:creationId xmlns:a16="http://schemas.microsoft.com/office/drawing/2014/main" id="{C1046BD6-AEBE-4116-BAEC-5E44370F4477}"/>
              </a:ext>
            </a:extLst>
          </p:cNvPr>
          <p:cNvSpPr>
            <a:spLocks xmlns:a="http://schemas.openxmlformats.org/drawingml/2006/main" noGrp="1"/>
          </p:cNvSpPr>
          <p:nvPr/>
        </p:nvSpPr>
        <p:spPr>
          <a:xfrm xmlns:a="http://schemas.openxmlformats.org/drawingml/2006/main">
            <a:off x="2209800" y="5114925"/>
            <a:ext cx="8496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δs=100(x−x_ref)/max(|x|,|x_ref|),   ΔX=100(X−X_ref)/X_ref</a:t>
            </a:r>
          </a:p>
        </p:txBody>
      </p:sp>
      <p:sp>
        <p:nvSpPr>
          <p:cNvPr id="16" name="">
            <a:extLst xmlns:a="http://schemas.openxmlformats.org/drawingml/2006/main">
              <a:ext uri="{FF2B5EF4-FFF2-40B4-BE49-F238E27FC236}">
                <a16:creationId xmlns:a16="http://schemas.microsoft.com/office/drawing/2014/main" id="{AA907503-A6F2-4B6B-83DE-A8EECA247A56}"/>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局所95%点は低信号域で大きくなる。物理判断は絶対分布図・局所差・空間相関・体積積分を組み合わせる。</a:t>
            </a:r>
          </a:p>
        </p:txBody>
      </p:sp>
      <p:sp>
        <p:nvSpPr>
          <p:cNvPr id="17" name="">
            <a:extLst xmlns:a="http://schemas.openxmlformats.org/drawingml/2006/main">
              <a:ext uri="{FF2B5EF4-FFF2-40B4-BE49-F238E27FC236}">
                <a16:creationId xmlns:a16="http://schemas.microsoft.com/office/drawing/2014/main" id="{1B8305B7-C181-4F4E-A5B4-86D8531D0205}"/>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fields_common_time.csv; icp_comparison_summary.csv</a:t>
            </a:r>
          </a:p>
        </p:txBody>
      </p:sp>
      <p:sp>
        <p:nvSpPr>
          <p:cNvPr id="20" name="title">
            <a:extLst xmlns:a="http://schemas.openxmlformats.org/drawingml/2006/main">
              <a:ext uri="{FF2B5EF4-FFF2-40B4-BE49-F238E27FC236}">
                <a16:creationId xmlns:a16="http://schemas.microsoft.com/office/drawing/2014/main" id="{36DB6C97-5622-452F-8044-4F74236BECCE}"/>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ICPの差を局所値と体積積分で評価</a:t>
            </a:r>
          </a:p>
        </p:txBody>
      </p:sp>
      <p:sp>
        <p:nvSpPr>
          <p:cNvPr id="21" name="">
            <a:extLst xmlns:a="http://schemas.openxmlformats.org/drawingml/2006/main">
              <a:ext uri="{FF2B5EF4-FFF2-40B4-BE49-F238E27FC236}">
                <a16:creationId xmlns:a16="http://schemas.microsoft.com/office/drawing/2014/main" id="{79329987-3E0D-43B8-816F-29269427FC7B}"/>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2" name="section">
            <a:extLst xmlns:a="http://schemas.openxmlformats.org/drawingml/2006/main">
              <a:ext uri="{FF2B5EF4-FFF2-40B4-BE49-F238E27FC236}">
                <a16:creationId xmlns:a16="http://schemas.microsoft.com/office/drawing/2014/main" id="{AEAB3915-C73A-4489-8594-C593D6F1318B}"/>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135638857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B5E3F58-F953-464F-83CE-D521C607C573}"/>
              </a:ext>
            </a:extLst>
          </p:cNvPr>
          <p:cNvSpPr>
            <a:spLocks xmlns:a="http://schemas.openxmlformats.org/drawingml/2006/main" noGrp="1"/>
          </p:cNvSpPr>
          <p:nvPr/>
        </p:nvSpPr>
        <p:spPr>
          <a:xfrm xmlns:a="http://schemas.openxmlformats.org/drawingml/2006/main">
            <a:off x="400050" y="895350"/>
            <a:ext cx="1114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t = 1 ms；</a:t>
            </a:r>
            <a:r>
              <a:rPr sz="1275" b="0" i="0">
                <a:solidFill>
                  <a:srgbClr val="008DB6"/>
                </a:solidFill>
                <a:latin typeface="Noto Sans JP"/>
                <a:ea typeface="Noto Sans JP"/>
                <a:cs typeface="Noto Sans JP"/>
              </a:rPr>
              <a:t>標準COMSOLの</a:t>
            </a:r>
            <a:r>
              <a:rPr sz="1275" b="0" i="0">
                <a:solidFill>
                  <a:srgbClr val="008DB6"/>
                </a:solidFill>
                <a:latin typeface="Noto Sans JP"/>
                <a:ea typeface="Noto Sans JP"/>
                <a:cs typeface="Noto Sans JP"/>
              </a:rPr>
              <a:t>保存終端に合わせた</a:t>
            </a:r>
            <a:r>
              <a:rPr sz="1275" b="0" i="0">
                <a:solidFill>
                  <a:srgbClr val="008DB6"/>
                </a:solidFill>
                <a:latin typeface="Noto Sans JP"/>
                <a:ea typeface="Noto Sans JP"/>
                <a:cs typeface="Noto Sans JP"/>
              </a:rPr>
              <a:t>厳密な時刻補間比較</a:t>
            </a:r>
          </a:p>
        </p:txBody>
      </p:sp>
      <p:sp>
        <p:nvSpPr>
          <p:cNvPr id="7" name="">
            <a:extLst xmlns:a="http://schemas.openxmlformats.org/drawingml/2006/main">
              <a:ext uri="{FF2B5EF4-FFF2-40B4-BE49-F238E27FC236}">
                <a16:creationId xmlns:a16="http://schemas.microsoft.com/office/drawing/2014/main" id="{CE69AF96-D50F-4E07-8C4A-B7A0E32AE705}"/>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
            <a:extLst xmlns:a="http://schemas.openxmlformats.org/drawingml/2006/main">
              <a:ext uri="{FF2B5EF4-FFF2-40B4-BE49-F238E27FC236}">
                <a16:creationId xmlns:a16="http://schemas.microsoft.com/office/drawing/2014/main" id="{FB455D68-A68C-43F0-ADDF-05AA536967D8}"/>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62</a:t>
            </a:r>
          </a:p>
        </p:txBody>
      </p:sp>
      <p:graphicFrame>
        <p:nvGraphicFramePr>
          <p:cNvPr id="24" name=""/>
          <p:cNvGraphicFramePr/>
          <p:nvPr/>
        </p:nvGraphicFramePr>
        <p:xfrm>
          <a:off xmlns:a="http://schemas.openxmlformats.org/drawingml/2006/main" x="523875" y="1428750"/>
          <a:ext xmlns:a="http://schemas.openxmlformats.org/drawingml/2006/main" cx="11144250" cy="2381250"/>
        </p:xfrm>
        <a:graphic xmlns:a="http://schemas.openxmlformats.org/drawingml/2006/main">
          <a:graphicData uri="http://schemas.openxmlformats.org/drawingml/2006/table">
            <a:tbl>
              <a:tblPr firstRow="1" bandRow="0"/>
              <a:tblGrid>
                <a:gridCol w="2190750"/>
                <a:gridCol w="2476500"/>
                <a:gridCol w="2095500"/>
                <a:gridCol w="2476500"/>
                <a:gridCol w="1905000"/>
              </a:tblGrid>
              <a:tr h="476250">
                <a:tc>
                  <a:txBody>
                    <a:bodyPr lIns="57150" tIns="38100" rIns="47625" bIns="38100">
                      <a:normAutofit/>
                    </a:bodyPr>
                    <a:lstStyle/>
                    <a:p>
                      <a:pPr algn="l">
                        <a:buNone/>
                      </a:pPr>
                      <a:r>
                        <a:rPr sz="1013" b="1">
                          <a:solidFill>
                            <a:srgbClr val="FFFFFF"/>
                          </a:solidFill>
                          <a:latin typeface="Noto Sans JP"/>
                          <a:ea typeface="Noto Sans JP"/>
                          <a:cs typeface="Noto Sans JP"/>
                        </a:rPr>
                        <a:t>ケース</a:t>
                      </a:r>
                    </a:p>
                  </a:txBody>
                  <a:tcPr marL="91440" marR="91440" marT="45720" marB="45720" anchor="ctr">
                    <a:solidFill>
                      <a:srgbClr val="00A6D9"/>
                    </a:solidFill>
                  </a:tcPr>
                </a:tc>
                <a:tc>
                  <a:txBody>
                    <a:bodyPr lIns="57150" tIns="38100" rIns="47625" bIns="38100">
                      <a:normAutofit/>
                    </a:bodyPr>
                    <a:lstStyle/>
                    <a:p>
                      <a:pPr algn="ctr">
                        <a:buNone/>
                      </a:pPr>
                      <a:r>
                        <a:rPr sz="1013" b="1">
                          <a:solidFill>
                            <a:srgbClr val="FFFFFF"/>
                          </a:solidFill>
                          <a:latin typeface="Noto Sans JP"/>
                          <a:ea typeface="Noto Sans JP"/>
                          <a:cs typeface="Noto Sans JP"/>
                        </a:rPr>
                        <a:t>体積積分電子数</a:t>
                      </a:r>
                    </a:p>
                  </a:txBody>
                  <a:tcPr marL="91440" marR="91440" marT="45720" marB="45720" anchor="ctr">
                    <a:solidFill>
                      <a:srgbClr val="00A6D9"/>
                    </a:solidFill>
                  </a:tcPr>
                </a:tc>
                <a:tc>
                  <a:txBody>
                    <a:bodyPr lIns="57150" tIns="38100" rIns="47625" bIns="38100">
                      <a:normAutofit/>
                    </a:bodyPr>
                    <a:lstStyle/>
                    <a:p>
                      <a:pPr algn="ctr">
                        <a:buNone/>
                      </a:pPr>
                      <a:r>
                        <a:rPr sz="1013" b="1">
                          <a:solidFill>
                            <a:srgbClr val="FFFFFF"/>
                          </a:solidFill>
                          <a:latin typeface="Noto Sans JP"/>
                          <a:ea typeface="Noto Sans JP"/>
                          <a:cs typeface="Noto Sans JP"/>
                        </a:rPr>
                        <a:t>⟨ε⟩ [eV]</a:t>
                      </a:r>
                    </a:p>
                  </a:txBody>
                  <a:tcPr marL="91440" marR="91440" marT="45720" marB="45720" anchor="ctr">
                    <a:solidFill>
                      <a:srgbClr val="00A6D9"/>
                    </a:solidFill>
                  </a:tcPr>
                </a:tc>
                <a:tc>
                  <a:txBody>
                    <a:bodyPr lIns="57150" tIns="38100" rIns="47625" bIns="38100">
                      <a:normAutofit/>
                    </a:bodyPr>
                    <a:lstStyle/>
                    <a:p>
                      <a:pPr algn="ctr">
                        <a:buNone/>
                      </a:pPr>
                      <a:r>
                        <a:rPr sz="1013" b="1">
                          <a:solidFill>
                            <a:srgbClr val="FFFFFF"/>
                          </a:solidFill>
                          <a:latin typeface="Noto Sans JP"/>
                          <a:ea typeface="Noto Sans JP"/>
                          <a:cs typeface="Noto Sans JP"/>
                        </a:rPr>
                        <a:t>体積積分Ar*</a:t>
                      </a:r>
                    </a:p>
                  </a:txBody>
                  <a:tcPr marL="91440" marR="91440" marT="45720" marB="45720" anchor="ctr">
                    <a:solidFill>
                      <a:srgbClr val="00A6D9"/>
                    </a:solidFill>
                  </a:tcPr>
                </a:tc>
                <a:tc>
                  <a:txBody>
                    <a:bodyPr lIns="57150" tIns="38100" rIns="47625" bIns="38100">
                      <a:normAutofit/>
                    </a:bodyPr>
                    <a:lstStyle/>
                    <a:p>
                      <a:pPr algn="ctr">
                        <a:buNone/>
                      </a:pPr>
                      <a:r>
                        <a:rPr sz="1013" b="1">
                          <a:solidFill>
                            <a:srgbClr val="FFFFFF"/>
                          </a:solidFill>
                          <a:latin typeface="Noto Sans JP"/>
                          <a:ea typeface="Noto Sans JP"/>
                          <a:cs typeface="Noto Sans JP"/>
                        </a:rPr>
                        <a:t>RF吸収 [W]</a:t>
                      </a:r>
                    </a:p>
                  </a:txBody>
                  <a:tcPr marL="91440" marR="91440" marT="45720" marB="45720" anchor="ctr">
                    <a:solidFill>
                      <a:srgbClr val="00A6D9"/>
                    </a:solidFill>
                  </a:tcPr>
                </a:tc>
              </a:tr>
              <a:tr h="476250">
                <a:tc>
                  <a:txBody>
                    <a:bodyPr lIns="57150" tIns="38100" rIns="47625" bIns="38100">
                      <a:normAutofit/>
                    </a:bodyPr>
                    <a:lstStyle/>
                    <a:p>
                      <a:pPr algn="l">
                        <a:buNone/>
                      </a:pPr>
                      <a:r>
                        <a:rPr sz="1065" b="1">
                          <a:solidFill>
                            <a:srgbClr val="2F2F2F"/>
                          </a:solidFill>
                          <a:latin typeface="Noto Sans JP"/>
                          <a:ea typeface="Noto Sans JP"/>
                          <a:cs typeface="Noto Sans JP"/>
                        </a:rPr>
                        <a:t>標準COMSOL</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2.943e+14</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5.1246</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5.708e+15</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1206.273</a:t>
                      </a:r>
                    </a:p>
                  </a:txBody>
                  <a:tcPr marL="91440" marR="91440" marT="45720" marB="45720" anchor="ctr">
                    <a:solidFill>
                      <a:srgbClr val="FFFFFF"/>
                    </a:solidFill>
                  </a:tcPr>
                </a:tc>
              </a:tr>
              <a:tr h="476250">
                <a:tc>
                  <a:txBody>
                    <a:bodyPr lIns="57150" tIns="38100" rIns="47625" bIns="38100">
                      <a:normAutofit/>
                    </a:bodyPr>
                    <a:lstStyle/>
                    <a:p>
                      <a:pPr algn="l">
                        <a:buNone/>
                      </a:pPr>
                      <a:r>
                        <a:rPr sz="1065" b="1">
                          <a:solidFill>
                            <a:srgbClr val="2F2F2F"/>
                          </a:solidFill>
                          <a:latin typeface="Noto Sans JP"/>
                          <a:ea typeface="Noto Sans JP"/>
                          <a:cs typeface="Noto Sans JP"/>
                        </a:rPr>
                        <a:t>two-term</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1.901e+14</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7.5192</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3.141e+15</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1392.653</a:t>
                      </a:r>
                    </a:p>
                  </a:txBody>
                  <a:tcPr marL="91440" marR="91440" marT="45720" marB="45720" anchor="ctr">
                    <a:solidFill>
                      <a:srgbClr val="F1F1F1"/>
                    </a:solidFill>
                  </a:tcPr>
                </a:tc>
              </a:tr>
              <a:tr h="476250">
                <a:tc>
                  <a:txBody>
                    <a:bodyPr lIns="57150" tIns="38100" rIns="47625" bIns="38100">
                      <a:normAutofit/>
                    </a:bodyPr>
                    <a:lstStyle/>
                    <a:p>
                      <a:pPr algn="l">
                        <a:buNone/>
                      </a:pPr>
                      <a:r>
                        <a:rPr sz="1065" b="1">
                          <a:solidFill>
                            <a:srgbClr val="2F2F2F"/>
                          </a:solidFill>
                          <a:latin typeface="Noto Sans JP"/>
                          <a:ea typeface="Noto Sans JP"/>
                          <a:cs typeface="Noto Sans JP"/>
                        </a:rPr>
                        <a:t>Monte Carlo</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1.914e+14</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7.4877</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3.108e+15</a:t>
                      </a:r>
                    </a:p>
                  </a:txBody>
                  <a:tcPr marL="91440" marR="91440" marT="45720" marB="45720" anchor="ctr">
                    <a:solidFill>
                      <a:srgbClr val="FFFFFF"/>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1393.035</a:t>
                      </a:r>
                    </a:p>
                  </a:txBody>
                  <a:tcPr marL="91440" marR="91440" marT="45720" marB="45720" anchor="ctr">
                    <a:solidFill>
                      <a:srgbClr val="FFFFFF"/>
                    </a:solidFill>
                  </a:tcPr>
                </a:tc>
              </a:tr>
              <a:tr h="476250">
                <a:tc>
                  <a:txBody>
                    <a:bodyPr lIns="57150" tIns="38100" rIns="47625" bIns="38100">
                      <a:normAutofit/>
                    </a:bodyPr>
                    <a:lstStyle/>
                    <a:p>
                      <a:pPr algn="l">
                        <a:buNone/>
                      </a:pPr>
                      <a:r>
                        <a:rPr sz="1065" b="1">
                          <a:solidFill>
                            <a:srgbClr val="2F2F2F"/>
                          </a:solidFill>
                          <a:latin typeface="Noto Sans JP"/>
                          <a:ea typeface="Noto Sans JP"/>
                          <a:cs typeface="Noto Sans JP"/>
                        </a:rPr>
                        <a:t>propagator P1</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1.919e+14</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7.4757</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3.110e+15</a:t>
                      </a:r>
                    </a:p>
                  </a:txBody>
                  <a:tcPr marL="91440" marR="91440" marT="45720" marB="45720" anchor="ctr">
                    <a:solidFill>
                      <a:srgbClr val="F1F1F1"/>
                    </a:solidFill>
                  </a:tcPr>
                </a:tc>
                <a:tc>
                  <a:txBody>
                    <a:bodyPr lIns="57150" tIns="38100" rIns="47625" bIns="38100">
                      <a:normAutofit/>
                    </a:bodyPr>
                    <a:lstStyle/>
                    <a:p>
                      <a:pPr algn="ctr">
                        <a:buNone/>
                      </a:pPr>
                      <a:r>
                        <a:rPr sz="1065" b="0">
                          <a:solidFill>
                            <a:srgbClr val="2F2F2F"/>
                          </a:solidFill>
                          <a:latin typeface="Noto Sans JP"/>
                          <a:ea typeface="Noto Sans JP"/>
                          <a:cs typeface="Noto Sans JP"/>
                        </a:rPr>
                        <a:t>1393.180</a:t>
                      </a:r>
                    </a:p>
                  </a:txBody>
                  <a:tcPr marL="91440" marR="91440" marT="45720" marB="45720" anchor="ctr">
                    <a:solidFill>
                      <a:srgbClr val="F1F1F1"/>
                    </a:solidFill>
                  </a:tcPr>
                </a:tc>
              </a:tr>
            </a:tbl>
          </a:graphicData>
        </a:graphic>
      </p:graphicFrame>
      <p:graphicFrame>
        <p:nvGraphicFramePr>
          <p:cNvPr id="25" name="Chart"/>
          <p:cNvGraphicFramePr/>
          <p:nvPr/>
        </p:nvGraphicFramePr>
        <p:xfrm>
          <a:off xmlns:a="http://schemas.openxmlformats.org/drawingml/2006/main" x="1143000" y="3952875"/>
          <a:ext xmlns:a="http://schemas.openxmlformats.org/drawingml/2006/main" cx="9906000" cy="1762125"/>
        </p:xfrm>
        <a:graphic xmlns:a="http://schemas.openxmlformats.org/drawingml/2006/main">
          <a:graphicData uri="http://schemas.openxmlformats.org/drawingml/2006/chart">
            <c:chart xmlns:r="http://schemas.openxmlformats.org/officeDocument/2006/relationships" xmlns:c="http://schemas.openxmlformats.org/drawingml/2006/chart" r:id="R15f7b028a8fb4788"/>
          </a:graphicData>
        </a:graphic>
      </p:graphicFrame>
      <p:sp>
        <p:nvSpPr>
          <p:cNvPr id="13" name="">
            <a:extLst xmlns:a="http://schemas.openxmlformats.org/drawingml/2006/main">
              <a:ext uri="{FF2B5EF4-FFF2-40B4-BE49-F238E27FC236}">
                <a16:creationId xmlns:a16="http://schemas.microsoft.com/office/drawing/2014/main" id="{59CD437E-FA8C-4C11-A948-253D34FC1B67}"/>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Swarm 3手法は互いに近い一方、標準COMSOLからは電子数−35%、⟨ε⟩+46%、NAr*−45%、RF吸収の体積積分+15.5%。</a:t>
            </a:r>
          </a:p>
        </p:txBody>
      </p:sp>
      <p:sp>
        <p:nvSpPr>
          <p:cNvPr id="14" name="">
            <a:extLst xmlns:a="http://schemas.openxmlformats.org/drawingml/2006/main">
              <a:ext uri="{FF2B5EF4-FFF2-40B4-BE49-F238E27FC236}">
                <a16:creationId xmlns:a16="http://schemas.microsoft.com/office/drawing/2014/main" id="{9997005A-A824-4DE9-AA80-F2F95C939F70}"/>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comsol_model_comparison/icp_comparison_summary.csv</a:t>
            </a:r>
          </a:p>
        </p:txBody>
      </p:sp>
      <p:sp>
        <p:nvSpPr>
          <p:cNvPr id="18" name="title">
            <a:extLst xmlns:a="http://schemas.openxmlformats.org/drawingml/2006/main">
              <a:ext uri="{FF2B5EF4-FFF2-40B4-BE49-F238E27FC236}">
                <a16:creationId xmlns:a16="http://schemas.microsoft.com/office/drawing/2014/main" id="{4288FF0C-F010-4CDF-A8E6-9525F7202495}"/>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ICP同時刻の積分量：標準COMSOLと3手法</a:t>
            </a:r>
          </a:p>
        </p:txBody>
      </p:sp>
      <p:sp>
        <p:nvSpPr>
          <p:cNvPr id="19" name="">
            <a:extLst xmlns:a="http://schemas.openxmlformats.org/drawingml/2006/main">
              <a:ext uri="{FF2B5EF4-FFF2-40B4-BE49-F238E27FC236}">
                <a16:creationId xmlns:a16="http://schemas.microsoft.com/office/drawing/2014/main" id="{EF255BD0-D97A-4D21-BF7F-92C8D9E8A23C}"/>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0" name="section">
            <a:extLst xmlns:a="http://schemas.openxmlformats.org/drawingml/2006/main">
              <a:ext uri="{FF2B5EF4-FFF2-40B4-BE49-F238E27FC236}">
                <a16:creationId xmlns:a16="http://schemas.microsoft.com/office/drawing/2014/main" id="{ABDEC439-D554-4405-B430-77FE7648DB7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1287737205"/>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2F4C29-F9F4-4FD2-97F2-C03D2B05157D}"/>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85CAA21A-CC8E-4199-BF97-B05289CB0CCD}"/>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63</a:t>
            </a:r>
          </a:p>
        </p:txBody>
      </p:sp>
      <p:graphicFrame>
        <p:nvGraphicFramePr>
          <p:cNvPr id="23" name="Chart"/>
          <p:cNvGraphicFramePr/>
          <p:nvPr/>
        </p:nvGraphicFramePr>
        <p:xfrm>
          <a:off xmlns:a="http://schemas.openxmlformats.org/drawingml/2006/main" x="428625" y="1428750"/>
          <a:ext xmlns:a="http://schemas.openxmlformats.org/drawingml/2006/main" cx="5572125" cy="3524250"/>
        </p:xfrm>
        <a:graphic xmlns:a="http://schemas.openxmlformats.org/drawingml/2006/main">
          <a:graphicData uri="http://schemas.openxmlformats.org/drawingml/2006/chart">
            <c:chart xmlns:r="http://schemas.openxmlformats.org/officeDocument/2006/relationships" xmlns:c="http://schemas.openxmlformats.org/drawingml/2006/chart" r:id="Rfd1aeec34ef74e29"/>
          </a:graphicData>
        </a:graphic>
      </p:graphicFrame>
      <p:graphicFrame>
        <p:nvGraphicFramePr>
          <p:cNvPr id="24" name="Chart"/>
          <p:cNvGraphicFramePr/>
          <p:nvPr/>
        </p:nvGraphicFramePr>
        <p:xfrm>
          <a:off xmlns:a="http://schemas.openxmlformats.org/drawingml/2006/main" x="6191250" y="1428750"/>
          <a:ext xmlns:a="http://schemas.openxmlformats.org/drawingml/2006/main" cx="5572125" cy="3524250"/>
        </p:xfrm>
        <a:graphic xmlns:a="http://schemas.openxmlformats.org/drawingml/2006/main">
          <a:graphicData uri="http://schemas.openxmlformats.org/drawingml/2006/chart">
            <c:chart xmlns:r="http://schemas.openxmlformats.org/officeDocument/2006/relationships" xmlns:c="http://schemas.openxmlformats.org/drawingml/2006/chart" r:id="Re93849de0796483a"/>
          </a:graphicData>
        </a:graphic>
      </p:graphicFrame>
      <p:sp>
        <p:nvSpPr>
          <p:cNvPr id="10" name="">
            <a:extLst xmlns:a="http://schemas.openxmlformats.org/drawingml/2006/main">
              <a:ext uri="{FF2B5EF4-FFF2-40B4-BE49-F238E27FC236}">
                <a16:creationId xmlns:a16="http://schemas.microsoft.com/office/drawing/2014/main" id="{3DA4FAC9-0008-4575-BCD5-292C9EE2630F}"/>
              </a:ext>
            </a:extLst>
          </p:cNvPr>
          <p:cNvSpPr>
            <a:spLocks xmlns:a="http://schemas.openxmlformats.org/drawingml/2006/main" noGrp="1"/>
          </p:cNvSpPr>
          <p:nvPr/>
        </p:nvSpPr>
        <p:spPr>
          <a:xfrm xmlns:a="http://schemas.openxmlformats.org/drawingml/2006/main">
            <a:off x="1857375" y="5238750"/>
            <a:ext cx="847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lnSpc>
                <a:spcPct val="105000"/>
              </a:lnSpc>
              <a:buNone/>
              <a:defRPr sz="1350" b="1" i="0">
                <a:solidFill>
                  <a:srgbClr val="D43C3C"/>
                </a:solidFill>
                <a:latin typeface="Noto Sans JP"/>
                <a:ea typeface="Noto Sans JP"/>
                <a:cs typeface="Noto Sans JP"/>
              </a:defRPr>
            </a:pPr>
            <a:r>
              <a:rPr sz="1350" b="1" i="0">
                <a:solidFill>
                  <a:srgbClr val="D43C3C"/>
                </a:solidFill>
                <a:latin typeface="Noto Sans JP"/>
                <a:ea typeface="Noto Sans JP"/>
                <a:cs typeface="Noto Sans JP"/>
              </a:rPr>
              <a:t>標準Maxwell型</a:t>
            </a:r>
            <a:r>
              <a:rPr sz="1350" b="1" i="0">
                <a:solidFill>
                  <a:srgbClr val="D43C3C"/>
                </a:solidFill>
                <a:latin typeface="Noto Sans JP"/>
                <a:ea typeface="Noto Sans JP"/>
                <a:cs typeface="Noto Sans JP"/>
              </a:rPr>
              <a:t>は1 msで終了：Ar* </a:t>
            </a:r>
            <a:r>
              <a:rPr sz="1350" b="1" i="0">
                <a:solidFill>
                  <a:srgbClr val="D43C3C"/>
                </a:solidFill>
                <a:latin typeface="Noto Sans JP"/>
                <a:ea typeface="Noto Sans JP"/>
                <a:cs typeface="Noto Sans JP"/>
              </a:rPr>
              <a:t>隣接時刻変化</a:t>
            </a:r>
            <a:r>
              <a:rPr sz="1350" b="1" i="0">
                <a:solidFill>
                  <a:srgbClr val="D43C3C"/>
                </a:solidFill>
                <a:latin typeface="Noto Sans JP"/>
                <a:ea typeface="Noto Sans JP"/>
                <a:cs typeface="Noto Sans JP"/>
              </a:rPr>
              <a:t> 11.54% &gt; </a:t>
            </a:r>
            <a:r>
              <a:rPr sz="1350" b="1" i="0">
                <a:solidFill>
                  <a:srgbClr val="D43C3C"/>
                </a:solidFill>
                <a:latin typeface="Noto Sans JP"/>
                <a:ea typeface="Noto Sans JP"/>
                <a:cs typeface="Noto Sans JP"/>
              </a:rPr>
              <a:t>判定閾値3%</a:t>
            </a:r>
          </a:p>
        </p:txBody>
      </p:sp>
      <p:sp>
        <p:nvSpPr>
          <p:cNvPr id="13" name="">
            <a:extLst xmlns:a="http://schemas.openxmlformats.org/drawingml/2006/main">
              <a:ext uri="{FF2B5EF4-FFF2-40B4-BE49-F238E27FC236}">
                <a16:creationId xmlns:a16="http://schemas.microsoft.com/office/drawing/2014/main" id="{E9C7F568-BDE3-4927-A8BE-8D748C7882B2}"/>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標準Maxwell型の1 ms値</a:t>
            </a:r>
            <a:r>
              <a:rPr sz="1275" b="1" i="0">
                <a:solidFill>
                  <a:srgbClr val="6DBB20"/>
                </a:solidFill>
                <a:latin typeface="Noto Sans JP"/>
                <a:ea typeface="Noto Sans JP"/>
                <a:cs typeface="Noto Sans JP"/>
              </a:rPr>
              <a:t>は</a:t>
            </a:r>
            <a:r>
              <a:rPr sz="1275" b="1" i="0">
                <a:solidFill>
                  <a:srgbClr val="6DBB20"/>
                </a:solidFill>
                <a:latin typeface="Noto Sans JP"/>
                <a:ea typeface="Noto Sans JP"/>
                <a:cs typeface="Noto Sans JP"/>
              </a:rPr>
              <a:t>同時刻比較</a:t>
            </a:r>
            <a:r>
              <a:rPr sz="1275" b="1" i="0">
                <a:solidFill>
                  <a:srgbClr val="6DBB20"/>
                </a:solidFill>
                <a:latin typeface="Noto Sans JP"/>
                <a:ea typeface="Noto Sans JP"/>
                <a:cs typeface="Noto Sans JP"/>
              </a:rPr>
              <a:t>には使えるが、</a:t>
            </a:r>
            <a:r>
              <a:rPr sz="1275" b="1" i="0">
                <a:solidFill>
                  <a:srgbClr val="6DBB20"/>
                </a:solidFill>
                <a:latin typeface="Noto Sans JP"/>
                <a:ea typeface="Noto Sans JP"/>
                <a:cs typeface="Noto Sans JP"/>
              </a:rPr>
              <a:t>定常到達の基準</a:t>
            </a:r>
            <a:r>
              <a:rPr sz="1275" b="1" i="0">
                <a:solidFill>
                  <a:srgbClr val="6DBB20"/>
                </a:solidFill>
                <a:latin typeface="Noto Sans JP"/>
                <a:ea typeface="Noto Sans JP"/>
                <a:cs typeface="Noto Sans JP"/>
              </a:rPr>
              <a:t>ではない。</a:t>
            </a:r>
          </a:p>
        </p:txBody>
      </p:sp>
      <p:sp>
        <p:nvSpPr>
          <p:cNvPr id="14" name="">
            <a:extLst xmlns:a="http://schemas.openxmlformats.org/drawingml/2006/main">
              <a:ext uri="{FF2B5EF4-FFF2-40B4-BE49-F238E27FC236}">
                <a16:creationId xmlns:a16="http://schemas.microsoft.com/office/drawing/2014/main" id="{027A0A0D-94CC-486A-BC79-B5C874197B13}"/>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comparison_exports/*/volume_time_series.csv; icp_stationarity_summary.csv</a:t>
            </a:r>
          </a:p>
        </p:txBody>
      </p:sp>
      <p:sp>
        <p:nvSpPr>
          <p:cNvPr id="18" name="title">
            <a:extLst xmlns:a="http://schemas.openxmlformats.org/drawingml/2006/main">
              <a:ext uri="{FF2B5EF4-FFF2-40B4-BE49-F238E27FC236}">
                <a16:creationId xmlns:a16="http://schemas.microsoft.com/office/drawing/2014/main" id="{4E5490E7-4C51-4C3F-865D-9A5406F6EAB4}"/>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ICP過渡応答：1 ms比較と定常到達</a:t>
            </a:r>
          </a:p>
        </p:txBody>
      </p:sp>
      <p:sp>
        <p:nvSpPr>
          <p:cNvPr id="19" name="">
            <a:extLst xmlns:a="http://schemas.openxmlformats.org/drawingml/2006/main">
              <a:ext uri="{FF2B5EF4-FFF2-40B4-BE49-F238E27FC236}">
                <a16:creationId xmlns:a16="http://schemas.microsoft.com/office/drawing/2014/main" id="{812F7499-C5F1-4DF4-8CAD-75EF53CCAB48}"/>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0" name="section">
            <a:extLst xmlns:a="http://schemas.openxmlformats.org/drawingml/2006/main">
              <a:ext uri="{FF2B5EF4-FFF2-40B4-BE49-F238E27FC236}">
                <a16:creationId xmlns:a16="http://schemas.microsoft.com/office/drawing/2014/main" id="{5A6F3B3B-A18C-4108-850D-CF784AA5D55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2050005963"/>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AE4074-8F51-422A-86C8-1A37C8EFD02B}"/>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C182C86A-83F5-43C8-A8B5-745210573895}"/>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64</a:t>
            </a:r>
          </a:p>
        </p:txBody>
      </p:sp>
      <p:graphicFrame>
        <p:nvGraphicFramePr>
          <p:cNvPr id="23" name="Chart"/>
          <p:cNvGraphicFramePr/>
          <p:nvPr/>
        </p:nvGraphicFramePr>
        <p:xfrm>
          <a:off xmlns:a="http://schemas.openxmlformats.org/drawingml/2006/main" x="523875" y="142875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eb380febd2aa439d"/>
          </a:graphicData>
        </a:graphic>
      </p:graphicFrame>
      <p:sp>
        <p:nvSpPr>
          <p:cNvPr id="9" name="">
            <a:extLst xmlns:a="http://schemas.openxmlformats.org/drawingml/2006/main">
              <a:ext uri="{FF2B5EF4-FFF2-40B4-BE49-F238E27FC236}">
                <a16:creationId xmlns:a16="http://schemas.microsoft.com/office/drawing/2014/main" id="{2D2E89AD-74D8-4090-A306-53C94023EA26}"/>
              </a:ext>
            </a:extLst>
          </p:cNvPr>
          <p:cNvSpPr>
            <a:spLocks xmlns:a="http://schemas.openxmlformats.org/drawingml/2006/main" noGrp="1"/>
          </p:cNvSpPr>
          <p:nvPr/>
        </p:nvSpPr>
        <p:spPr>
          <a:xfrm xmlns:a="http://schemas.openxmlformats.org/drawingml/2006/main">
            <a:off x="8620125" y="16192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5238"/>
          </a:bodyPr>
          <a:lstStyle xmlns:a="http://schemas.openxmlformats.org/drawingml/2006/main"/>
          <a:p xmlns:a="http://schemas.openxmlformats.org/drawingml/2006/main">
            <a:pPr algn="ctr">
              <a:lnSpc>
                <a:spcPct val="105000"/>
              </a:lnSpc>
              <a:buNone/>
              <a:defRPr sz="1500" b="1" i="0">
                <a:solidFill>
                  <a:srgbClr val="211441"/>
                </a:solidFill>
                <a:latin typeface="Noto Sans JP"/>
                <a:ea typeface="Noto Sans JP"/>
                <a:cs typeface="Noto Sans JP"/>
              </a:defRPr>
            </a:pPr>
            <a:r>
              <a:rPr sz="1500" b="1" i="0">
                <a:solidFill>
                  <a:srgbClr val="211441"/>
                </a:solidFill>
                <a:latin typeface="Noto Sans JP"/>
                <a:ea typeface="Noto Sans JP"/>
                <a:cs typeface="Noto Sans JP"/>
              </a:rPr>
              <a:t>物理的意味</a:t>
            </a:r>
          </a:p>
        </p:txBody>
      </p:sp>
      <p:sp>
        <p:nvSpPr>
          <p:cNvPr id="10" name="">
            <a:extLst xmlns:a="http://schemas.openxmlformats.org/drawingml/2006/main">
              <a:ext uri="{FF2B5EF4-FFF2-40B4-BE49-F238E27FC236}">
                <a16:creationId xmlns:a16="http://schemas.microsoft.com/office/drawing/2014/main" id="{0F96E049-50E0-4E8D-983F-DA3577761078}"/>
              </a:ext>
            </a:extLst>
          </p:cNvPr>
          <p:cNvSpPr>
            <a:spLocks xmlns:a="http://schemas.openxmlformats.org/drawingml/2006/main" noGrp="1"/>
          </p:cNvSpPr>
          <p:nvPr/>
        </p:nvSpPr>
        <p:spPr>
          <a:xfrm xmlns:a="http://schemas.openxmlformats.org/drawingml/2006/main">
            <a:off x="8572500" y="2143125"/>
            <a:ext cx="26193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500" b="1" i="0">
                <a:solidFill>
                  <a:srgbClr val="2F2F2F"/>
                </a:solidFill>
                <a:latin typeface="Noto Sans JP"/>
                <a:ea typeface="Noto Sans JP"/>
                <a:cs typeface="Noto Sans JP"/>
              </a:defRPr>
            </a:pPr>
            <a:r>
              <a:rPr sz="1500" b="1" i="0">
                <a:solidFill>
                  <a:srgbClr val="2F2F2F"/>
                </a:solidFill>
                <a:latin typeface="Noto Sans JP"/>
                <a:ea typeface="Noto Sans JP"/>
                <a:cs typeface="Noto Sans JP"/>
              </a:rPr>
              <a:t>⟨ε⟩ +45.9–46.7%</a:t>
            </a:r>
          </a:p>
          <a:p xmlns:a="http://schemas.openxmlformats.org/drawingml/2006/main">
            <a:r>
              <a:t/>
            </a:r>
          </a:p>
          <a:p xmlns:a="http://schemas.openxmlformats.org/drawingml/2006/main">
            <a:pPr algn="ctr">
              <a:lnSpc>
                <a:spcPct val="105000"/>
              </a:lnSpc>
              <a:buNone/>
              <a:defRPr sz="1500" b="1" i="0">
                <a:solidFill>
                  <a:srgbClr val="2F2F2F"/>
                </a:solidFill>
                <a:latin typeface="Noto Sans JP"/>
                <a:ea typeface="Noto Sans JP"/>
                <a:cs typeface="Noto Sans JP"/>
              </a:defRPr>
            </a:pPr>
            <a:r>
              <a:rPr sz="1500" b="1" i="0">
                <a:solidFill>
                  <a:srgbClr val="2F2F2F"/>
                </a:solidFill>
                <a:latin typeface="Noto Sans JP"/>
                <a:ea typeface="Noto Sans JP"/>
                <a:cs typeface="Noto Sans JP"/>
              </a:rPr>
              <a:t>電子数 −34.8–35.4%</a:t>
            </a:r>
          </a:p>
          <a:p xmlns:a="http://schemas.openxmlformats.org/drawingml/2006/main">
            <a:r>
              <a:t/>
            </a:r>
          </a:p>
          <a:p xmlns:a="http://schemas.openxmlformats.org/drawingml/2006/main">
            <a:pPr algn="ctr">
              <a:lnSpc>
                <a:spcPct val="105000"/>
              </a:lnSpc>
              <a:buNone/>
              <a:defRPr sz="1500" b="1" i="0">
                <a:solidFill>
                  <a:srgbClr val="2F2F2F"/>
                </a:solidFill>
                <a:latin typeface="Noto Sans JP"/>
                <a:ea typeface="Noto Sans JP"/>
                <a:cs typeface="Noto Sans JP"/>
              </a:defRPr>
            </a:pPr>
            <a:r>
              <a:rPr sz="1500" b="1" i="0">
                <a:solidFill>
                  <a:srgbClr val="2F2F2F"/>
                </a:solidFill>
                <a:latin typeface="Noto Sans JP"/>
                <a:ea typeface="Noto Sans JP"/>
                <a:cs typeface="Noto Sans JP"/>
              </a:rPr>
              <a:t>Ar* −44.9–45.5%</a:t>
            </a:r>
          </a:p>
          <a:p xmlns:a="http://schemas.openxmlformats.org/drawingml/2006/main">
            <a:r>
              <a:t/>
            </a:r>
          </a:p>
          <a:p xmlns:a="http://schemas.openxmlformats.org/drawingml/2006/main">
            <a:pPr algn="ctr">
              <a:lnSpc>
                <a:spcPct val="105000"/>
              </a:lnSpc>
              <a:buNone/>
              <a:defRPr sz="1500" b="1" i="0">
                <a:solidFill>
                  <a:srgbClr val="2F2F2F"/>
                </a:solidFill>
                <a:latin typeface="Noto Sans JP"/>
                <a:ea typeface="Noto Sans JP"/>
                <a:cs typeface="Noto Sans JP"/>
              </a:defRPr>
            </a:pPr>
            <a:r>
              <a:rPr sz="1500" b="1" i="0">
                <a:solidFill>
                  <a:srgbClr val="2F2F2F"/>
                </a:solidFill>
                <a:latin typeface="Noto Sans JP"/>
                <a:ea typeface="Noto Sans JP"/>
                <a:cs typeface="Noto Sans JP"/>
              </a:rPr>
              <a:t>RF吸収の体積積分 +15.45–15.49%</a:t>
            </a:r>
          </a:p>
        </p:txBody>
      </p:sp>
      <p:sp>
        <p:nvSpPr>
          <p:cNvPr id="11" name="">
            <a:extLst xmlns:a="http://schemas.openxmlformats.org/drawingml/2006/main">
              <a:ext uri="{FF2B5EF4-FFF2-40B4-BE49-F238E27FC236}">
                <a16:creationId xmlns:a16="http://schemas.microsoft.com/office/drawing/2014/main" id="{EFE8C4CB-2B45-4044-B8D7-D337F2F7A57C}"/>
              </a:ext>
            </a:extLst>
          </p:cNvPr>
          <p:cNvSpPr>
            <a:spLocks xmlns:a="http://schemas.openxmlformats.org/drawingml/2006/main" noGrp="1"/>
          </p:cNvSpPr>
          <p:nvPr/>
        </p:nvSpPr>
        <p:spPr>
          <a:xfrm xmlns:a="http://schemas.openxmlformats.org/drawingml/2006/main">
            <a:off x="8572500" y="4667250"/>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85343"/>
          </a:bodyPr>
          <a:lstStyle xmlns:a="http://schemas.openxmlformats.org/drawingml/2006/main"/>
          <a:p xmlns:a="http://schemas.openxmlformats.org/drawingml/2006/main">
            <a:pPr algn="ctr">
              <a:lnSpc>
                <a:spcPct val="105000"/>
              </a:lnSpc>
              <a:buNone/>
              <a:defRPr sz="1238" b="0" i="0">
                <a:solidFill>
                  <a:srgbClr val="D43C3C"/>
                </a:solidFill>
                <a:latin typeface="Noto Sans JP"/>
                <a:ea typeface="Noto Sans JP"/>
                <a:cs typeface="Noto Sans JP"/>
              </a:defRPr>
            </a:pPr>
            <a:r>
              <a:rPr sz="1238" b="0" i="0">
                <a:solidFill>
                  <a:srgbClr val="D43C3C"/>
                </a:solidFill>
                <a:latin typeface="Noto Sans JP"/>
                <a:ea typeface="Noto Sans JP"/>
                <a:cs typeface="Noto Sans JP"/>
              </a:rPr>
              <a:t>非Maxwell型EEDFの高エネルギー尾部</a:t>
            </a:r>
            <a:r>
              <a:rPr sz="1238" b="0" i="0">
                <a:solidFill>
                  <a:srgbClr val="D43C3C"/>
                </a:solidFill>
                <a:latin typeface="Noto Sans JP"/>
                <a:ea typeface="Noto Sans JP"/>
                <a:cs typeface="Noto Sans JP"/>
              </a:rPr>
              <a:t>と輸送の</a:t>
            </a:r>
          </a:p>
          <a:p xmlns:a="http://schemas.openxmlformats.org/drawingml/2006/main">
            <a:pPr algn="ctr">
              <a:lnSpc>
                <a:spcPct val="105000"/>
              </a:lnSpc>
              <a:buNone/>
              <a:defRPr sz="1238" b="0" i="0">
                <a:solidFill>
                  <a:srgbClr val="D43C3C"/>
                </a:solidFill>
                <a:latin typeface="Noto Sans JP"/>
                <a:ea typeface="Noto Sans JP"/>
                <a:cs typeface="Noto Sans JP"/>
              </a:defRPr>
            </a:pPr>
            <a:r>
              <a:rPr sz="1238" b="0" i="0">
                <a:solidFill>
                  <a:srgbClr val="D43C3C"/>
                </a:solidFill>
                <a:latin typeface="Noto Sans JP"/>
                <a:ea typeface="Noto Sans JP"/>
                <a:cs typeface="Noto Sans JP"/>
              </a:rPr>
              <a:t>自己整合差が密度・励起種・</a:t>
            </a:r>
          </a:p>
          <a:p xmlns:a="http://schemas.openxmlformats.org/drawingml/2006/main">
            <a:pPr algn="ctr">
              <a:lnSpc>
                <a:spcPct val="105000"/>
              </a:lnSpc>
              <a:buNone/>
              <a:defRPr sz="1238" b="0" i="0">
                <a:solidFill>
                  <a:srgbClr val="D43C3C"/>
                </a:solidFill>
                <a:latin typeface="Noto Sans JP"/>
                <a:ea typeface="Noto Sans JP"/>
                <a:cs typeface="Noto Sans JP"/>
              </a:defRPr>
            </a:pPr>
            <a:r>
              <a:rPr sz="1238" b="0" i="0">
                <a:solidFill>
                  <a:srgbClr val="D43C3C"/>
                </a:solidFill>
                <a:latin typeface="Noto Sans JP"/>
                <a:ea typeface="Noto Sans JP"/>
                <a:cs typeface="Noto Sans JP"/>
              </a:rPr>
              <a:t>RF吸収へ伝播。</a:t>
            </a:r>
          </a:p>
        </p:txBody>
      </p:sp>
      <p:sp>
        <p:nvSpPr>
          <p:cNvPr id="14" name="">
            <a:extLst xmlns:a="http://schemas.openxmlformats.org/drawingml/2006/main">
              <a:ext uri="{FF2B5EF4-FFF2-40B4-BE49-F238E27FC236}">
                <a16:creationId xmlns:a16="http://schemas.microsoft.com/office/drawing/2014/main" id="{36C6595F-E858-47A1-9C56-2AABF97584DD}"/>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このケースの主要モデル差はSwarm 3手法間ではなく、Maxwell型対EEDF参照表。</a:t>
            </a:r>
          </a:p>
        </p:txBody>
      </p:sp>
      <p:sp>
        <p:nvSpPr>
          <p:cNvPr id="15" name="">
            <a:extLst xmlns:a="http://schemas.openxmlformats.org/drawingml/2006/main">
              <a:ext uri="{FF2B5EF4-FFF2-40B4-BE49-F238E27FC236}">
                <a16:creationId xmlns:a16="http://schemas.microsoft.com/office/drawing/2014/main" id="{CA06AE61-99F5-48C2-8B98-D7195F2D7DFF}"/>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icp_comparison_summary.csv (common_time_exact, 0.001 s)</a:t>
            </a:r>
          </a:p>
        </p:txBody>
      </p:sp>
      <p:sp>
        <p:nvSpPr>
          <p:cNvPr id="18" name="title">
            <a:extLst xmlns:a="http://schemas.openxmlformats.org/drawingml/2006/main">
              <a:ext uri="{FF2B5EF4-FFF2-40B4-BE49-F238E27FC236}">
                <a16:creationId xmlns:a16="http://schemas.microsoft.com/office/drawing/2014/main" id="{2827D1A3-83C4-4BC2-91F5-5F1577031D4D}"/>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1 ms：標準Maxwell型EEDFとSwarm EEDF参照表</a:t>
            </a:r>
          </a:p>
        </p:txBody>
      </p:sp>
      <p:sp>
        <p:nvSpPr>
          <p:cNvPr id="19" name="">
            <a:extLst xmlns:a="http://schemas.openxmlformats.org/drawingml/2006/main">
              <a:ext uri="{FF2B5EF4-FFF2-40B4-BE49-F238E27FC236}">
                <a16:creationId xmlns:a16="http://schemas.microsoft.com/office/drawing/2014/main" id="{155B0C3C-9D8F-4D32-920F-6F478EB08887}"/>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0" name="section">
            <a:extLst xmlns:a="http://schemas.openxmlformats.org/drawingml/2006/main">
              <a:ext uri="{FF2B5EF4-FFF2-40B4-BE49-F238E27FC236}">
                <a16:creationId xmlns:a16="http://schemas.microsoft.com/office/drawing/2014/main" id="{B711CE4E-E90B-44F8-9AB7-C3BC4141A54D}"/>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 GEC ICP空間比較</a:t>
            </a:r>
          </a:p>
        </p:txBody>
      </p:sp>
    </p:spTree>
    <p:extLst>
      <p:ext uri="{BB962C8B-B14F-4D97-AF65-F5344CB8AC3E}">
        <p14:creationId xmlns:p14="http://schemas.microsoft.com/office/powerpoint/2010/main" val="2032915870"/>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9CFFC1-D3B4-4F1E-BFF8-B2421C4BFF8E}"/>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4F86B38D-C33E-454F-B7CD-72C4C1AE96A6}"/>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65</a:t>
            </a:r>
          </a:p>
        </p:txBody>
      </p:sp>
      <p:sp>
        <p:nvSpPr>
          <p:cNvPr id="8" name="">
            <a:extLst xmlns:a="http://schemas.openxmlformats.org/drawingml/2006/main">
              <a:ext uri="{FF2B5EF4-FFF2-40B4-BE49-F238E27FC236}">
                <a16:creationId xmlns:a16="http://schemas.microsoft.com/office/drawing/2014/main" id="{EABFD94E-5CF0-4075-A22B-D69D08202272}"/>
              </a:ext>
            </a:extLst>
          </p:cNvPr>
          <p:cNvSpPr>
            <a:spLocks xmlns:a="http://schemas.openxmlformats.org/drawingml/2006/main" noGrp="1"/>
          </p:cNvSpPr>
          <p:nvPr/>
        </p:nvSpPr>
        <p:spPr>
          <a:xfrm xmlns:a="http://schemas.openxmlformats.org/drawingml/2006/main">
            <a:off x="495300" y="1381125"/>
            <a:ext cx="111442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5D5D5"/>
            </a:solidFill>
            <a:prstDash val="solid"/>
          </a:ln>
        </p:spPr>
      </p:sp>
      <p:sp>
        <p:nvSpPr>
          <p:cNvPr id="9" name="">
            <a:extLst xmlns:a="http://schemas.openxmlformats.org/drawingml/2006/main">
              <a:ext uri="{FF2B5EF4-FFF2-40B4-BE49-F238E27FC236}">
                <a16:creationId xmlns:a16="http://schemas.microsoft.com/office/drawing/2014/main" id="{5A081885-D5F4-43B7-99F1-5E8AE27B8941}"/>
              </a:ext>
            </a:extLst>
          </p:cNvPr>
          <p:cNvSpPr>
            <a:spLocks xmlns:a="http://schemas.openxmlformats.org/drawingml/2006/main" noGrp="1"/>
          </p:cNvSpPr>
          <p:nvPr/>
        </p:nvSpPr>
        <p:spPr>
          <a:xfrm xmlns:a="http://schemas.openxmlformats.org/drawingml/2006/main">
            <a:off x="495300" y="1381125"/>
            <a:ext cx="704850" cy="628650"/>
          </a:xfrm>
          <a:prstGeom xmlns:a="http://schemas.openxmlformats.org/drawingml/2006/main" prst="rect">
            <a:avLst/>
          </a:prstGeom>
          <a:solidFill xmlns:a="http://schemas.openxmlformats.org/drawingml/2006/main">
            <a:srgbClr val="00A6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F7295D-8F19-429B-AEE7-61334B8A0DF3}"/>
              </a:ext>
            </a:extLst>
          </p:cNvPr>
          <p:cNvSpPr>
            <a:spLocks xmlns:a="http://schemas.openxmlformats.org/drawingml/2006/main" noGrp="1"/>
          </p:cNvSpPr>
          <p:nvPr/>
        </p:nvSpPr>
        <p:spPr>
          <a:xfrm xmlns:a="http://schemas.openxmlformats.org/drawingml/2006/main">
            <a:off x="542925" y="1419225"/>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125" b="1" i="0">
                <a:solidFill>
                  <a:srgbClr val="FFFFFF"/>
                </a:solidFill>
                <a:latin typeface="Noto Sans JP"/>
                <a:ea typeface="Noto Sans JP"/>
                <a:cs typeface="Noto Sans JP"/>
              </a:defRPr>
            </a:pPr>
            <a:r>
              <a:rPr sz="1125" b="1" i="0">
                <a:solidFill>
                  <a:srgbClr val="FFFFFF"/>
                </a:solidFill>
                <a:latin typeface="Noto Sans JP"/>
                <a:ea typeface="Noto Sans JP"/>
                <a:cs typeface="Noto Sans JP"/>
              </a:rPr>
              <a:t>RF</a:t>
            </a:r>
          </a:p>
        </p:txBody>
      </p:sp>
      <p:sp>
        <p:nvSpPr>
          <p:cNvPr id="11" name="">
            <a:extLst xmlns:a="http://schemas.openxmlformats.org/drawingml/2006/main">
              <a:ext uri="{FF2B5EF4-FFF2-40B4-BE49-F238E27FC236}">
                <a16:creationId xmlns:a16="http://schemas.microsoft.com/office/drawing/2014/main" id="{DDD55741-3523-4744-B443-8D504D4346C5}"/>
              </a:ext>
            </a:extLst>
          </p:cNvPr>
          <p:cNvSpPr>
            <a:spLocks xmlns:a="http://schemas.openxmlformats.org/drawingml/2006/main" noGrp="1"/>
          </p:cNvSpPr>
          <p:nvPr/>
        </p:nvSpPr>
        <p:spPr>
          <a:xfrm xmlns:a="http://schemas.openxmlformats.org/drawingml/2006/main">
            <a:off x="1371600" y="1428750"/>
            <a:ext cx="10115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800" b="0" i="0">
                <a:solidFill>
                  <a:srgbClr val="2F2F2F"/>
                </a:solidFill>
                <a:latin typeface="Cambria Math"/>
                <a:ea typeface="Cambria Math"/>
                <a:cs typeface="Cambria Math"/>
              </a:defRPr>
            </a:pPr>
            <a:r>
              <a:rPr sz="1800" b="0" i="0">
                <a:solidFill>
                  <a:srgbClr val="2F2F2F"/>
                </a:solidFill>
                <a:latin typeface="Cambria Math"/>
                <a:ea typeface="Cambria Math"/>
                <a:cs typeface="Cambria Math"/>
              </a:rPr>
              <a:t>Vrf(t)=V₀ sin(2π·13.56 MHz·t),   solution(t+TRF)=solution(t)</a:t>
            </a:r>
          </a:p>
        </p:txBody>
      </p:sp>
      <p:graphicFrame>
        <p:nvGraphicFramePr>
          <p:cNvPr id="30" name=""/>
          <p:cNvGraphicFramePr/>
          <p:nvPr/>
        </p:nvGraphicFramePr>
        <p:xfrm>
          <a:off xmlns:a="http://schemas.openxmlformats.org/drawingml/2006/main" x="400050" y="2381250"/>
          <a:ext xmlns:a="http://schemas.openxmlformats.org/drawingml/2006/main" cx="11382375" cy="2857500"/>
        </p:xfrm>
        <a:graphic xmlns:a="http://schemas.openxmlformats.org/drawingml/2006/main">
          <a:graphicData uri="http://schemas.openxmlformats.org/drawingml/2006/table">
            <a:tbl>
              <a:tblPr firstRow="1" bandRow="0"/>
              <a:tblGrid>
                <a:gridCol w="2000250"/>
                <a:gridCol w="2190750"/>
                <a:gridCol w="2381250"/>
                <a:gridCol w="2238375"/>
                <a:gridCol w="2571750"/>
              </a:tblGrid>
              <a:tr h="476250">
                <a:tc>
                  <a:txBody>
                    <a:bodyPr lIns="57150" tIns="38100" rIns="47625" bIns="38100">
                      <a:normAutofit/>
                    </a:bodyPr>
                    <a:lstStyle/>
                    <a:p>
                      <a:pPr algn="l">
                        <a:buNone/>
                      </a:pPr>
                      <a:r>
                        <a:rPr sz="953" b="1">
                          <a:solidFill>
                            <a:srgbClr val="FFFFFF"/>
                          </a:solidFill>
                          <a:latin typeface="Noto Sans JP"/>
                          <a:ea typeface="Noto Sans JP"/>
                          <a:cs typeface="Noto Sans JP"/>
                        </a:rPr>
                        <a:t>項目</a:t>
                      </a:r>
                    </a:p>
                  </a:txBody>
                  <a:tcPr marL="91440" marR="91440" marT="45720" marB="45720" anchor="ctr">
                    <a:solidFill>
                      <a:srgbClr val="00A6D9"/>
                    </a:solidFill>
                  </a:tcPr>
                </a:tc>
                <a:tc>
                  <a:txBody>
                    <a:bodyPr lIns="57150" tIns="38100" rIns="47625" bIns="38100">
                      <a:normAutofit/>
                    </a:bodyPr>
                    <a:lstStyle/>
                    <a:p>
                      <a:pPr algn="ctr">
                        <a:buNone/>
                      </a:pPr>
                      <a:r>
                        <a:rPr sz="953" b="1">
                          <a:solidFill>
                            <a:srgbClr val="FFFFFF"/>
                          </a:solidFill>
                          <a:latin typeface="Noto Sans JP"/>
                          <a:ea typeface="Noto Sans JP"/>
                          <a:cs typeface="Noto Sans JP"/>
                        </a:rPr>
                        <a:t>two-term</a:t>
                      </a:r>
                    </a:p>
                  </a:txBody>
                  <a:tcPr marL="91440" marR="91440" marT="45720" marB="45720" anchor="ctr">
                    <a:solidFill>
                      <a:srgbClr val="00A6D9"/>
                    </a:solidFill>
                  </a:tcPr>
                </a:tc>
                <a:tc>
                  <a:txBody>
                    <a:bodyPr lIns="57150" tIns="38100" rIns="47625" bIns="38100">
                      <a:normAutofit/>
                    </a:bodyPr>
                    <a:lstStyle/>
                    <a:p>
                      <a:pPr algn="ctr">
                        <a:buNone/>
                      </a:pPr>
                      <a:r>
                        <a:rPr sz="953" b="1">
                          <a:solidFill>
                            <a:srgbClr val="FFFFFF"/>
                          </a:solidFill>
                          <a:latin typeface="Noto Sans JP"/>
                          <a:ea typeface="Noto Sans JP"/>
                          <a:cs typeface="Noto Sans JP"/>
                        </a:rPr>
                        <a:t>Monte Carlo</a:t>
                      </a:r>
                    </a:p>
                  </a:txBody>
                  <a:tcPr marL="91440" marR="91440" marT="45720" marB="45720" anchor="ctr">
                    <a:solidFill>
                      <a:srgbClr val="00A6D9"/>
                    </a:solidFill>
                  </a:tcPr>
                </a:tc>
                <a:tc>
                  <a:txBody>
                    <a:bodyPr lIns="57150" tIns="38100" rIns="47625" bIns="38100">
                      <a:normAutofit/>
                    </a:bodyPr>
                    <a:lstStyle/>
                    <a:p>
                      <a:pPr algn="ctr">
                        <a:buNone/>
                      </a:pPr>
                      <a:r>
                        <a:rPr sz="953" b="1">
                          <a:solidFill>
                            <a:srgbClr val="FFFFFF"/>
                          </a:solidFill>
                          <a:latin typeface="Noto Sans JP"/>
                          <a:ea typeface="Noto Sans JP"/>
                          <a:cs typeface="Noto Sans JP"/>
                        </a:rPr>
                        <a:t>propagator P1</a:t>
                      </a:r>
                    </a:p>
                  </a:txBody>
                  <a:tcPr marL="91440" marR="91440" marT="45720" marB="45720" anchor="ctr">
                    <a:solidFill>
                      <a:srgbClr val="00A6D9"/>
                    </a:solidFill>
                  </a:tcPr>
                </a:tc>
                <a:tc>
                  <a:txBody>
                    <a:bodyPr lIns="57150" tIns="38100" rIns="47625" bIns="38100">
                      <a:normAutofit/>
                    </a:bodyPr>
                    <a:lstStyle/>
                    <a:p>
                      <a:pPr algn="ctr">
                        <a:buNone/>
                      </a:pPr>
                      <a:r>
                        <a:rPr sz="953" b="1">
                          <a:solidFill>
                            <a:srgbClr val="FFFFFF"/>
                          </a:solidFill>
                          <a:latin typeface="Noto Sans JP"/>
                          <a:ea typeface="Noto Sans JP"/>
                          <a:cs typeface="Noto Sans JP"/>
                        </a:rPr>
                        <a:t>COMSOL側の供給元</a:t>
                      </a:r>
                    </a:p>
                  </a:txBody>
                  <a:tcPr marL="91440" marR="91440" marT="45720" marB="45720" anchor="ctr">
                    <a:solidFill>
                      <a:srgbClr val="00A6D9"/>
                    </a:solidFill>
                  </a:tcPr>
                </a:tc>
              </a:tr>
              <a:tr h="476250">
                <a:tc>
                  <a:txBody>
                    <a:bodyPr lIns="57150" tIns="38100" rIns="47625" bIns="38100">
                      <a:normAutofit/>
                    </a:bodyPr>
                    <a:lstStyle/>
                    <a:p>
                      <a:pPr algn="l">
                        <a:buNone/>
                      </a:pPr>
                      <a:r>
                        <a:rPr sz="953" b="1">
                          <a:solidFill>
                            <a:srgbClr val="2F2F2F"/>
                          </a:solidFill>
                          <a:latin typeface="Noto Sans JP"/>
                          <a:ea typeface="Noto Sans JP"/>
                          <a:cs typeface="Noto Sans JP"/>
                        </a:rPr>
                        <a:t>反応速度の与え方</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EEDF参照表</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非弾性反応速度表</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EEDF参照表</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反応機構（COMSOL）</a:t>
                      </a:r>
                    </a:p>
                  </a:txBody>
                  <a:tcPr marL="91440" marR="91440" marT="45720" marB="45720" anchor="ctr">
                    <a:solidFill>
                      <a:srgbClr val="FFFFFF"/>
                    </a:solidFill>
                  </a:tcPr>
                </a:tc>
              </a:tr>
              <a:tr h="476250">
                <a:tc>
                  <a:txBody>
                    <a:bodyPr lIns="57150" tIns="38100" rIns="47625" bIns="38100">
                      <a:normAutofit/>
                    </a:bodyPr>
                    <a:lstStyle/>
                    <a:p>
                      <a:pPr algn="l">
                        <a:buNone/>
                      </a:pPr>
                      <a:r>
                        <a:rPr sz="953" b="1">
                          <a:solidFill>
                            <a:srgbClr val="2F2F2F"/>
                          </a:solidFill>
                          <a:latin typeface="Noto Sans JP"/>
                          <a:ea typeface="Noto Sans JP"/>
                          <a:cs typeface="Noto Sans JP"/>
                        </a:rPr>
                        <a:t>電子移動度</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Swarm表から読込</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Swarm表から読込</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Swarm表から読込</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物性値補間</a:t>
                      </a:r>
                    </a:p>
                  </a:txBody>
                  <a:tcPr marL="91440" marR="91440" marT="45720" marB="45720" anchor="ctr">
                    <a:solidFill>
                      <a:srgbClr val="F1F1F1"/>
                    </a:solidFill>
                  </a:tcPr>
                </a:tc>
              </a:tr>
              <a:tr h="476250">
                <a:tc>
                  <a:txBody>
                    <a:bodyPr lIns="57150" tIns="38100" rIns="47625" bIns="38100">
                      <a:normAutofit/>
                    </a:bodyPr>
                    <a:lstStyle/>
                    <a:p>
                      <a:pPr algn="l">
                        <a:buNone/>
                      </a:pPr>
                      <a:r>
                        <a:rPr sz="953" b="1">
                          <a:solidFill>
                            <a:srgbClr val="2F2F2F"/>
                          </a:solidFill>
                          <a:latin typeface="Noto Sans JP"/>
                          <a:ea typeface="Noto Sans JP"/>
                          <a:cs typeface="Noto Sans JP"/>
                        </a:rPr>
                        <a:t>電子拡散・エネルギー輸送</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COMSOL</a:t>
                      </a:r>
                    </a:p>
                  </a:txBody>
                  <a:tcPr marL="91440" marR="91440" marT="45720" marB="45720" anchor="ctr">
                    <a:solidFill>
                      <a:srgbClr val="FFFFFF"/>
                    </a:solidFill>
                  </a:tcPr>
                </a:tc>
              </a:tr>
              <a:tr h="476250">
                <a:tc>
                  <a:txBody>
                    <a:bodyPr lIns="57150" tIns="38100" rIns="47625" bIns="38100">
                      <a:normAutofit/>
                    </a:bodyPr>
                    <a:lstStyle/>
                    <a:p>
                      <a:pPr algn="l">
                        <a:buNone/>
                      </a:pPr>
                      <a:r>
                        <a:rPr sz="953" b="1">
                          <a:solidFill>
                            <a:srgbClr val="2F2F2F"/>
                          </a:solidFill>
                          <a:latin typeface="Noto Sans JP"/>
                          <a:ea typeface="Noto Sans JP"/>
                          <a:cs typeface="Noto Sans JP"/>
                        </a:rPr>
                        <a:t>弾性衝突エネルギー損失</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手法別の外部表</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粒子軌道計算の外部表</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手法別の外部表</a:t>
                      </a:r>
                    </a:p>
                  </a:txBody>
                  <a:tcPr marL="91440" marR="91440" marT="45720" marB="45720" anchor="ctr">
                    <a:solidFill>
                      <a:srgbClr val="F1F1F1"/>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変数対応を定義</a:t>
                      </a:r>
                    </a:p>
                  </a:txBody>
                  <a:tcPr marL="91440" marR="91440" marT="45720" marB="45720" anchor="ctr">
                    <a:solidFill>
                      <a:srgbClr val="F1F1F1"/>
                    </a:solidFill>
                  </a:tcPr>
                </a:tc>
              </a:tr>
              <a:tr h="476250">
                <a:tc>
                  <a:txBody>
                    <a:bodyPr lIns="57150" tIns="38100" rIns="47625" bIns="38100">
                      <a:normAutofit/>
                    </a:bodyPr>
                    <a:lstStyle/>
                    <a:p>
                      <a:pPr algn="l">
                        <a:buNone/>
                      </a:pPr>
                      <a:r>
                        <a:rPr sz="953" b="1">
                          <a:solidFill>
                            <a:srgbClr val="2F2F2F"/>
                          </a:solidFill>
                          <a:latin typeface="Noto Sans JP"/>
                          <a:ea typeface="Noto Sans JP"/>
                          <a:cs typeface="Noto Sans JP"/>
                        </a:rPr>
                        <a:t>RF周期・シース・壁境界</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a:t>
                      </a:r>
                    </a:p>
                  </a:txBody>
                  <a:tcPr marL="91440" marR="91440" marT="45720" marB="45720" anchor="ctr">
                    <a:solidFill>
                      <a:srgbClr val="FFFFFF"/>
                    </a:solidFill>
                  </a:tcPr>
                </a:tc>
                <a:tc>
                  <a:txBody>
                    <a:bodyPr lIns="57150" tIns="38100" rIns="47625" bIns="38100">
                      <a:normAutofit/>
                    </a:bodyPr>
                    <a:lstStyle/>
                    <a:p>
                      <a:pPr algn="ctr">
                        <a:buNone/>
                      </a:pPr>
                      <a:r>
                        <a:rPr sz="953" b="0">
                          <a:solidFill>
                            <a:srgbClr val="2F2F2F"/>
                          </a:solidFill>
                          <a:latin typeface="Noto Sans JP"/>
                          <a:ea typeface="Noto Sans JP"/>
                          <a:cs typeface="Noto Sans JP"/>
                        </a:rPr>
                        <a:t>COMSOL周期定常計算</a:t>
                      </a:r>
                    </a:p>
                  </a:txBody>
                  <a:tcPr marL="91440" marR="91440" marT="45720" marB="45720" anchor="ctr">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8E5593E5-4987-4C8B-8AAB-70471C97C977}"/>
              </a:ext>
            </a:extLst>
          </p:cNvPr>
          <p:cNvSpPr>
            <a:spLocks xmlns:a="http://schemas.openxmlformats.org/drawingml/2006/main" noGrp="1"/>
          </p:cNvSpPr>
          <p:nvPr/>
        </p:nvSpPr>
        <p:spPr>
          <a:xfrm xmlns:a="http://schemas.openxmlformats.org/drawingml/2006/main">
            <a:off x="666750" y="55054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98039"/>
          </a:bodyPr>
          <a:lstStyle xmlns:a="http://schemas.openxmlformats.org/drawingml/2006/main"/>
          <a:p xmlns:a="http://schemas.openxmlformats.org/drawingml/2006/main">
            <a:pPr algn="l">
              <a:lnSpc>
                <a:spcPct val="105000"/>
              </a:lnSpc>
              <a:buNone/>
              <a:defRPr sz="1275" b="1" i="0">
                <a:solidFill>
                  <a:srgbClr val="211441"/>
                </a:solidFill>
                <a:latin typeface="Noto Sans JP"/>
                <a:ea typeface="Noto Sans JP"/>
                <a:cs typeface="Noto Sans JP"/>
              </a:defRPr>
            </a:pPr>
            <a:r>
              <a:rPr sz="1275" b="1" i="0">
                <a:solidFill>
                  <a:srgbClr val="211441"/>
                </a:solidFill>
                <a:latin typeface="Noto Sans JP"/>
                <a:ea typeface="Noto Sans JP"/>
                <a:cs typeface="Noto Sans JP"/>
              </a:rPr>
              <a:t>解析条件</a:t>
            </a:r>
          </a:p>
        </p:txBody>
      </p:sp>
      <p:sp>
        <p:nvSpPr>
          <p:cNvPr id="14" name="">
            <a:extLst xmlns:a="http://schemas.openxmlformats.org/drawingml/2006/main">
              <a:ext uri="{FF2B5EF4-FFF2-40B4-BE49-F238E27FC236}">
                <a16:creationId xmlns:a16="http://schemas.microsoft.com/office/drawing/2014/main" id="{22D67941-A75F-4D58-BD3D-63706CDD8C11}"/>
              </a:ext>
            </a:extLst>
          </p:cNvPr>
          <p:cNvSpPr>
            <a:spLocks xmlns:a="http://schemas.openxmlformats.org/drawingml/2006/main" noGrp="1"/>
          </p:cNvSpPr>
          <p:nvPr/>
        </p:nvSpPr>
        <p:spPr>
          <a:xfrm xmlns:a="http://schemas.openxmlformats.org/drawingml/2006/main">
            <a:off x="2238375" y="5448300"/>
            <a:ext cx="881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13" b="1" i="0">
                <a:solidFill>
                  <a:srgbClr val="B87900"/>
                </a:solidFill>
                <a:latin typeface="Noto Sans JP"/>
                <a:ea typeface="Noto Sans JP"/>
                <a:cs typeface="Noto Sans JP"/>
              </a:defRPr>
            </a:pPr>
            <a:r>
              <a:rPr sz="1313" b="1" i="0">
                <a:solidFill>
                  <a:srgbClr val="B87900"/>
                </a:solidFill>
                <a:latin typeface="Noto Sans JP"/>
                <a:ea typeface="Noto Sans JP"/>
                <a:cs typeface="Noto Sans JP"/>
              </a:rPr>
              <a:t>13.56 MHz · 1 W </a:t>
            </a:r>
            <a:r>
              <a:rPr sz="1313" b="1" i="0">
                <a:solidFill>
                  <a:srgbClr val="B87900"/>
                </a:solidFill>
                <a:latin typeface="Noto Sans JP"/>
                <a:ea typeface="Noto Sans JP"/>
                <a:cs typeface="Noto Sans JP"/>
              </a:rPr>
              <a:t>入力電力</a:t>
            </a:r>
            <a:r>
              <a:rPr sz="1313" b="1" i="0">
                <a:solidFill>
                  <a:srgbClr val="B87900"/>
                </a:solidFill>
                <a:latin typeface="Noto Sans JP"/>
                <a:ea typeface="Noto Sans JP"/>
                <a:cs typeface="Noto Sans JP"/>
              </a:rPr>
              <a:t> · </a:t>
            </a:r>
            <a:r>
              <a:rPr sz="1313" b="1" i="0">
                <a:solidFill>
                  <a:srgbClr val="B87900"/>
                </a:solidFill>
                <a:latin typeface="Noto Sans JP"/>
                <a:ea typeface="Noto Sans JP"/>
                <a:cs typeface="Noto Sans JP"/>
              </a:rPr>
              <a:t>MPHで定義したCCP形状</a:t>
            </a:r>
            <a:r>
              <a:rPr sz="1313" b="1" i="0">
                <a:solidFill>
                  <a:srgbClr val="B87900"/>
                </a:solidFill>
                <a:latin typeface="Noto Sans JP"/>
                <a:ea typeface="Noto Sans JP"/>
                <a:cs typeface="Noto Sans JP"/>
              </a:rPr>
              <a:t> · </a:t>
            </a:r>
            <a:r>
              <a:rPr sz="1313" b="1" i="0">
                <a:solidFill>
                  <a:srgbClr val="B87900"/>
                </a:solidFill>
                <a:latin typeface="Noto Sans JP"/>
                <a:ea typeface="Noto Sans JP"/>
                <a:cs typeface="Noto Sans JP"/>
              </a:rPr>
              <a:t>周期定常判定</a:t>
            </a:r>
          </a:p>
        </p:txBody>
      </p:sp>
      <p:sp>
        <p:nvSpPr>
          <p:cNvPr id="17" name="">
            <a:extLst xmlns:a="http://schemas.openxmlformats.org/drawingml/2006/main">
              <a:ext uri="{FF2B5EF4-FFF2-40B4-BE49-F238E27FC236}">
                <a16:creationId xmlns:a16="http://schemas.microsoft.com/office/drawing/2014/main" id="{81F68C80-4374-4FCA-BA18-B77EAED21FA2}"/>
              </a:ext>
            </a:extLst>
          </p:cNvPr>
          <p:cNvSpPr>
            <a:spLocks xmlns:a="http://schemas.openxmlformats.org/drawingml/2006/main" noGrp="1"/>
          </p:cNvSpPr>
          <p:nvPr/>
        </p:nvSpPr>
        <p:spPr>
          <a:xfrm xmlns:a="http://schemas.openxmlformats.org/drawingml/2006/main">
            <a:off x="666750" y="58864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lnSpc>
                <a:spcPct val="105000"/>
              </a:lnSpc>
              <a:buNone/>
              <a:defRPr sz="1275" b="1" i="0">
                <a:solidFill>
                  <a:srgbClr val="6DBB20"/>
                </a:solidFill>
                <a:latin typeface="Noto Sans JP"/>
                <a:ea typeface="Noto Sans JP"/>
                <a:cs typeface="Noto Sans JP"/>
              </a:defRPr>
            </a:pPr>
            <a:r>
              <a:rPr sz="1275" b="1" i="0">
                <a:solidFill>
                  <a:srgbClr val="6DBB20"/>
                </a:solidFill>
                <a:latin typeface="Noto Sans JP"/>
                <a:ea typeface="Noto Sans JP"/>
                <a:cs typeface="Noto Sans JP"/>
              </a:rPr>
              <a:t>CCPでは時間平均E/NだけでRF位相依存EEDFを表せるかが主要なモデルリスク。</a:t>
            </a:r>
          </a:p>
        </p:txBody>
      </p:sp>
      <p:sp>
        <p:nvSpPr>
          <p:cNvPr id="18" name="">
            <a:extLst xmlns:a="http://schemas.openxmlformats.org/drawingml/2006/main">
              <a:ext uri="{FF2B5EF4-FFF2-40B4-BE49-F238E27FC236}">
                <a16:creationId xmlns:a16="http://schemas.microsoft.com/office/drawing/2014/main" id="{F0EBF127-94DC-48C0-A9A1-C1FF808956E6}"/>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[R14]  |  docs/comsol_gec_ccp.md; config/comsol/argon_gec_ccp_*_map.yaml</a:t>
            </a:r>
          </a:p>
        </p:txBody>
      </p:sp>
      <p:sp>
        <p:nvSpPr>
          <p:cNvPr id="21" name="title">
            <a:extLst xmlns:a="http://schemas.openxmlformats.org/drawingml/2006/main">
              <a:ext uri="{FF2B5EF4-FFF2-40B4-BE49-F238E27FC236}">
                <a16:creationId xmlns:a16="http://schemas.microsoft.com/office/drawing/2014/main" id="{57D1C75A-864A-46A3-BB28-C08DD9BD312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GEC CCP：RF周期条件と各手法の入力</a:t>
            </a:r>
          </a:p>
        </p:txBody>
      </p:sp>
      <p:sp>
        <p:nvSpPr>
          <p:cNvPr id="22" name="">
            <a:extLst xmlns:a="http://schemas.openxmlformats.org/drawingml/2006/main">
              <a:ext uri="{FF2B5EF4-FFF2-40B4-BE49-F238E27FC236}">
                <a16:creationId xmlns:a16="http://schemas.microsoft.com/office/drawing/2014/main" id="{84C38CC6-F070-43E7-9FC2-8432E4E6BC96}"/>
              </a:ext>
            </a:extLst>
          </p:cNvPr>
          <p:cNvSpPr>
            <a:spLocks xmlns:a="http://schemas.openxmlformats.org/drawingml/2006/main" noGrp="1"/>
          </p:cNvSpPr>
          <p:nvPr/>
        </p:nvSpPr>
        <p:spPr>
          <a:xfrm xmlns:a="http://schemas.openxmlformats.org/drawingml/2006/main">
            <a:off x="466725" y="60483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3" name="section">
            <a:extLst xmlns:a="http://schemas.openxmlformats.org/drawingml/2006/main">
              <a:ext uri="{FF2B5EF4-FFF2-40B4-BE49-F238E27FC236}">
                <a16:creationId xmlns:a16="http://schemas.microsoft.com/office/drawing/2014/main" id="{3EE4DFA0-6D47-4A37-9536-553BACB6F380}"/>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 GEC CCP</a:t>
            </a:r>
          </a:p>
        </p:txBody>
      </p:sp>
    </p:spTree>
    <p:extLst>
      <p:ext uri="{BB962C8B-B14F-4D97-AF65-F5344CB8AC3E}">
        <p14:creationId xmlns:p14="http://schemas.microsoft.com/office/powerpoint/2010/main" val="624794956"/>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7E4862F1-6F69-4509-A0C7-4AEE285A9BE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CCP評価：入力は作成済み、2次元比較結果は未取得</a:t>
            </a:r>
          </a:p>
        </p:txBody>
      </p:sp>
      <p:graphicFrame>
        <p:nvGraphicFramePr>
          <p:cNvPr id="12" name=""/>
          <p:cNvGraphicFramePr/>
          <p:nvPr/>
        </p:nvGraphicFramePr>
        <p:xfrm>
          <a:off xmlns:a="http://schemas.openxmlformats.org/drawingml/2006/main" x="457200" y="1381125"/>
          <a:ext xmlns:a="http://schemas.openxmlformats.org/drawingml/2006/main" cx="11287125" cy="3619500"/>
        </p:xfrm>
        <a:graphic xmlns:a="http://schemas.openxmlformats.org/drawingml/2006/main">
          <a:graphicData uri="http://schemas.openxmlformats.org/drawingml/2006/table">
            <a:tbl>
              <a:tblPr/>
              <a:tblGrid>
                <a:gridCol w="2291802"/>
                <a:gridCol w="1546966"/>
                <a:gridCol w="3724178"/>
                <a:gridCol w="3724178"/>
              </a:tblGrid>
              <a:tr h="603250">
                <a:tc>
                  <a:txBody>
                    <a:bodyPr lIns="57150" tIns="47625" rIns="57150" bIns="47625">
                      <a:normAutofit/>
                    </a:bodyPr>
                    <a:lstStyle/>
                    <a:p>
                      <a:pPr algn="l"/>
                      <a:r>
                        <a:rPr sz="1125" b="1">
                          <a:solidFill>
                            <a:srgbClr val="FFFFFF"/>
                          </a:solidFill>
                          <a:latin typeface="Noto Sans JP"/>
                          <a:ea typeface="Noto Sans JP"/>
                          <a:cs typeface="Noto Sans JP"/>
                        </a:rPr>
                        <a:t>確認項目</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状態</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確認済み内容</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次に必要な作業</a:t>
                      </a:r>
                    </a:p>
                  </a:txBody>
                  <a:tcPr marL="91440" marR="91440" marT="45720" marB="45720" anchor="ctr">
                    <a:solidFill>
                      <a:srgbClr val="00A6D6"/>
                    </a:solidFill>
                  </a:tcPr>
                </a:tc>
              </a:tr>
              <a:tr h="603250">
                <a:tc>
                  <a:txBody>
                    <a:bodyPr lIns="57150" tIns="47625" rIns="57150" bIns="47625">
                      <a:normAutofit/>
                    </a:bodyPr>
                    <a:lstStyle/>
                    <a:p>
                      <a:pPr algn="l"/>
                      <a:r>
                        <a:rPr sz="1050" b="1">
                          <a:solidFill>
                            <a:srgbClr val="333333"/>
                          </a:solidFill>
                          <a:latin typeface="Noto Sans JP"/>
                          <a:ea typeface="Noto Sans JP"/>
                          <a:cs typeface="Noto Sans JP"/>
                        </a:rPr>
                        <a:t>propagator P1物性表</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完了</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54条件、0.05–4000 Td</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なし</a:t>
                      </a:r>
                    </a:p>
                  </a:txBody>
                  <a:tcPr marL="91440" marR="91440" marT="45720" marB="45720" anchor="ctr">
                    <a:solidFill>
                      <a:srgbClr val="FFFFFF"/>
                    </a:solidFill>
                  </a:tcPr>
                </a:tc>
              </a:tr>
              <a:tr h="603250">
                <a:tc>
                  <a:txBody>
                    <a:bodyPr lIns="57150" tIns="47625" rIns="57150" bIns="47625">
                      <a:normAutofit/>
                    </a:bodyPr>
                    <a:lstStyle/>
                    <a:p>
                      <a:pPr algn="l"/>
                      <a:r>
                        <a:rPr sz="1050" b="1">
                          <a:solidFill>
                            <a:srgbClr val="333333"/>
                          </a:solidFill>
                          <a:latin typeface="Noto Sans JP"/>
                          <a:ea typeface="Noto Sans JP"/>
                          <a:cs typeface="Noto Sans JP"/>
                        </a:rPr>
                        <a:t>数値品質</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完了</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54/54条件が採用基準を通過</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COMSOL入力表の読込み確認</a:t>
                      </a:r>
                    </a:p>
                  </a:txBody>
                  <a:tcPr marL="91440" marR="91440" marT="45720" marB="45720" anchor="ctr">
                    <a:solidFill>
                      <a:srgbClr val="F2F3F4"/>
                    </a:solidFill>
                  </a:tcPr>
                </a:tc>
              </a:tr>
              <a:tr h="603250">
                <a:tc>
                  <a:txBody>
                    <a:bodyPr lIns="57150" tIns="47625" rIns="57150" bIns="47625">
                      <a:normAutofit/>
                    </a:bodyPr>
                    <a:lstStyle/>
                    <a:p>
                      <a:pPr algn="l"/>
                      <a:r>
                        <a:rPr sz="1050" b="1">
                          <a:solidFill>
                            <a:srgbClr val="333333"/>
                          </a:solidFill>
                          <a:latin typeface="Noto Sans JP"/>
                          <a:ea typeface="Noto Sans JP"/>
                          <a:cs typeface="Noto Sans JP"/>
                        </a:rPr>
                        <a:t>two-term / Monte Carlo変数対応</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設定済み</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MPH変数対応ファイルあり</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設定ファイル生成確認とCOMSOL実計算</a:t>
                      </a:r>
                    </a:p>
                  </a:txBody>
                  <a:tcPr marL="91440" marR="91440" marT="45720" marB="45720" anchor="ctr">
                    <a:solidFill>
                      <a:srgbClr val="FFFFFF"/>
                    </a:solidFill>
                  </a:tcPr>
                </a:tc>
              </a:tr>
              <a:tr h="603250">
                <a:tc>
                  <a:txBody>
                    <a:bodyPr lIns="57150" tIns="47625" rIns="57150" bIns="47625">
                      <a:normAutofit/>
                    </a:bodyPr>
                    <a:lstStyle/>
                    <a:p>
                      <a:pPr algn="l"/>
                      <a:r>
                        <a:rPr sz="1050" b="1">
                          <a:solidFill>
                            <a:srgbClr val="333333"/>
                          </a:solidFill>
                          <a:latin typeface="Noto Sans JP"/>
                          <a:ea typeface="Noto Sans JP"/>
                          <a:cs typeface="Noto Sans JP"/>
                        </a:rPr>
                        <a:t>COMSOL 2次元空間出力</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未取得</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nₑ、平均エネルギー、種、RF吸収の共通出力なし</a:t>
                      </a:r>
                    </a:p>
                  </a:txBody>
                  <a:tcPr marL="91440" marR="91440" marT="45720" marB="45720" anchor="ctr">
                    <a:solidFill>
                      <a:srgbClr val="F2F3F4"/>
                    </a:solidFill>
                  </a:tcPr>
                </a:tc>
                <a:tc>
                  <a:txBody>
                    <a:bodyPr lIns="57150" tIns="47625" rIns="57150" bIns="47625">
                      <a:normAutofit/>
                    </a:bodyPr>
                    <a:lstStyle/>
                    <a:p>
                      <a:pPr algn="ctr"/>
                      <a:r>
                        <a:rPr sz="1050" b="0">
                          <a:solidFill>
                            <a:srgbClr val="333333"/>
                          </a:solidFill>
                          <a:latin typeface="Noto Sans JP"/>
                          <a:ea typeface="Noto Sans JP"/>
                          <a:cs typeface="Noto Sans JP"/>
                        </a:rPr>
                        <a:t>同一メッシュ・同一RF位相／時刻で出力</a:t>
                      </a:r>
                    </a:p>
                  </a:txBody>
                  <a:tcPr marL="91440" marR="91440" marT="45720" marB="45720" anchor="ctr">
                    <a:solidFill>
                      <a:srgbClr val="F2F3F4"/>
                    </a:solidFill>
                  </a:tcPr>
                </a:tc>
              </a:tr>
              <a:tr h="603250">
                <a:tc>
                  <a:txBody>
                    <a:bodyPr lIns="57150" tIns="47625" rIns="57150" bIns="47625">
                      <a:normAutofit/>
                    </a:bodyPr>
                    <a:lstStyle/>
                    <a:p>
                      <a:pPr algn="l"/>
                      <a:r>
                        <a:rPr sz="1050" b="1">
                          <a:solidFill>
                            <a:srgbClr val="333333"/>
                          </a:solidFill>
                          <a:latin typeface="Noto Sans JP"/>
                          <a:ea typeface="Noto Sans JP"/>
                          <a:cs typeface="Noto Sans JP"/>
                        </a:rPr>
                        <a:t>RF周期定常性</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未確認</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周期間差の監査なし</a:t>
                      </a:r>
                    </a:p>
                  </a:txBody>
                  <a:tcPr marL="91440" marR="91440" marT="45720" marB="45720" anchor="ctr">
                    <a:solidFill>
                      <a:srgbClr val="FFFFFF"/>
                    </a:solidFill>
                  </a:tcPr>
                </a:tc>
                <a:tc>
                  <a:txBody>
                    <a:bodyPr lIns="57150" tIns="47625" rIns="57150" bIns="47625">
                      <a:normAutofit/>
                    </a:bodyPr>
                    <a:lstStyle/>
                    <a:p>
                      <a:pPr algn="ctr"/>
                      <a:r>
                        <a:rPr sz="1050" b="0">
                          <a:solidFill>
                            <a:srgbClr val="333333"/>
                          </a:solidFill>
                          <a:latin typeface="Noto Sans JP"/>
                          <a:ea typeface="Noto Sans JP"/>
                          <a:cs typeface="Noto Sans JP"/>
                        </a:rPr>
                        <a:t>周期間差で収束確認</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49BC27C-C32E-4442-8699-181D01C27135}"/>
              </a:ext>
            </a:extLst>
          </p:cNvPr>
          <p:cNvSpPr>
            <a:spLocks xmlns:a="http://schemas.openxmlformats.org/drawingml/2006/main" noGrp="1"/>
          </p:cNvSpPr>
          <p:nvPr/>
        </p:nvSpPr>
        <p:spPr>
          <a:xfrm xmlns:a="http://schemas.openxmlformats.org/drawingml/2006/main">
            <a:off x="952500" y="52863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425" b="1" i="0">
                <a:solidFill>
                  <a:srgbClr val="D64045"/>
                </a:solidFill>
                <a:latin typeface="Noto Sans JP"/>
                <a:ea typeface="Noto Sans JP"/>
                <a:cs typeface="Noto Sans JP"/>
              </a:defRPr>
            </a:pPr>
            <a:r>
              <a:rPr sz="1425" b="1" i="0">
                <a:solidFill>
                  <a:srgbClr val="D64045"/>
                </a:solidFill>
                <a:latin typeface="Noto Sans JP"/>
                <a:ea typeface="Noto Sans JP"/>
                <a:cs typeface="Noto Sans JP"/>
              </a:rPr>
              <a:t>現時点で言えないこと</a:t>
            </a:r>
          </a:p>
        </p:txBody>
      </p:sp>
      <p:sp>
        <p:nvSpPr>
          <p:cNvPr id="5" name="">
            <a:extLst xmlns:a="http://schemas.openxmlformats.org/drawingml/2006/main">
              <a:ext uri="{FF2B5EF4-FFF2-40B4-BE49-F238E27FC236}">
                <a16:creationId xmlns:a16="http://schemas.microsoft.com/office/drawing/2014/main" id="{257E22EB-651C-46F2-B12B-8367C3C27CF7}"/>
              </a:ext>
            </a:extLst>
          </p:cNvPr>
          <p:cNvSpPr>
            <a:spLocks xmlns:a="http://schemas.openxmlformats.org/drawingml/2006/main" noGrp="1"/>
          </p:cNvSpPr>
          <p:nvPr/>
        </p:nvSpPr>
        <p:spPr>
          <a:xfrm xmlns:a="http://schemas.openxmlformats.org/drawingml/2006/main">
            <a:off x="3381375" y="5162550"/>
            <a:ext cx="781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CCPの各手法について、電子密度・平均エネルギー・種・RF吸収の2次元分布を比較・評価すること。</a:t>
            </a:r>
          </a:p>
        </p:txBody>
      </p:sp>
      <p:sp>
        <p:nvSpPr>
          <p:cNvPr id="6" name="takeaway-bullet">
            <a:extLst xmlns:a="http://schemas.openxmlformats.org/drawingml/2006/main">
              <a:ext uri="{FF2B5EF4-FFF2-40B4-BE49-F238E27FC236}">
                <a16:creationId xmlns:a16="http://schemas.microsoft.com/office/drawing/2014/main" id="{82AB1B7D-FB8A-46F1-82E9-C19EC6FF0046}"/>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E84B8803-A9B2-4643-A1CB-930BC4304027}"/>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追加COMSOL計算</a:t>
            </a:r>
            <a:r>
              <a:rPr sz="1350" b="1" i="0">
                <a:solidFill>
                  <a:srgbClr val="6DBB20"/>
                </a:solidFill>
                <a:latin typeface="Noto Sans JP"/>
                <a:ea typeface="Noto Sans JP"/>
                <a:cs typeface="Noto Sans JP"/>
              </a:rPr>
              <a:t>なしにCCP空間比較を結論づけない。必要な証拠と最小作業を明示する。</a:t>
            </a:r>
          </a:p>
        </p:txBody>
      </p:sp>
      <p:sp>
        <p:nvSpPr>
          <p:cNvPr id="8" name="section">
            <a:extLst xmlns:a="http://schemas.openxmlformats.org/drawingml/2006/main">
              <a:ext uri="{FF2B5EF4-FFF2-40B4-BE49-F238E27FC236}">
                <a16:creationId xmlns:a16="http://schemas.microsoft.com/office/drawing/2014/main" id="{CB8DFCF6-BCBA-47CB-988D-8F72A840F52F}"/>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 GEC CCP</a:t>
            </a:r>
          </a:p>
        </p:txBody>
      </p:sp>
      <p:sp>
        <p:nvSpPr>
          <p:cNvPr id="9" name="footer">
            <a:extLst xmlns:a="http://schemas.openxmlformats.org/drawingml/2006/main">
              <a:ext uri="{FF2B5EF4-FFF2-40B4-BE49-F238E27FC236}">
                <a16:creationId xmlns:a16="http://schemas.microsoft.com/office/drawing/2014/main" id="{A64C18BF-957E-40FC-8F7D-88029989DF23}"/>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0" name="page">
            <a:extLst xmlns:a="http://schemas.openxmlformats.org/drawingml/2006/main">
              <a:ext uri="{FF2B5EF4-FFF2-40B4-BE49-F238E27FC236}">
                <a16:creationId xmlns:a16="http://schemas.microsoft.com/office/drawing/2014/main" id="{74512A54-DC52-4AC1-A124-8B6012E09001}"/>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66</a:t>
            </a:r>
          </a:p>
        </p:txBody>
      </p:sp>
    </p:spTree>
    <p:extLst>
      <p:ext uri="{BB962C8B-B14F-4D97-AF65-F5344CB8AC3E}">
        <p14:creationId xmlns:p14="http://schemas.microsoft.com/office/powerpoint/2010/main" val="930007510"/>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8740B88-7B94-48C7-939A-F2FF64B209F9}"/>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半導体装置開発でSwarm計算が支える判断</a:t>
            </a:r>
          </a:p>
        </p:txBody>
      </p:sp>
      <p:graphicFrame>
        <p:nvGraphicFramePr>
          <p:cNvPr id="10" name=""/>
          <p:cNvGraphicFramePr/>
          <p:nvPr/>
        </p:nvGraphicFramePr>
        <p:xfrm>
          <a:off xmlns:a="http://schemas.openxmlformats.org/drawingml/2006/main" x="333375" y="1333500"/>
          <a:ext xmlns:a="http://schemas.openxmlformats.org/drawingml/2006/main" cx="11525250" cy="4000500"/>
        </p:xfrm>
        <a:graphic xmlns:a="http://schemas.openxmlformats.org/drawingml/2006/main">
          <a:graphicData uri="http://schemas.openxmlformats.org/drawingml/2006/table">
            <a:tbl>
              <a:tblPr/>
              <a:tblGrid>
                <a:gridCol w="1893036"/>
                <a:gridCol w="2505489"/>
                <a:gridCol w="2449812"/>
                <a:gridCol w="2171424"/>
                <a:gridCol w="2505489"/>
              </a:tblGrid>
              <a:tr h="666750">
                <a:tc>
                  <a:txBody>
                    <a:bodyPr lIns="57150" tIns="47625" rIns="57150" bIns="47625">
                      <a:normAutofit/>
                    </a:bodyPr>
                    <a:lstStyle/>
                    <a:p>
                      <a:pPr algn="l"/>
                      <a:r>
                        <a:rPr sz="1013" b="1">
                          <a:solidFill>
                            <a:srgbClr val="FFFFFF"/>
                          </a:solidFill>
                          <a:latin typeface="Noto Sans JP"/>
                          <a:ea typeface="Noto Sans JP"/>
                          <a:cs typeface="Noto Sans JP"/>
                        </a:rPr>
                        <a:t>開発課題</a:t>
                      </a:r>
                    </a:p>
                  </a:txBody>
                  <a:tcPr marL="91440" marR="91440" marT="45720" marB="45720" anchor="ctr">
                    <a:solidFill>
                      <a:srgbClr val="00A6D6"/>
                    </a:solidFill>
                  </a:tcPr>
                </a:tc>
                <a:tc>
                  <a:txBody>
                    <a:bodyPr lIns="57150" tIns="47625" rIns="57150" bIns="47625">
                      <a:normAutofit/>
                    </a:bodyPr>
                    <a:lstStyle/>
                    <a:p>
                      <a:pPr algn="ctr"/>
                      <a:r>
                        <a:rPr sz="1013" b="1">
                          <a:solidFill>
                            <a:srgbClr val="FFFFFF"/>
                          </a:solidFill>
                          <a:latin typeface="Noto Sans JP"/>
                          <a:ea typeface="Noto Sans JP"/>
                          <a:cs typeface="Noto Sans JP"/>
                        </a:rPr>
                        <a:t>感度が高い電子物理</a:t>
                      </a:r>
                    </a:p>
                  </a:txBody>
                  <a:tcPr marL="91440" marR="91440" marT="45720" marB="45720" anchor="ctr">
                    <a:solidFill>
                      <a:srgbClr val="00A6D6"/>
                    </a:solidFill>
                  </a:tcPr>
                </a:tc>
                <a:tc>
                  <a:txBody>
                    <a:bodyPr lIns="57150" tIns="47625" rIns="57150" bIns="47625">
                      <a:normAutofit/>
                    </a:bodyPr>
                    <a:lstStyle/>
                    <a:p>
                      <a:pPr algn="ctr"/>
                      <a:r>
                        <a:rPr sz="1013" b="1">
                          <a:solidFill>
                            <a:srgbClr val="FFFFFF"/>
                          </a:solidFill>
                          <a:latin typeface="Noto Sans JP"/>
                          <a:ea typeface="Noto Sans JP"/>
                          <a:cs typeface="Noto Sans JP"/>
                        </a:rPr>
                        <a:t>COMSOLで見る分布</a:t>
                      </a:r>
                    </a:p>
                  </a:txBody>
                  <a:tcPr marL="91440" marR="91440" marT="45720" marB="45720" anchor="ctr">
                    <a:solidFill>
                      <a:srgbClr val="00A6D6"/>
                    </a:solidFill>
                  </a:tcPr>
                </a:tc>
                <a:tc>
                  <a:txBody>
                    <a:bodyPr lIns="57150" tIns="47625" rIns="57150" bIns="47625">
                      <a:normAutofit/>
                    </a:bodyPr>
                    <a:lstStyle/>
                    <a:p>
                      <a:pPr algn="ctr"/>
                      <a:r>
                        <a:rPr sz="1013" b="1">
                          <a:solidFill>
                            <a:srgbClr val="FFFFFF"/>
                          </a:solidFill>
                          <a:latin typeface="Noto Sans JP"/>
                          <a:ea typeface="Noto Sans JP"/>
                          <a:cs typeface="Noto Sans JP"/>
                        </a:rPr>
                        <a:t>支える判断</a:t>
                      </a:r>
                    </a:p>
                  </a:txBody>
                  <a:tcPr marL="91440" marR="91440" marT="45720" marB="45720" anchor="ctr">
                    <a:solidFill>
                      <a:srgbClr val="00A6D6"/>
                    </a:solidFill>
                  </a:tcPr>
                </a:tc>
                <a:tc>
                  <a:txBody>
                    <a:bodyPr lIns="57150" tIns="47625" rIns="57150" bIns="47625">
                      <a:normAutofit/>
                    </a:bodyPr>
                    <a:lstStyle/>
                    <a:p>
                      <a:pPr algn="ctr"/>
                      <a:r>
                        <a:rPr sz="1013" b="1">
                          <a:solidFill>
                            <a:srgbClr val="FFFFFF"/>
                          </a:solidFill>
                          <a:latin typeface="Noto Sans JP"/>
                          <a:ea typeface="Noto Sans JP"/>
                          <a:cs typeface="Noto Sans JP"/>
                        </a:rPr>
                        <a:t>単独では言えないこと</a:t>
                      </a:r>
                    </a:p>
                  </a:txBody>
                  <a:tcPr marL="91440" marR="91440" marT="45720" marB="45720" anchor="ctr">
                    <a:solidFill>
                      <a:srgbClr val="00A6D6"/>
                    </a:solidFill>
                  </a:tcPr>
                </a:tc>
              </a:tr>
              <a:tr h="666750">
                <a:tc>
                  <a:txBody>
                    <a:bodyPr lIns="57150" tIns="47625" rIns="57150" bIns="47625">
                      <a:normAutofit/>
                    </a:bodyPr>
                    <a:lstStyle/>
                    <a:p>
                      <a:pPr algn="l"/>
                      <a:r>
                        <a:rPr sz="938" b="1">
                          <a:solidFill>
                            <a:srgbClr val="333333"/>
                          </a:solidFill>
                          <a:latin typeface="Noto Sans JP"/>
                          <a:ea typeface="Noto Sans JP"/>
                          <a:cs typeface="Noto Sans JP"/>
                        </a:rPr>
                        <a:t>誘電体エッチ</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電離・励起の高エネルギー尾部</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nₑ、Ar*、RF吸収</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電力・圧力の条件窓</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エッチ速度・形状</a:t>
                      </a:r>
                    </a:p>
                  </a:txBody>
                  <a:tcPr marL="91440" marR="91440" marT="45720" marB="45720" anchor="ctr">
                    <a:solidFill>
                      <a:srgbClr val="FFFFFF"/>
                    </a:solidFill>
                  </a:tcPr>
                </a:tc>
              </a:tr>
              <a:tr h="666750">
                <a:tc>
                  <a:txBody>
                    <a:bodyPr lIns="57150" tIns="47625" rIns="57150" bIns="47625">
                      <a:normAutofit/>
                    </a:bodyPr>
                    <a:lstStyle/>
                    <a:p>
                      <a:pPr algn="l"/>
                      <a:r>
                        <a:rPr sz="938" b="1">
                          <a:solidFill>
                            <a:srgbClr val="333333"/>
                          </a:solidFill>
                          <a:latin typeface="Noto Sans JP"/>
                          <a:ea typeface="Noto Sans JP"/>
                          <a:cs typeface="Noto Sans JP"/>
                        </a:rPr>
                        <a:t>ラジカルエッチ／洗浄</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解離・付着</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ラジカル生成源、電気陰性度</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ガス比・滞留時間</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表面反応を含む清浄化速度</a:t>
                      </a:r>
                    </a:p>
                  </a:txBody>
                  <a:tcPr marL="91440" marR="91440" marT="45720" marB="45720" anchor="ctr">
                    <a:solidFill>
                      <a:srgbClr val="F2F3F4"/>
                    </a:solidFill>
                  </a:tcPr>
                </a:tc>
              </a:tr>
              <a:tr h="666750">
                <a:tc>
                  <a:txBody>
                    <a:bodyPr lIns="57150" tIns="47625" rIns="57150" bIns="47625">
                      <a:normAutofit/>
                    </a:bodyPr>
                    <a:lstStyle/>
                    <a:p>
                      <a:pPr algn="l"/>
                      <a:r>
                        <a:rPr sz="938" b="1">
                          <a:solidFill>
                            <a:srgbClr val="333333"/>
                          </a:solidFill>
                          <a:latin typeface="Noto Sans JP"/>
                          <a:ea typeface="Noto Sans JP"/>
                          <a:cs typeface="Noto Sans JP"/>
                        </a:rPr>
                        <a:t>PECVD / ALD</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振動・電子励起、前駆体活性化</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活性種生成源</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投入量・プラズマ時間</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膜質・組成</a:t>
                      </a:r>
                    </a:p>
                  </a:txBody>
                  <a:tcPr marL="91440" marR="91440" marT="45720" marB="45720" anchor="ctr">
                    <a:solidFill>
                      <a:srgbClr val="FFFFFF"/>
                    </a:solidFill>
                  </a:tcPr>
                </a:tc>
              </a:tr>
              <a:tr h="666750">
                <a:tc>
                  <a:txBody>
                    <a:bodyPr lIns="57150" tIns="47625" rIns="57150" bIns="47625">
                      <a:normAutofit/>
                    </a:bodyPr>
                    <a:lstStyle/>
                    <a:p>
                      <a:pPr algn="l"/>
                      <a:r>
                        <a:rPr sz="938" b="1">
                          <a:solidFill>
                            <a:srgbClr val="333333"/>
                          </a:solidFill>
                          <a:latin typeface="Noto Sans JP"/>
                          <a:ea typeface="Noto Sans JP"/>
                          <a:cs typeface="Noto Sans JP"/>
                        </a:rPr>
                        <a:t>均一性調整</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移動度、拡散、局所反応速度</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径方向・高さ方向勾配</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コイル・電極・圧力設計</a:t>
                      </a:r>
                    </a:p>
                  </a:txBody>
                  <a:tcPr marL="91440" marR="91440" marT="45720" marB="45720" anchor="ctr">
                    <a:solidFill>
                      <a:srgbClr val="F2F3F4"/>
                    </a:solidFill>
                  </a:tcPr>
                </a:tc>
                <a:tc>
                  <a:txBody>
                    <a:bodyPr lIns="57150" tIns="47625" rIns="57150" bIns="47625">
                      <a:normAutofit/>
                    </a:bodyPr>
                    <a:lstStyle/>
                    <a:p>
                      <a:pPr algn="ctr"/>
                      <a:r>
                        <a:rPr sz="938" b="0">
                          <a:solidFill>
                            <a:srgbClr val="333333"/>
                          </a:solidFill>
                          <a:latin typeface="Noto Sans JP"/>
                          <a:ea typeface="Noto Sans JP"/>
                          <a:cs typeface="Noto Sans JP"/>
                        </a:rPr>
                        <a:t>非局所性が強い場合の精度</a:t>
                      </a:r>
                    </a:p>
                  </a:txBody>
                  <a:tcPr marL="91440" marR="91440" marT="45720" marB="45720" anchor="ctr">
                    <a:solidFill>
                      <a:srgbClr val="F2F3F4"/>
                    </a:solidFill>
                  </a:tcPr>
                </a:tc>
              </a:tr>
              <a:tr h="666750">
                <a:tc>
                  <a:txBody>
                    <a:bodyPr lIns="57150" tIns="47625" rIns="57150" bIns="47625">
                      <a:normAutofit/>
                    </a:bodyPr>
                    <a:lstStyle/>
                    <a:p>
                      <a:pPr algn="l"/>
                      <a:r>
                        <a:rPr sz="938" b="1">
                          <a:solidFill>
                            <a:srgbClr val="333333"/>
                          </a:solidFill>
                          <a:latin typeface="Noto Sans JP"/>
                          <a:ea typeface="Noto Sans JP"/>
                          <a:cs typeface="Noto Sans JP"/>
                        </a:rPr>
                        <a:t>損傷抑制</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高エネルギー電子、電離源</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シース結合の代理指標、種粒子束</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バイアス・パルス条件</a:t>
                      </a:r>
                    </a:p>
                  </a:txBody>
                  <a:tcPr marL="91440" marR="91440" marT="45720" marB="45720" anchor="ctr">
                    <a:solidFill>
                      <a:srgbClr val="FFFFFF"/>
                    </a:solidFill>
                  </a:tcPr>
                </a:tc>
                <a:tc>
                  <a:txBody>
                    <a:bodyPr lIns="57150" tIns="47625" rIns="57150" bIns="47625">
                      <a:normAutofit/>
                    </a:bodyPr>
                    <a:lstStyle/>
                    <a:p>
                      <a:pPr algn="ctr"/>
                      <a:r>
                        <a:rPr sz="938" b="0">
                          <a:solidFill>
                            <a:srgbClr val="333333"/>
                          </a:solidFill>
                          <a:latin typeface="Noto Sans JP"/>
                          <a:ea typeface="Noto Sans JP"/>
                          <a:cs typeface="Noto Sans JP"/>
                        </a:rPr>
                        <a:t>イオンエネルギー分布・損傷量</a:t>
                      </a:r>
                    </a:p>
                  </a:txBody>
                  <a:tcPr marL="91440" marR="91440" marT="45720" marB="45720" anchor="ctr">
                    <a:solidFill>
                      <a:srgbClr val="FFFFFF"/>
                    </a:solidFill>
                  </a:tcPr>
                </a:tc>
              </a:tr>
            </a:tbl>
          </a:graphicData>
        </a:graphic>
      </p:graphicFrame>
      <p:sp>
        <p:nvSpPr>
          <p:cNvPr id="4" name="takeaway-bullet">
            <a:extLst xmlns:a="http://schemas.openxmlformats.org/drawingml/2006/main">
              <a:ext uri="{FF2B5EF4-FFF2-40B4-BE49-F238E27FC236}">
                <a16:creationId xmlns:a16="http://schemas.microsoft.com/office/drawing/2014/main" id="{83D1A2F1-231B-4212-8BED-96F6AE6FB7B5}"/>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5" name="takeaway">
            <a:extLst xmlns:a="http://schemas.openxmlformats.org/drawingml/2006/main">
              <a:ext uri="{FF2B5EF4-FFF2-40B4-BE49-F238E27FC236}">
                <a16:creationId xmlns:a16="http://schemas.microsoft.com/office/drawing/2014/main" id="{6551CD80-1FE6-49AA-BEFF-53FAA0F2E0DB}"/>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EEDF差を良い／悪いで評価せず、対象反応と空間KPIへ写像して</a:t>
            </a:r>
            <a:r>
              <a:rPr sz="1350" b="1" i="0">
                <a:solidFill>
                  <a:srgbClr val="6DBB20"/>
                </a:solidFill>
                <a:latin typeface="Noto Sans JP"/>
                <a:ea typeface="Noto Sans JP"/>
                <a:cs typeface="Noto Sans JP"/>
              </a:rPr>
              <a:t>プロセス条件判断</a:t>
            </a:r>
            <a:r>
              <a:rPr sz="1350" b="1" i="0">
                <a:solidFill>
                  <a:srgbClr val="6DBB20"/>
                </a:solidFill>
                <a:latin typeface="Noto Sans JP"/>
                <a:ea typeface="Noto Sans JP"/>
                <a:cs typeface="Noto Sans JP"/>
              </a:rPr>
              <a:t>に使う。</a:t>
            </a:r>
          </a:p>
        </p:txBody>
      </p:sp>
      <p:sp>
        <p:nvSpPr>
          <p:cNvPr id="6" name="section">
            <a:extLst xmlns:a="http://schemas.openxmlformats.org/drawingml/2006/main">
              <a:ext uri="{FF2B5EF4-FFF2-40B4-BE49-F238E27FC236}">
                <a16:creationId xmlns:a16="http://schemas.microsoft.com/office/drawing/2014/main" id="{8CAFE410-FB7A-49BA-8C66-0EB892CE1BB4}"/>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VIII. 装置開発への適用</a:t>
            </a:r>
          </a:p>
        </p:txBody>
      </p:sp>
      <p:sp>
        <p:nvSpPr>
          <p:cNvPr id="7" name="footer">
            <a:extLst xmlns:a="http://schemas.openxmlformats.org/drawingml/2006/main">
              <a:ext uri="{FF2B5EF4-FFF2-40B4-BE49-F238E27FC236}">
                <a16:creationId xmlns:a16="http://schemas.microsoft.com/office/drawing/2014/main" id="{4A912811-F72C-4F30-BFF6-F98E7746B66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8" name="page">
            <a:extLst xmlns:a="http://schemas.openxmlformats.org/drawingml/2006/main">
              <a:ext uri="{FF2B5EF4-FFF2-40B4-BE49-F238E27FC236}">
                <a16:creationId xmlns:a16="http://schemas.microsoft.com/office/drawing/2014/main" id="{4EADED02-9625-4ABC-8B15-E773F90D6C60}"/>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67</a:t>
            </a:r>
          </a:p>
        </p:txBody>
      </p:sp>
    </p:spTree>
    <p:extLst>
      <p:ext uri="{BB962C8B-B14F-4D97-AF65-F5344CB8AC3E}">
        <p14:creationId xmlns:p14="http://schemas.microsoft.com/office/powerpoint/2010/main" val="129102406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64D8130-FC99-46B6-A381-623D4CE6F3C6}"/>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適用限界を先に判定する</a:t>
            </a:r>
          </a:p>
        </p:txBody>
      </p:sp>
      <p:sp>
        <p:nvSpPr>
          <p:cNvPr id="3" name="subtitle">
            <a:extLst xmlns:a="http://schemas.openxmlformats.org/drawingml/2006/main">
              <a:ext uri="{FF2B5EF4-FFF2-40B4-BE49-F238E27FC236}">
                <a16:creationId xmlns:a16="http://schemas.microsoft.com/office/drawing/2014/main" id="{04F9515C-E0EE-41ED-A769-A0D385CEE705}"/>
              </a:ext>
            </a:extLst>
          </p:cNvPr>
          <p:cNvSpPr>
            <a:spLocks xmlns:a="http://schemas.openxmlformats.org/drawingml/2006/main" noGrp="1"/>
          </p:cNvSpPr>
          <p:nvPr/>
        </p:nvSpPr>
        <p:spPr>
          <a:xfrm xmlns:a="http://schemas.openxmlformats.org/drawingml/2006/main">
            <a:off x="419100" y="971550"/>
            <a:ext cx="1109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008DB6"/>
                </a:solidFill>
                <a:latin typeface="Noto Sans JP"/>
                <a:ea typeface="Noto Sans JP"/>
                <a:cs typeface="Noto Sans JP"/>
              </a:defRPr>
            </a:pPr>
            <a:r>
              <a:rPr sz="1275" b="0" i="0">
                <a:solidFill>
                  <a:srgbClr val="008DB6"/>
                </a:solidFill>
                <a:latin typeface="Noto Sans JP"/>
                <a:ea typeface="Noto Sans JP"/>
                <a:cs typeface="Noto Sans JP"/>
              </a:rPr>
              <a:t>局所Swarm表を使う前に、空間・時間・磁場・角度・</a:t>
            </a:r>
            <a:r>
              <a:rPr sz="1275" b="0" i="0">
                <a:solidFill>
                  <a:srgbClr val="008DB6"/>
                </a:solidFill>
                <a:latin typeface="Noto Sans JP"/>
                <a:ea typeface="Noto Sans JP"/>
                <a:cs typeface="Noto Sans JP"/>
              </a:rPr>
              <a:t>高エネルギー尾部の尺度</a:t>
            </a:r>
            <a:r>
              <a:rPr sz="1275" b="0" i="0">
                <a:solidFill>
                  <a:srgbClr val="008DB6"/>
                </a:solidFill>
                <a:latin typeface="Noto Sans JP"/>
                <a:ea typeface="Noto Sans JP"/>
                <a:cs typeface="Noto Sans JP"/>
              </a:rPr>
              <a:t>を確認</a:t>
            </a:r>
          </a:p>
        </p:txBody>
      </p:sp>
      <p:graphicFrame>
        <p:nvGraphicFramePr>
          <p:cNvPr id="12" name=""/>
          <p:cNvGraphicFramePr/>
          <p:nvPr/>
        </p:nvGraphicFramePr>
        <p:xfrm>
          <a:off xmlns:a="http://schemas.openxmlformats.org/drawingml/2006/main" x="381000" y="1381125"/>
          <a:ext xmlns:a="http://schemas.openxmlformats.org/drawingml/2006/main" cx="11430000" cy="3905250"/>
        </p:xfrm>
        <a:graphic xmlns:a="http://schemas.openxmlformats.org/drawingml/2006/main">
          <a:graphicData uri="http://schemas.openxmlformats.org/drawingml/2006/table">
            <a:tbl>
              <a:tblPr/>
              <a:tblGrid>
                <a:gridCol w="1154545"/>
                <a:gridCol w="1905000"/>
                <a:gridCol w="2597727"/>
                <a:gridCol w="2713182"/>
                <a:gridCol w="3059545"/>
              </a:tblGrid>
              <a:tr h="650875">
                <a:tc>
                  <a:txBody>
                    <a:bodyPr lIns="57150" tIns="47625" rIns="57150" bIns="47625">
                      <a:normAutofit/>
                    </a:bodyPr>
                    <a:lstStyle/>
                    <a:p>
                      <a:pPr algn="l"/>
                      <a:r>
                        <a:rPr sz="1050" b="1">
                          <a:solidFill>
                            <a:srgbClr val="FFFFFF"/>
                          </a:solidFill>
                          <a:latin typeface="Noto Sans JP"/>
                          <a:ea typeface="Noto Sans JP"/>
                          <a:cs typeface="Noto Sans JP"/>
                        </a:rPr>
                        <a:t>指標</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定義</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≪1なら</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大きい場合のリスク</a:t>
                      </a:r>
                    </a:p>
                  </a:txBody>
                  <a:tcPr marL="91440" marR="91440" marT="45720" marB="45720" anchor="ctr">
                    <a:solidFill>
                      <a:srgbClr val="00A6D6"/>
                    </a:solidFill>
                  </a:tcPr>
                </a:tc>
                <a:tc>
                  <a:txBody>
                    <a:bodyPr lIns="57150" tIns="47625" rIns="57150" bIns="47625">
                      <a:normAutofit/>
                    </a:bodyPr>
                    <a:lstStyle/>
                    <a:p>
                      <a:pPr algn="ctr"/>
                      <a:r>
                        <a:rPr sz="1050" b="1">
                          <a:solidFill>
                            <a:srgbClr val="FFFFFF"/>
                          </a:solidFill>
                          <a:latin typeface="Noto Sans JP"/>
                          <a:ea typeface="Noto Sans JP"/>
                          <a:cs typeface="Noto Sans JP"/>
                        </a:rPr>
                        <a:t>推奨する対応</a:t>
                      </a:r>
                    </a:p>
                  </a:txBody>
                  <a:tcPr marL="91440" marR="91440" marT="45720" marB="45720" anchor="ctr">
                    <a:solidFill>
                      <a:srgbClr val="00A6D6"/>
                    </a:solidFill>
                  </a:tcPr>
                </a:tc>
              </a:tr>
              <a:tr h="650875">
                <a:tc>
                  <a:txBody>
                    <a:bodyPr lIns="57150" tIns="47625" rIns="57150" bIns="47625">
                      <a:normAutofit/>
                    </a:bodyPr>
                    <a:lstStyle/>
                    <a:p>
                      <a:pPr algn="l"/>
                      <a:r>
                        <a:rPr sz="975" b="1">
                          <a:solidFill>
                            <a:srgbClr val="333333"/>
                          </a:solidFill>
                          <a:latin typeface="Noto Sans JP"/>
                          <a:ea typeface="Noto Sans JP"/>
                          <a:cs typeface="Noto Sans JP"/>
                        </a:rPr>
                        <a:t>Knₑ</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λₑ / L</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局所場・局所平均エネルギーが妥当</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非局所電子輸送</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非局所電子輸送モデル／実験診断</a:t>
                      </a:r>
                    </a:p>
                  </a:txBody>
                  <a:tcPr marL="91440" marR="91440" marT="45720" marB="45720" anchor="ctr">
                    <a:solidFill>
                      <a:srgbClr val="FFFFFF"/>
                    </a:solidFill>
                  </a:tcPr>
                </a:tc>
              </a:tr>
              <a:tr h="650875">
                <a:tc>
                  <a:txBody>
                    <a:bodyPr lIns="57150" tIns="47625" rIns="57150" bIns="47625">
                      <a:normAutofit/>
                    </a:bodyPr>
                    <a:lstStyle/>
                    <a:p>
                      <a:pPr algn="l"/>
                      <a:r>
                        <a:rPr sz="975" b="1">
                          <a:solidFill>
                            <a:srgbClr val="333333"/>
                          </a:solidFill>
                          <a:latin typeface="Noto Sans JP"/>
                          <a:ea typeface="Noto Sans JP"/>
                          <a:cs typeface="Noto Sans JP"/>
                        </a:rPr>
                        <a:t>Ω</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ω_RF / ν_m</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電子緩和がRFより速い</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位相依存EEDF</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周期BoltzmannまたはMonte Carlo</a:t>
                      </a:r>
                    </a:p>
                  </a:txBody>
                  <a:tcPr marL="91440" marR="91440" marT="45720" marB="45720" anchor="ctr">
                    <a:solidFill>
                      <a:srgbClr val="F2F3F4"/>
                    </a:solidFill>
                  </a:tcPr>
                </a:tc>
              </a:tr>
              <a:tr h="650875">
                <a:tc>
                  <a:txBody>
                    <a:bodyPr lIns="57150" tIns="47625" rIns="57150" bIns="47625">
                      <a:normAutofit/>
                    </a:bodyPr>
                    <a:lstStyle/>
                    <a:p>
                      <a:pPr algn="l"/>
                      <a:r>
                        <a:rPr sz="975" b="1">
                          <a:solidFill>
                            <a:srgbClr val="333333"/>
                          </a:solidFill>
                          <a:latin typeface="Noto Sans JP"/>
                          <a:ea typeface="Noto Sans JP"/>
                          <a:cs typeface="Noto Sans JP"/>
                        </a:rPr>
                        <a:t>β</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ω_ce / ν_m</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磁化が弱い</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交差E–B異方性</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全Yℓm展開または軌道Monte Carlo</a:t>
                      </a:r>
                    </a:p>
                  </a:txBody>
                  <a:tcPr marL="91440" marR="91440" marT="45720" marB="45720" anchor="ctr">
                    <a:solidFill>
                      <a:srgbClr val="FFFFFF"/>
                    </a:solidFill>
                  </a:tcPr>
                </a:tc>
              </a:tr>
              <a:tr h="650875">
                <a:tc>
                  <a:txBody>
                    <a:bodyPr lIns="57150" tIns="47625" rIns="57150" bIns="47625">
                      <a:normAutofit/>
                    </a:bodyPr>
                    <a:lstStyle/>
                    <a:p>
                      <a:pPr algn="l"/>
                      <a:r>
                        <a:rPr sz="975" b="1">
                          <a:solidFill>
                            <a:srgbClr val="333333"/>
                          </a:solidFill>
                          <a:latin typeface="Noto Sans JP"/>
                          <a:ea typeface="Noto Sans JP"/>
                          <a:cs typeface="Noto Sans JP"/>
                        </a:rPr>
                        <a:t>A</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|F₂/F₀|</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two-term切断が小さい</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高次角度成分</a:t>
                      </a:r>
                    </a:p>
                  </a:txBody>
                  <a:tcPr marL="91440" marR="91440" marT="45720" marB="45720" anchor="ctr">
                    <a:solidFill>
                      <a:srgbClr val="F2F3F4"/>
                    </a:solidFill>
                  </a:tcPr>
                </a:tc>
                <a:tc>
                  <a:txBody>
                    <a:bodyPr lIns="57150" tIns="47625" rIns="57150" bIns="47625">
                      <a:normAutofit/>
                    </a:bodyPr>
                    <a:lstStyle/>
                    <a:p>
                      <a:pPr algn="ctr"/>
                      <a:r>
                        <a:rPr sz="975" b="0">
                          <a:solidFill>
                            <a:srgbClr val="333333"/>
                          </a:solidFill>
                          <a:latin typeface="Noto Sans JP"/>
                          <a:ea typeface="Noto Sans JP"/>
                          <a:cs typeface="Noto Sans JP"/>
                        </a:rPr>
                        <a:t>multi-termのLmax収束</a:t>
                      </a:r>
                    </a:p>
                  </a:txBody>
                  <a:tcPr marL="91440" marR="91440" marT="45720" marB="45720" anchor="ctr">
                    <a:solidFill>
                      <a:srgbClr val="F2F3F4"/>
                    </a:solidFill>
                  </a:tcPr>
                </a:tc>
              </a:tr>
              <a:tr h="650875">
                <a:tc>
                  <a:txBody>
                    <a:bodyPr lIns="57150" tIns="47625" rIns="57150" bIns="47625">
                      <a:normAutofit/>
                    </a:bodyPr>
                    <a:lstStyle/>
                    <a:p>
                      <a:pPr algn="l"/>
                      <a:r>
                        <a:rPr sz="975" b="1">
                          <a:solidFill>
                            <a:srgbClr val="333333"/>
                          </a:solidFill>
                          <a:latin typeface="Noto Sans JP"/>
                          <a:ea typeface="Noto Sans JP"/>
                          <a:cs typeface="Noto Sans JP"/>
                        </a:rPr>
                        <a:t>高エネルギー範囲</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ε_max / 反応閾値</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必要な高エネルギー尾部を含む</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閾値反応の過小評価</a:t>
                      </a:r>
                    </a:p>
                  </a:txBody>
                  <a:tcPr marL="91440" marR="91440" marT="45720" marB="45720" anchor="ctr">
                    <a:solidFill>
                      <a:srgbClr val="FFFFFF"/>
                    </a:solidFill>
                  </a:tcPr>
                </a:tc>
                <a:tc>
                  <a:txBody>
                    <a:bodyPr lIns="57150" tIns="47625" rIns="57150" bIns="47625">
                      <a:normAutofit/>
                    </a:bodyPr>
                    <a:lstStyle/>
                    <a:p>
                      <a:pPr algn="ctr"/>
                      <a:r>
                        <a:rPr sz="975" b="0">
                          <a:solidFill>
                            <a:srgbClr val="333333"/>
                          </a:solidFill>
                          <a:latin typeface="Noto Sans JP"/>
                          <a:ea typeface="Noto Sans JP"/>
                          <a:cs typeface="Noto Sans JP"/>
                        </a:rPr>
                        <a:t>エネルギー上限延長・希少反応の標本確認</a:t>
                      </a:r>
                    </a:p>
                  </a:txBody>
                  <a:tcPr marL="91440" marR="91440" marT="45720" marB="45720" anchor="ctr">
                    <a:solidFill>
                      <a:srgbClr val="FFFFFF"/>
                    </a:solidFill>
                  </a:tcPr>
                </a:tc>
              </a:tr>
            </a:tbl>
          </a:graphicData>
        </a:graphic>
      </p:graphicFrame>
      <p:sp>
        <p:nvSpPr>
          <p:cNvPr id="5" name="takeaway-bullet">
            <a:extLst xmlns:a="http://schemas.openxmlformats.org/drawingml/2006/main">
              <a:ext uri="{FF2B5EF4-FFF2-40B4-BE49-F238E27FC236}">
                <a16:creationId xmlns:a16="http://schemas.microsoft.com/office/drawing/2014/main" id="{9A4DE031-01EB-44C2-B814-EFFAF5B4ED22}"/>
              </a:ext>
            </a:extLst>
          </p:cNvPr>
          <p:cNvSpPr>
            <a:spLocks xmlns:a="http://schemas.openxmlformats.org/drawingml/2006/main" noGrp="1"/>
          </p:cNvSpPr>
          <p:nvPr/>
        </p:nvSpPr>
        <p:spPr>
          <a:xfrm xmlns:a="http://schemas.openxmlformats.org/drawingml/2006/main">
            <a:off x="457200" y="603885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6" name="takeaway">
            <a:extLst xmlns:a="http://schemas.openxmlformats.org/drawingml/2006/main">
              <a:ext uri="{FF2B5EF4-FFF2-40B4-BE49-F238E27FC236}">
                <a16:creationId xmlns:a16="http://schemas.microsoft.com/office/drawing/2014/main" id="{A76B716A-9CCE-4745-8F97-27F6B9F89B7F}"/>
              </a:ext>
            </a:extLst>
          </p:cNvPr>
          <p:cNvSpPr>
            <a:spLocks xmlns:a="http://schemas.openxmlformats.org/drawingml/2006/main" noGrp="1"/>
          </p:cNvSpPr>
          <p:nvPr/>
        </p:nvSpPr>
        <p:spPr>
          <a:xfrm xmlns:a="http://schemas.openxmlformats.org/drawingml/2006/main">
            <a:off x="647700" y="591502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KnₑやΩが大きい領域では、局所EEDF表そのものが主要誤差源になる。計算法を高級化するだけでは解決しない。</a:t>
            </a:r>
          </a:p>
        </p:txBody>
      </p:sp>
      <p:sp>
        <p:nvSpPr>
          <p:cNvPr id="7" name="section">
            <a:extLst xmlns:a="http://schemas.openxmlformats.org/drawingml/2006/main">
              <a:ext uri="{FF2B5EF4-FFF2-40B4-BE49-F238E27FC236}">
                <a16:creationId xmlns:a16="http://schemas.microsoft.com/office/drawing/2014/main" id="{2E506673-A6CE-4D55-AB00-20FF25566522}"/>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VIII. 装置開発への適用</a:t>
            </a:r>
          </a:p>
        </p:txBody>
      </p:sp>
      <p:sp>
        <p:nvSpPr>
          <p:cNvPr id="8" name="footer">
            <a:extLst xmlns:a="http://schemas.openxmlformats.org/drawingml/2006/main">
              <a:ext uri="{FF2B5EF4-FFF2-40B4-BE49-F238E27FC236}">
                <a16:creationId xmlns:a16="http://schemas.microsoft.com/office/drawing/2014/main" id="{E13D57EF-803A-4467-92EB-434EFFD20C0A}"/>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9" name="page">
            <a:extLst xmlns:a="http://schemas.openxmlformats.org/drawingml/2006/main">
              <a:ext uri="{FF2B5EF4-FFF2-40B4-BE49-F238E27FC236}">
                <a16:creationId xmlns:a16="http://schemas.microsoft.com/office/drawing/2014/main" id="{ADF209AF-C656-4C22-8528-EBD62C087B67}"/>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68</a:t>
            </a:r>
          </a:p>
        </p:txBody>
      </p:sp>
    </p:spTree>
    <p:extLst>
      <p:ext uri="{BB962C8B-B14F-4D97-AF65-F5344CB8AC3E}">
        <p14:creationId xmlns:p14="http://schemas.microsoft.com/office/powerpoint/2010/main" val="8422902"/>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30341A5-030A-4214-8A6A-5E90116CB65F}"/>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推奨ワークフロー：探索から重点検証へ</a:t>
            </a:r>
          </a:p>
        </p:txBody>
      </p:sp>
      <p:sp>
        <p:nvSpPr>
          <p:cNvPr id="3" name="">
            <a:extLst xmlns:a="http://schemas.openxmlformats.org/drawingml/2006/main">
              <a:ext uri="{FF2B5EF4-FFF2-40B4-BE49-F238E27FC236}">
                <a16:creationId xmlns:a16="http://schemas.microsoft.com/office/drawing/2014/main" id="{FF5BCDD6-0F06-4E46-A5A9-D31268493432}"/>
              </a:ext>
            </a:extLst>
          </p:cNvPr>
          <p:cNvSpPr>
            <a:spLocks xmlns:a="http://schemas.openxmlformats.org/drawingml/2006/main" noGrp="1"/>
          </p:cNvSpPr>
          <p:nvPr/>
        </p:nvSpPr>
        <p:spPr>
          <a:xfrm xmlns:a="http://schemas.openxmlformats.org/drawingml/2006/main">
            <a:off x="590550" y="128587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01</a:t>
            </a:r>
          </a:p>
        </p:txBody>
      </p:sp>
      <p:sp>
        <p:nvSpPr>
          <p:cNvPr id="4" name="">
            <a:extLst xmlns:a="http://schemas.openxmlformats.org/drawingml/2006/main">
              <a:ext uri="{FF2B5EF4-FFF2-40B4-BE49-F238E27FC236}">
                <a16:creationId xmlns:a16="http://schemas.microsoft.com/office/drawing/2014/main" id="{68B0C0CC-8A5D-4976-9E9C-38667EFADF99}"/>
              </a:ext>
            </a:extLst>
          </p:cNvPr>
          <p:cNvSpPr>
            <a:spLocks xmlns:a="http://schemas.openxmlformats.org/drawingml/2006/main" noGrp="1"/>
          </p:cNvSpPr>
          <p:nvPr/>
        </p:nvSpPr>
        <p:spPr>
          <a:xfrm xmlns:a="http://schemas.openxmlformats.org/drawingml/2006/main">
            <a:off x="1238250" y="126682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反応とKPIを決める</a:t>
            </a:r>
          </a:p>
        </p:txBody>
      </p:sp>
      <p:sp>
        <p:nvSpPr>
          <p:cNvPr id="5" name="">
            <a:extLst xmlns:a="http://schemas.openxmlformats.org/drawingml/2006/main">
              <a:ext uri="{FF2B5EF4-FFF2-40B4-BE49-F238E27FC236}">
                <a16:creationId xmlns:a16="http://schemas.microsoft.com/office/drawing/2014/main" id="{B27B0536-33C8-4C00-B1FC-3C96374DCA76}"/>
              </a:ext>
            </a:extLst>
          </p:cNvPr>
          <p:cNvSpPr>
            <a:spLocks xmlns:a="http://schemas.openxmlformats.org/drawingml/2006/main" noGrp="1"/>
          </p:cNvSpPr>
          <p:nvPr/>
        </p:nvSpPr>
        <p:spPr>
          <a:xfrm xmlns:a="http://schemas.openxmlformats.org/drawingml/2006/main">
            <a:off x="4524375" y="126682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対象反応の閾値と、見る空間量・ウエハ指標を先に定義する。</a:t>
            </a:r>
          </a:p>
        </p:txBody>
      </p:sp>
      <p:sp>
        <p:nvSpPr>
          <p:cNvPr id="6" name="">
            <a:extLst xmlns:a="http://schemas.openxmlformats.org/drawingml/2006/main">
              <a:ext uri="{FF2B5EF4-FFF2-40B4-BE49-F238E27FC236}">
                <a16:creationId xmlns:a16="http://schemas.microsoft.com/office/drawing/2014/main" id="{C781D6A8-750A-449A-90FD-D8E84F10875A}"/>
              </a:ext>
            </a:extLst>
          </p:cNvPr>
          <p:cNvSpPr>
            <a:spLocks xmlns:a="http://schemas.openxmlformats.org/drawingml/2006/main" noGrp="1"/>
          </p:cNvSpPr>
          <p:nvPr/>
        </p:nvSpPr>
        <p:spPr>
          <a:xfrm xmlns:a="http://schemas.openxmlformats.org/drawingml/2006/main">
            <a:off x="1238250" y="179070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7" name="">
            <a:extLst xmlns:a="http://schemas.openxmlformats.org/drawingml/2006/main">
              <a:ext uri="{FF2B5EF4-FFF2-40B4-BE49-F238E27FC236}">
                <a16:creationId xmlns:a16="http://schemas.microsoft.com/office/drawing/2014/main" id="{61759EBE-1B81-4375-A3D8-1027F8AB79DF}"/>
              </a:ext>
            </a:extLst>
          </p:cNvPr>
          <p:cNvSpPr>
            <a:spLocks xmlns:a="http://schemas.openxmlformats.org/drawingml/2006/main" noGrp="1"/>
          </p:cNvSpPr>
          <p:nvPr/>
        </p:nvSpPr>
        <p:spPr>
          <a:xfrm xmlns:a="http://schemas.openxmlformats.org/drawingml/2006/main">
            <a:off x="590550" y="19812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02</a:t>
            </a:r>
          </a:p>
        </p:txBody>
      </p:sp>
      <p:sp>
        <p:nvSpPr>
          <p:cNvPr id="8" name="">
            <a:extLst xmlns:a="http://schemas.openxmlformats.org/drawingml/2006/main">
              <a:ext uri="{FF2B5EF4-FFF2-40B4-BE49-F238E27FC236}">
                <a16:creationId xmlns:a16="http://schemas.microsoft.com/office/drawing/2014/main" id="{34B0BC3D-8A8F-4C25-B50F-D7CCB2F38819}"/>
              </a:ext>
            </a:extLst>
          </p:cNvPr>
          <p:cNvSpPr>
            <a:spLocks xmlns:a="http://schemas.openxmlformats.org/drawingml/2006/main" noGrp="1"/>
          </p:cNvSpPr>
          <p:nvPr/>
        </p:nvSpPr>
        <p:spPr>
          <a:xfrm xmlns:a="http://schemas.openxmlformats.org/drawingml/2006/main">
            <a:off x="1238250" y="196215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断面積を監査</a:t>
            </a:r>
          </a:p>
        </p:txBody>
      </p:sp>
      <p:sp>
        <p:nvSpPr>
          <p:cNvPr id="9" name="">
            <a:extLst xmlns:a="http://schemas.openxmlformats.org/drawingml/2006/main">
              <a:ext uri="{FF2B5EF4-FFF2-40B4-BE49-F238E27FC236}">
                <a16:creationId xmlns:a16="http://schemas.microsoft.com/office/drawing/2014/main" id="{9C69B431-A7E8-4CB3-A4B6-79610699542F}"/>
              </a:ext>
            </a:extLst>
          </p:cNvPr>
          <p:cNvSpPr>
            <a:spLocks xmlns:a="http://schemas.openxmlformats.org/drawingml/2006/main" noGrp="1"/>
          </p:cNvSpPr>
          <p:nvPr/>
        </p:nvSpPr>
        <p:spPr>
          <a:xfrm xmlns:a="http://schemas.openxmlformats.org/drawingml/2006/main">
            <a:off x="4524375" y="196215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過程、閾値、角度情報、付着・超弾性・状態分解の有無を確認する。</a:t>
            </a:r>
          </a:p>
        </p:txBody>
      </p:sp>
      <p:sp>
        <p:nvSpPr>
          <p:cNvPr id="10" name="">
            <a:extLst xmlns:a="http://schemas.openxmlformats.org/drawingml/2006/main">
              <a:ext uri="{FF2B5EF4-FFF2-40B4-BE49-F238E27FC236}">
                <a16:creationId xmlns:a16="http://schemas.microsoft.com/office/drawing/2014/main" id="{305D79BC-E84C-4FAB-8D7C-DF889A5FF85B}"/>
              </a:ext>
            </a:extLst>
          </p:cNvPr>
          <p:cNvSpPr>
            <a:spLocks xmlns:a="http://schemas.openxmlformats.org/drawingml/2006/main" noGrp="1"/>
          </p:cNvSpPr>
          <p:nvPr/>
        </p:nvSpPr>
        <p:spPr>
          <a:xfrm xmlns:a="http://schemas.openxmlformats.org/drawingml/2006/main">
            <a:off x="1238250" y="248602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1" name="">
            <a:extLst xmlns:a="http://schemas.openxmlformats.org/drawingml/2006/main">
              <a:ext uri="{FF2B5EF4-FFF2-40B4-BE49-F238E27FC236}">
                <a16:creationId xmlns:a16="http://schemas.microsoft.com/office/drawing/2014/main" id="{A0C99C11-8E0D-46E0-BAD3-50EB4F7D06FC}"/>
              </a:ext>
            </a:extLst>
          </p:cNvPr>
          <p:cNvSpPr>
            <a:spLocks xmlns:a="http://schemas.openxmlformats.org/drawingml/2006/main" noGrp="1"/>
          </p:cNvSpPr>
          <p:nvPr/>
        </p:nvSpPr>
        <p:spPr>
          <a:xfrm xmlns:a="http://schemas.openxmlformats.org/drawingml/2006/main">
            <a:off x="590550" y="267652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03</a:t>
            </a:r>
          </a:p>
        </p:txBody>
      </p:sp>
      <p:sp>
        <p:nvSpPr>
          <p:cNvPr id="12" name="">
            <a:extLst xmlns:a="http://schemas.openxmlformats.org/drawingml/2006/main">
              <a:ext uri="{FF2B5EF4-FFF2-40B4-BE49-F238E27FC236}">
                <a16:creationId xmlns:a16="http://schemas.microsoft.com/office/drawing/2014/main" id="{BC1312AA-4E28-4F90-8C1E-D7F659F66E48}"/>
              </a:ext>
            </a:extLst>
          </p:cNvPr>
          <p:cNvSpPr>
            <a:spLocks xmlns:a="http://schemas.openxmlformats.org/drawingml/2006/main" noGrp="1"/>
          </p:cNvSpPr>
          <p:nvPr/>
        </p:nvSpPr>
        <p:spPr>
          <a:xfrm xmlns:a="http://schemas.openxmlformats.org/drawingml/2006/main">
            <a:off x="1238250" y="265747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two-termで広く掃引</a:t>
            </a:r>
          </a:p>
        </p:txBody>
      </p:sp>
      <p:sp>
        <p:nvSpPr>
          <p:cNvPr id="13" name="">
            <a:extLst xmlns:a="http://schemas.openxmlformats.org/drawingml/2006/main">
              <a:ext uri="{FF2B5EF4-FFF2-40B4-BE49-F238E27FC236}">
                <a16:creationId xmlns:a16="http://schemas.microsoft.com/office/drawing/2014/main" id="{87F45140-3308-4C40-8E79-AA3809A76FFA}"/>
              </a:ext>
            </a:extLst>
          </p:cNvPr>
          <p:cNvSpPr>
            <a:spLocks xmlns:a="http://schemas.openxmlformats.org/drawingml/2006/main" noGrp="1"/>
          </p:cNvSpPr>
          <p:nvPr/>
        </p:nvSpPr>
        <p:spPr>
          <a:xfrm xmlns:a="http://schemas.openxmlformats.org/drawingml/2006/main">
            <a:off x="4524375" y="265747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E/N・混合比・温度を広く走査し、感度の高い領域を特定する。</a:t>
            </a:r>
          </a:p>
        </p:txBody>
      </p:sp>
      <p:sp>
        <p:nvSpPr>
          <p:cNvPr id="14" name="">
            <a:extLst xmlns:a="http://schemas.openxmlformats.org/drawingml/2006/main">
              <a:ext uri="{FF2B5EF4-FFF2-40B4-BE49-F238E27FC236}">
                <a16:creationId xmlns:a16="http://schemas.microsoft.com/office/drawing/2014/main" id="{DD25685A-4E38-47C5-B7F3-F2302FF5D730}"/>
              </a:ext>
            </a:extLst>
          </p:cNvPr>
          <p:cNvSpPr>
            <a:spLocks xmlns:a="http://schemas.openxmlformats.org/drawingml/2006/main" noGrp="1"/>
          </p:cNvSpPr>
          <p:nvPr/>
        </p:nvSpPr>
        <p:spPr>
          <a:xfrm xmlns:a="http://schemas.openxmlformats.org/drawingml/2006/main">
            <a:off x="1238250" y="318135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5" name="">
            <a:extLst xmlns:a="http://schemas.openxmlformats.org/drawingml/2006/main">
              <a:ext uri="{FF2B5EF4-FFF2-40B4-BE49-F238E27FC236}">
                <a16:creationId xmlns:a16="http://schemas.microsoft.com/office/drawing/2014/main" id="{F03F62B3-4C56-4976-BBA1-EDE87B5CC77A}"/>
              </a:ext>
            </a:extLst>
          </p:cNvPr>
          <p:cNvSpPr>
            <a:spLocks xmlns:a="http://schemas.openxmlformats.org/drawingml/2006/main" noGrp="1"/>
          </p:cNvSpPr>
          <p:nvPr/>
        </p:nvSpPr>
        <p:spPr>
          <a:xfrm xmlns:a="http://schemas.openxmlformats.org/drawingml/2006/main">
            <a:off x="590550" y="33718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04</a:t>
            </a:r>
          </a:p>
        </p:txBody>
      </p:sp>
      <p:sp>
        <p:nvSpPr>
          <p:cNvPr id="16" name="">
            <a:extLst xmlns:a="http://schemas.openxmlformats.org/drawingml/2006/main">
              <a:ext uri="{FF2B5EF4-FFF2-40B4-BE49-F238E27FC236}">
                <a16:creationId xmlns:a16="http://schemas.microsoft.com/office/drawing/2014/main" id="{64388A97-4DFE-4F5D-9A1E-3ED18A4F7080}"/>
              </a:ext>
            </a:extLst>
          </p:cNvPr>
          <p:cNvSpPr>
            <a:spLocks xmlns:a="http://schemas.openxmlformats.org/drawingml/2006/main" noGrp="1"/>
          </p:cNvSpPr>
          <p:nvPr/>
        </p:nvSpPr>
        <p:spPr>
          <a:xfrm xmlns:a="http://schemas.openxmlformats.org/drawingml/2006/main">
            <a:off x="1238250" y="335280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PN・P1で差を分解</a:t>
            </a:r>
          </a:p>
        </p:txBody>
      </p:sp>
      <p:sp>
        <p:nvSpPr>
          <p:cNvPr id="17" name="">
            <a:extLst xmlns:a="http://schemas.openxmlformats.org/drawingml/2006/main">
              <a:ext uri="{FF2B5EF4-FFF2-40B4-BE49-F238E27FC236}">
                <a16:creationId xmlns:a16="http://schemas.microsoft.com/office/drawing/2014/main" id="{624A0D16-951E-4B16-A7EB-9B1434210282}"/>
              </a:ext>
            </a:extLst>
          </p:cNvPr>
          <p:cNvSpPr>
            <a:spLocks xmlns:a="http://schemas.openxmlformats.org/drawingml/2006/main" noGrp="1"/>
          </p:cNvSpPr>
          <p:nvPr/>
        </p:nvSpPr>
        <p:spPr>
          <a:xfrm xmlns:a="http://schemas.openxmlformats.org/drawingml/2006/main">
            <a:off x="4524375" y="335280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角度切断と離散化に対する独立な収束確認を行う。</a:t>
            </a:r>
          </a:p>
        </p:txBody>
      </p:sp>
      <p:sp>
        <p:nvSpPr>
          <p:cNvPr id="18" name="">
            <a:extLst xmlns:a="http://schemas.openxmlformats.org/drawingml/2006/main">
              <a:ext uri="{FF2B5EF4-FFF2-40B4-BE49-F238E27FC236}">
                <a16:creationId xmlns:a16="http://schemas.microsoft.com/office/drawing/2014/main" id="{BEB4C897-94C7-46C0-89A0-7A2D0F742A63}"/>
              </a:ext>
            </a:extLst>
          </p:cNvPr>
          <p:cNvSpPr>
            <a:spLocks xmlns:a="http://schemas.openxmlformats.org/drawingml/2006/main" noGrp="1"/>
          </p:cNvSpPr>
          <p:nvPr/>
        </p:nvSpPr>
        <p:spPr>
          <a:xfrm xmlns:a="http://schemas.openxmlformats.org/drawingml/2006/main">
            <a:off x="1238250" y="3876675"/>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19" name="">
            <a:extLst xmlns:a="http://schemas.openxmlformats.org/drawingml/2006/main">
              <a:ext uri="{FF2B5EF4-FFF2-40B4-BE49-F238E27FC236}">
                <a16:creationId xmlns:a16="http://schemas.microsoft.com/office/drawing/2014/main" id="{2F99C06C-7E84-4BD4-A890-0EA1AA6C6629}"/>
              </a:ext>
            </a:extLst>
          </p:cNvPr>
          <p:cNvSpPr>
            <a:spLocks xmlns:a="http://schemas.openxmlformats.org/drawingml/2006/main" noGrp="1"/>
          </p:cNvSpPr>
          <p:nvPr/>
        </p:nvSpPr>
        <p:spPr>
          <a:xfrm xmlns:a="http://schemas.openxmlformats.org/drawingml/2006/main">
            <a:off x="590550" y="4067175"/>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05</a:t>
            </a:r>
          </a:p>
        </p:txBody>
      </p:sp>
      <p:sp>
        <p:nvSpPr>
          <p:cNvPr id="20" name="">
            <a:extLst xmlns:a="http://schemas.openxmlformats.org/drawingml/2006/main">
              <a:ext uri="{FF2B5EF4-FFF2-40B4-BE49-F238E27FC236}">
                <a16:creationId xmlns:a16="http://schemas.microsoft.com/office/drawing/2014/main" id="{0932F3B6-EFCF-48F3-8488-759CB8C08DC3}"/>
              </a:ext>
            </a:extLst>
          </p:cNvPr>
          <p:cNvSpPr>
            <a:spLocks xmlns:a="http://schemas.openxmlformats.org/drawingml/2006/main" noGrp="1"/>
          </p:cNvSpPr>
          <p:nvPr/>
        </p:nvSpPr>
        <p:spPr>
          <a:xfrm xmlns:a="http://schemas.openxmlformats.org/drawingml/2006/main">
            <a:off x="1238250" y="4048125"/>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Monte Carloで選択点を検算</a:t>
            </a:r>
          </a:p>
        </p:txBody>
      </p:sp>
      <p:sp>
        <p:nvSpPr>
          <p:cNvPr id="21" name="">
            <a:extLst xmlns:a="http://schemas.openxmlformats.org/drawingml/2006/main">
              <a:ext uri="{FF2B5EF4-FFF2-40B4-BE49-F238E27FC236}">
                <a16:creationId xmlns:a16="http://schemas.microsoft.com/office/drawing/2014/main" id="{7E9D7E4E-E102-44A8-B433-CE30681D7CD9}"/>
              </a:ext>
            </a:extLst>
          </p:cNvPr>
          <p:cNvSpPr>
            <a:spLocks xmlns:a="http://schemas.openxmlformats.org/drawingml/2006/main" noGrp="1"/>
          </p:cNvSpPr>
          <p:nvPr/>
        </p:nvSpPr>
        <p:spPr>
          <a:xfrm xmlns:a="http://schemas.openxmlformats.org/drawingml/2006/main">
            <a:off x="4524375" y="4048125"/>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統計誤差を定量化し、軌道・B場・</a:t>
            </a:r>
            <a:r>
              <a:rPr sz="1275" b="0" i="0">
                <a:solidFill>
                  <a:srgbClr val="333333"/>
                </a:solidFill>
                <a:latin typeface="Noto Sans JP"/>
                <a:ea typeface="Noto Sans JP"/>
                <a:cs typeface="Noto Sans JP"/>
              </a:rPr>
              <a:t>高エネルギー尾部が重要</a:t>
            </a:r>
            <a:r>
              <a:rPr sz="1275" b="0" i="0">
                <a:solidFill>
                  <a:srgbClr val="333333"/>
                </a:solidFill>
                <a:latin typeface="Noto Sans JP"/>
                <a:ea typeface="Noto Sans JP"/>
                <a:cs typeface="Noto Sans JP"/>
              </a:rPr>
              <a:t>な点を確認する。</a:t>
            </a:r>
          </a:p>
        </p:txBody>
      </p:sp>
      <p:sp>
        <p:nvSpPr>
          <p:cNvPr id="22" name="">
            <a:extLst xmlns:a="http://schemas.openxmlformats.org/drawingml/2006/main">
              <a:ext uri="{FF2B5EF4-FFF2-40B4-BE49-F238E27FC236}">
                <a16:creationId xmlns:a16="http://schemas.microsoft.com/office/drawing/2014/main" id="{BD53A416-AB29-4388-AA91-6A781601C4C9}"/>
              </a:ext>
            </a:extLst>
          </p:cNvPr>
          <p:cNvSpPr>
            <a:spLocks xmlns:a="http://schemas.openxmlformats.org/drawingml/2006/main" noGrp="1"/>
          </p:cNvSpPr>
          <p:nvPr/>
        </p:nvSpPr>
        <p:spPr>
          <a:xfrm xmlns:a="http://schemas.openxmlformats.org/drawingml/2006/main">
            <a:off x="1238250" y="4572000"/>
            <a:ext cx="10001250" cy="0"/>
          </a:xfrm>
          <a:prstGeom xmlns:a="http://schemas.openxmlformats.org/drawingml/2006/main" prst="line">
            <a:avLst/>
          </a:prstGeom>
          <a:noFill xmlns:a="http://schemas.openxmlformats.org/drawingml/2006/main"/>
          <a:ln xmlns:a="http://schemas.openxmlformats.org/drawingml/2006/main" w="9525">
            <a:solidFill>
              <a:srgbClr val="B8DCE6"/>
            </a:solidFill>
            <a:prstDash val="solid"/>
          </a:ln>
        </p:spPr>
      </p:sp>
      <p:sp>
        <p:nvSpPr>
          <p:cNvPr id="23" name="">
            <a:extLst xmlns:a="http://schemas.openxmlformats.org/drawingml/2006/main">
              <a:ext uri="{FF2B5EF4-FFF2-40B4-BE49-F238E27FC236}">
                <a16:creationId xmlns:a16="http://schemas.microsoft.com/office/drawing/2014/main" id="{8267A43C-8369-47E1-81C4-4FE817A66A6E}"/>
              </a:ext>
            </a:extLst>
          </p:cNvPr>
          <p:cNvSpPr>
            <a:spLocks xmlns:a="http://schemas.openxmlformats.org/drawingml/2006/main" noGrp="1"/>
          </p:cNvSpPr>
          <p:nvPr/>
        </p:nvSpPr>
        <p:spPr>
          <a:xfrm xmlns:a="http://schemas.openxmlformats.org/drawingml/2006/main">
            <a:off x="590550" y="47625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lnSpc>
                <a:spcPct val="102000"/>
              </a:lnSpc>
              <a:buNone/>
              <a:defRPr sz="1800" b="1" i="0">
                <a:solidFill>
                  <a:srgbClr val="6DBB20"/>
                </a:solidFill>
                <a:latin typeface="Noto Sans JP"/>
                <a:ea typeface="Noto Sans JP"/>
                <a:cs typeface="Noto Sans JP"/>
              </a:defRPr>
            </a:pPr>
            <a:r>
              <a:rPr sz="1800" b="1" i="0">
                <a:solidFill>
                  <a:srgbClr val="6DBB20"/>
                </a:solidFill>
                <a:latin typeface="Noto Sans JP"/>
                <a:ea typeface="Noto Sans JP"/>
                <a:cs typeface="Noto Sans JP"/>
              </a:rPr>
              <a:t>06</a:t>
            </a:r>
          </a:p>
        </p:txBody>
      </p:sp>
      <p:sp>
        <p:nvSpPr>
          <p:cNvPr id="24" name="">
            <a:extLst xmlns:a="http://schemas.openxmlformats.org/drawingml/2006/main">
              <a:ext uri="{FF2B5EF4-FFF2-40B4-BE49-F238E27FC236}">
                <a16:creationId xmlns:a16="http://schemas.microsoft.com/office/drawing/2014/main" id="{E2A8CAF5-DEAF-4088-AD36-3F8115B21765}"/>
              </a:ext>
            </a:extLst>
          </p:cNvPr>
          <p:cNvSpPr>
            <a:spLocks xmlns:a="http://schemas.openxmlformats.org/drawingml/2006/main" noGrp="1"/>
          </p:cNvSpPr>
          <p:nvPr/>
        </p:nvSpPr>
        <p:spPr>
          <a:xfrm xmlns:a="http://schemas.openxmlformats.org/drawingml/2006/main">
            <a:off x="1238250" y="4743450"/>
            <a:ext cx="319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500" b="1" i="0">
                <a:solidFill>
                  <a:srgbClr val="241646"/>
                </a:solidFill>
                <a:latin typeface="Noto Sans JP"/>
                <a:ea typeface="Noto Sans JP"/>
                <a:cs typeface="Noto Sans JP"/>
              </a:defRPr>
            </a:pPr>
            <a:r>
              <a:rPr sz="1500" b="1" i="0">
                <a:solidFill>
                  <a:srgbClr val="241646"/>
                </a:solidFill>
                <a:latin typeface="Noto Sans JP"/>
                <a:ea typeface="Noto Sans JP"/>
                <a:cs typeface="Noto Sans JP"/>
              </a:rPr>
              <a:t>COMSOLと実験へ接続</a:t>
            </a:r>
          </a:p>
        </p:txBody>
      </p:sp>
      <p:sp>
        <p:nvSpPr>
          <p:cNvPr id="25" name="">
            <a:extLst xmlns:a="http://schemas.openxmlformats.org/drawingml/2006/main">
              <a:ext uri="{FF2B5EF4-FFF2-40B4-BE49-F238E27FC236}">
                <a16:creationId xmlns:a16="http://schemas.microsoft.com/office/drawing/2014/main" id="{6AFC9D02-2233-4A3F-A65D-7B0EC7CA48E8}"/>
              </a:ext>
            </a:extLst>
          </p:cNvPr>
          <p:cNvSpPr>
            <a:spLocks xmlns:a="http://schemas.openxmlformats.org/drawingml/2006/main" noGrp="1"/>
          </p:cNvSpPr>
          <p:nvPr/>
        </p:nvSpPr>
        <p:spPr>
          <a:xfrm xmlns:a="http://schemas.openxmlformats.org/drawingml/2006/main">
            <a:off x="4524375" y="4743450"/>
            <a:ext cx="6715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275" b="0" i="0">
                <a:solidFill>
                  <a:srgbClr val="333333"/>
                </a:solidFill>
                <a:latin typeface="Noto Sans JP"/>
                <a:ea typeface="Noto Sans JP"/>
                <a:cs typeface="Noto Sans JP"/>
              </a:defRPr>
            </a:pPr>
            <a:r>
              <a:rPr sz="1275" b="0" i="0">
                <a:solidFill>
                  <a:srgbClr val="333333"/>
                </a:solidFill>
                <a:latin typeface="Noto Sans JP"/>
                <a:ea typeface="Noto Sans JP"/>
                <a:cs typeface="Noto Sans JP"/>
              </a:rPr>
              <a:t>同一MPHで空間分布を比較し、診断・ウエハKPIとの差から仮定を更新する。</a:t>
            </a:r>
          </a:p>
        </p:txBody>
      </p:sp>
      <p:sp>
        <p:nvSpPr>
          <p:cNvPr id="26" name="takeaway-bullet">
            <a:extLst xmlns:a="http://schemas.openxmlformats.org/drawingml/2006/main">
              <a:ext uri="{FF2B5EF4-FFF2-40B4-BE49-F238E27FC236}">
                <a16:creationId xmlns:a16="http://schemas.microsoft.com/office/drawing/2014/main" id="{B50E2C95-7945-4CF5-9E30-CD10F4721802}"/>
              </a:ext>
            </a:extLst>
          </p:cNvPr>
          <p:cNvSpPr>
            <a:spLocks xmlns:a="http://schemas.openxmlformats.org/drawingml/2006/main" noGrp="1"/>
          </p:cNvSpPr>
          <p:nvPr/>
        </p:nvSpPr>
        <p:spPr>
          <a:xfrm xmlns:a="http://schemas.openxmlformats.org/drawingml/2006/main">
            <a:off x="457200" y="6086475"/>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27" name="takeaway">
            <a:extLst xmlns:a="http://schemas.openxmlformats.org/drawingml/2006/main">
              <a:ext uri="{FF2B5EF4-FFF2-40B4-BE49-F238E27FC236}">
                <a16:creationId xmlns:a16="http://schemas.microsoft.com/office/drawing/2014/main" id="{9CE5679D-AFC9-44ED-B488-386070F2CA59}"/>
              </a:ext>
            </a:extLst>
          </p:cNvPr>
          <p:cNvSpPr>
            <a:spLocks xmlns:a="http://schemas.openxmlformats.org/drawingml/2006/main" noGrp="1"/>
          </p:cNvSpPr>
          <p:nvPr/>
        </p:nvSpPr>
        <p:spPr>
          <a:xfrm xmlns:a="http://schemas.openxmlformats.org/drawingml/2006/main">
            <a:off x="647700" y="5962650"/>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全条件を高コスト手法で解かず、KPI感度と証拠不足に応じて計算資源を配分する。</a:t>
            </a:r>
          </a:p>
        </p:txBody>
      </p:sp>
      <p:sp>
        <p:nvSpPr>
          <p:cNvPr id="28" name="section">
            <a:extLst xmlns:a="http://schemas.openxmlformats.org/drawingml/2006/main">
              <a:ext uri="{FF2B5EF4-FFF2-40B4-BE49-F238E27FC236}">
                <a16:creationId xmlns:a16="http://schemas.microsoft.com/office/drawing/2014/main" id="{D38610D0-7D9C-479C-B1BA-72297C56450B}"/>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VIII. 装置開発への適用</a:t>
            </a:r>
          </a:p>
        </p:txBody>
      </p:sp>
      <p:sp>
        <p:nvSpPr>
          <p:cNvPr id="29" name="footer">
            <a:extLst xmlns:a="http://schemas.openxmlformats.org/drawingml/2006/main">
              <a:ext uri="{FF2B5EF4-FFF2-40B4-BE49-F238E27FC236}">
                <a16:creationId xmlns:a16="http://schemas.microsoft.com/office/drawing/2014/main" id="{E500AA74-C71D-4F9A-8A0C-12D5EB352178}"/>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30" name="page">
            <a:extLst xmlns:a="http://schemas.openxmlformats.org/drawingml/2006/main">
              <a:ext uri="{FF2B5EF4-FFF2-40B4-BE49-F238E27FC236}">
                <a16:creationId xmlns:a16="http://schemas.microsoft.com/office/drawing/2014/main" id="{5CC3C795-46A0-4304-9EAC-33E32A65E559}"/>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69</a:t>
            </a:r>
          </a:p>
        </p:txBody>
      </p:sp>
    </p:spTree>
    <p:extLst>
      <p:ext uri="{BB962C8B-B14F-4D97-AF65-F5344CB8AC3E}">
        <p14:creationId xmlns:p14="http://schemas.microsoft.com/office/powerpoint/2010/main" val="1571796258"/>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7926B901-F291-4726-8D0A-CE467C01AD26}"/>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Swarm結果を装置設計に使うための結論</a:t>
            </a:r>
          </a:p>
        </p:txBody>
      </p:sp>
      <p:graphicFrame>
        <p:nvGraphicFramePr>
          <p:cNvPr id="12" name=""/>
          <p:cNvGraphicFramePr/>
          <p:nvPr/>
        </p:nvGraphicFramePr>
        <p:xfrm>
          <a:off xmlns:a="http://schemas.openxmlformats.org/drawingml/2006/main" x="428625" y="1333500"/>
          <a:ext xmlns:a="http://schemas.openxmlformats.org/drawingml/2006/main" cx="11334750" cy="4095750"/>
        </p:xfrm>
        <a:graphic xmlns:a="http://schemas.openxmlformats.org/drawingml/2006/main">
          <a:graphicData uri="http://schemas.openxmlformats.org/drawingml/2006/table">
            <a:tbl>
              <a:tblPr/>
              <a:tblGrid>
                <a:gridCol w="2867025"/>
                <a:gridCol w="4000500"/>
                <a:gridCol w="4467225"/>
              </a:tblGrid>
              <a:tr h="585107">
                <a:tc>
                  <a:txBody>
                    <a:bodyPr lIns="57150" tIns="47625" rIns="57150" bIns="47625">
                      <a:normAutofit/>
                    </a:bodyPr>
                    <a:lstStyle/>
                    <a:p>
                      <a:pPr algn="l"/>
                      <a:r>
                        <a:rPr sz="1125" b="1">
                          <a:solidFill>
                            <a:srgbClr val="FFFFFF"/>
                          </a:solidFill>
                          <a:latin typeface="Noto Sans JP"/>
                          <a:ea typeface="Noto Sans JP"/>
                          <a:cs typeface="Noto Sans JP"/>
                        </a:rPr>
                        <a:t>確認できたこと</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本データの定量結果</a:t>
                      </a:r>
                    </a:p>
                  </a:txBody>
                  <a:tcPr marL="91440" marR="91440" marT="45720" marB="45720" anchor="ctr">
                    <a:solidFill>
                      <a:srgbClr val="00A6D6"/>
                    </a:solidFill>
                  </a:tcPr>
                </a:tc>
                <a:tc>
                  <a:txBody>
                    <a:bodyPr lIns="57150" tIns="47625" rIns="57150" bIns="47625">
                      <a:normAutofit/>
                    </a:bodyPr>
                    <a:lstStyle/>
                    <a:p>
                      <a:pPr algn="ctr"/>
                      <a:r>
                        <a:rPr sz="1125" b="1">
                          <a:solidFill>
                            <a:srgbClr val="FFFFFF"/>
                          </a:solidFill>
                          <a:latin typeface="Noto Sans JP"/>
                          <a:ea typeface="Noto Sans JP"/>
                          <a:cs typeface="Noto Sans JP"/>
                        </a:rPr>
                        <a:t>装置開発での意味</a:t>
                      </a:r>
                    </a:p>
                  </a:txBody>
                  <a:tcPr marL="91440" marR="91440" marT="45720" marB="45720" anchor="ctr">
                    <a:solidFill>
                      <a:srgbClr val="00A6D6"/>
                    </a:solidFill>
                  </a:tcPr>
                </a:tc>
              </a:tr>
              <a:tr h="585107">
                <a:tc>
                  <a:txBody>
                    <a:bodyPr lIns="57150" tIns="47625" rIns="57150" bIns="47625">
                      <a:normAutofit/>
                    </a:bodyPr>
                    <a:lstStyle/>
                    <a:p>
                      <a:pPr algn="l"/>
                      <a:r>
                        <a:rPr sz="1013" b="1">
                          <a:solidFill>
                            <a:srgbClr val="333333"/>
                          </a:solidFill>
                          <a:latin typeface="Noto Sans JP"/>
                          <a:ea typeface="Noto Sans JP"/>
                          <a:cs typeface="Noto Sans JP"/>
                        </a:rPr>
                        <a:t>4手法の役割</a:t>
                      </a:r>
                    </a:p>
                  </a:txBody>
                  <a:tcPr marL="91440" marR="91440" marT="45720" marB="45720" anchor="ctr">
                    <a:solidFill>
                      <a:srgbClr val="FFFFFF"/>
                    </a:solidFill>
                  </a:tcPr>
                </a:tc>
                <a:tc>
                  <a:txBody>
                    <a:bodyPr lIns="57150" tIns="47625" rIns="57150" bIns="47625">
                      <a:normAutofit/>
                    </a:bodyPr>
                    <a:lstStyle/>
                    <a:p>
                      <a:pPr algn="ctr"/>
                      <a:r>
                        <a:rPr sz="1013" b="0">
                          <a:solidFill>
                            <a:srgbClr val="333333"/>
                          </a:solidFill>
                          <a:latin typeface="Noto Sans JP"/>
                          <a:ea typeface="Noto Sans JP"/>
                          <a:cs typeface="Noto Sans JP"/>
                        </a:rPr>
                        <a:t>決定論3手法＋粒子Monte Carlo</a:t>
                      </a:r>
                    </a:p>
                  </a:txBody>
                  <a:tcPr marL="91440" marR="91440" marT="45720" marB="45720" anchor="ctr">
                    <a:solidFill>
                      <a:srgbClr val="FFFFFF"/>
                    </a:solidFill>
                  </a:tcPr>
                </a:tc>
                <a:tc>
                  <a:txBody>
                    <a:bodyPr lIns="57150" tIns="47625" rIns="57150" bIns="47625">
                      <a:normAutofit/>
                    </a:bodyPr>
                    <a:lstStyle/>
                    <a:p>
                      <a:pPr algn="ctr"/>
                      <a:r>
                        <a:rPr sz="1013" b="0">
                          <a:solidFill>
                            <a:srgbClr val="333333"/>
                          </a:solidFill>
                          <a:latin typeface="Noto Sans JP"/>
                          <a:ea typeface="Noto Sans JP"/>
                          <a:cs typeface="Noto Sans JP"/>
                        </a:rPr>
                        <a:t>近似・離散化・統計を別方向から検算できる</a:t>
                      </a:r>
                    </a:p>
                  </a:txBody>
                  <a:tcPr marL="91440" marR="91440" marT="45720" marB="45720" anchor="ctr">
                    <a:solidFill>
                      <a:srgbClr val="FFFFFF"/>
                    </a:solidFill>
                  </a:tcPr>
                </a:tc>
              </a:tr>
              <a:tr h="585107">
                <a:tc>
                  <a:txBody>
                    <a:bodyPr lIns="57150" tIns="47625" rIns="57150" bIns="47625">
                      <a:normAutofit/>
                    </a:bodyPr>
                    <a:lstStyle/>
                    <a:p>
                      <a:pPr algn="l"/>
                      <a:r>
                        <a:rPr sz="1013" b="1">
                          <a:solidFill>
                            <a:srgbClr val="333333"/>
                          </a:solidFill>
                          <a:latin typeface="Noto Sans JP"/>
                          <a:ea typeface="Noto Sans JP"/>
                          <a:cs typeface="Noto Sans JP"/>
                        </a:rPr>
                        <a:t>純ArのEEDF</a:t>
                      </a:r>
                    </a:p>
                  </a:txBody>
                  <a:tcPr marL="91440" marR="91440" marT="45720" marB="45720" anchor="ctr">
                    <a:solidFill>
                      <a:srgbClr val="F2F3F4"/>
                    </a:solidFill>
                  </a:tcPr>
                </a:tc>
                <a:tc>
                  <a:txBody>
                    <a:bodyPr lIns="57150" tIns="47625" rIns="57150" bIns="47625">
                      <a:normAutofit/>
                    </a:bodyPr>
                    <a:lstStyle/>
                    <a:p>
                      <a:pPr algn="ctr"/>
                      <a:r>
                        <a:rPr sz="1013" b="0">
                          <a:solidFill>
                            <a:srgbClr val="333333"/>
                          </a:solidFill>
                          <a:latin typeface="Noto Sans JP"/>
                          <a:ea typeface="Noto Sans JP"/>
                          <a:cs typeface="Noto Sans JP"/>
                        </a:rPr>
                        <a:t>最大TV 3.94%未満</a:t>
                      </a:r>
                    </a:p>
                  </a:txBody>
                  <a:tcPr marL="91440" marR="91440" marT="45720" marB="45720" anchor="ctr">
                    <a:solidFill>
                      <a:srgbClr val="F2F3F4"/>
                    </a:solidFill>
                  </a:tcPr>
                </a:tc>
                <a:tc>
                  <a:txBody>
                    <a:bodyPr lIns="57150" tIns="47625" rIns="57150" bIns="47625">
                      <a:normAutofit/>
                    </a:bodyPr>
                    <a:lstStyle/>
                    <a:p>
                      <a:pPr algn="ctr"/>
                      <a:r>
                        <a:rPr sz="1013" b="0">
                          <a:solidFill>
                            <a:srgbClr val="333333"/>
                          </a:solidFill>
                          <a:latin typeface="Noto Sans JP"/>
                          <a:ea typeface="Noto Sans JP"/>
                          <a:cs typeface="Noto Sans JP"/>
                        </a:rPr>
                        <a:t>広い条件探索では3手法が同じ物理枝を追う</a:t>
                      </a:r>
                    </a:p>
                  </a:txBody>
                  <a:tcPr marL="91440" marR="91440" marT="45720" marB="45720" anchor="ctr">
                    <a:solidFill>
                      <a:srgbClr val="F2F3F4"/>
                    </a:solidFill>
                  </a:tcPr>
                </a:tc>
              </a:tr>
              <a:tr h="585107">
                <a:tc>
                  <a:txBody>
                    <a:bodyPr lIns="57150" tIns="47625" rIns="57150" bIns="47625">
                      <a:normAutofit/>
                    </a:bodyPr>
                    <a:lstStyle/>
                    <a:p>
                      <a:pPr algn="l"/>
                      <a:r>
                        <a:rPr sz="1013" b="1">
                          <a:solidFill>
                            <a:srgbClr val="333333"/>
                          </a:solidFill>
                          <a:latin typeface="Noto Sans JP"/>
                          <a:ea typeface="Noto Sans JP"/>
                          <a:cs typeface="Noto Sans JP"/>
                        </a:rPr>
                        <a:t>高エネルギー尾部反応</a:t>
                      </a:r>
                    </a:p>
                  </a:txBody>
                  <a:tcPr marL="91440" marR="91440" marT="45720" marB="45720" anchor="ctr">
                    <a:solidFill>
                      <a:srgbClr val="FFFFFF"/>
                    </a:solidFill>
                  </a:tcPr>
                </a:tc>
                <a:tc>
                  <a:txBody>
                    <a:bodyPr lIns="57150" tIns="47625" rIns="57150" bIns="47625">
                      <a:normAutofit/>
                    </a:bodyPr>
                    <a:lstStyle/>
                    <a:p>
                      <a:pPr algn="ctr"/>
                      <a:r>
                        <a:rPr sz="1013" b="0">
                          <a:solidFill>
                            <a:srgbClr val="333333"/>
                          </a:solidFill>
                          <a:latin typeface="Noto Sans JP"/>
                          <a:ea typeface="Noto Sans JP"/>
                          <a:cs typeface="Noto Sans JP"/>
                        </a:rPr>
                        <a:t>1000 TdでP(ε&gt;120 eV)のMC/2T比 4.0–5.7</a:t>
                      </a:r>
                    </a:p>
                  </a:txBody>
                  <a:tcPr marL="91440" marR="91440" marT="45720" marB="45720" anchor="ctr">
                    <a:solidFill>
                      <a:srgbClr val="FFFFFF"/>
                    </a:solidFill>
                  </a:tcPr>
                </a:tc>
                <a:tc>
                  <a:txBody>
                    <a:bodyPr lIns="57150" tIns="47625" rIns="57150" bIns="47625">
                      <a:normAutofit/>
                    </a:bodyPr>
                    <a:lstStyle/>
                    <a:p>
                      <a:pPr algn="ctr"/>
                      <a:r>
                        <a:rPr sz="1013" b="0">
                          <a:solidFill>
                            <a:srgbClr val="333333"/>
                          </a:solidFill>
                          <a:latin typeface="Noto Sans JP"/>
                          <a:ea typeface="Noto Sans JP"/>
                          <a:cs typeface="Noto Sans JP"/>
                        </a:rPr>
                        <a:t>平均量一致だけで閾値反応を判断しない</a:t>
                      </a:r>
                    </a:p>
                  </a:txBody>
                  <a:tcPr marL="91440" marR="91440" marT="45720" marB="45720" anchor="ctr">
                    <a:solidFill>
                      <a:srgbClr val="FFFFFF"/>
                    </a:solidFill>
                  </a:tcPr>
                </a:tc>
              </a:tr>
              <a:tr h="585107">
                <a:tc>
                  <a:txBody>
                    <a:bodyPr lIns="57150" tIns="47625" rIns="57150" bIns="47625">
                      <a:normAutofit/>
                    </a:bodyPr>
                    <a:lstStyle/>
                    <a:p>
                      <a:pPr algn="l"/>
                      <a:r>
                        <a:rPr sz="1013" b="1">
                          <a:solidFill>
                            <a:srgbClr val="333333"/>
                          </a:solidFill>
                          <a:latin typeface="Noto Sans JP"/>
                          <a:ea typeface="Noto Sans JP"/>
                          <a:cs typeface="Noto Sans JP"/>
                        </a:rPr>
                        <a:t>ICPのSwarm 3入力</a:t>
                      </a:r>
                    </a:p>
                  </a:txBody>
                  <a:tcPr marL="91440" marR="91440" marT="45720" marB="45720" anchor="ctr">
                    <a:solidFill>
                      <a:srgbClr val="F2F3F4"/>
                    </a:solidFill>
                  </a:tcPr>
                </a:tc>
                <a:tc>
                  <a:txBody>
                    <a:bodyPr lIns="57150" tIns="47625" rIns="57150" bIns="47625">
                      <a:normAutofit/>
                    </a:bodyPr>
                    <a:lstStyle/>
                    <a:p>
                      <a:pPr algn="ctr"/>
                      <a:r>
                        <a:rPr sz="1013" b="0">
                          <a:solidFill>
                            <a:srgbClr val="333333"/>
                          </a:solidFill>
                          <a:latin typeface="Noto Sans JP"/>
                          <a:ea typeface="Noto Sans JP"/>
                          <a:cs typeface="Noto Sans JP"/>
                        </a:rPr>
                        <a:t>積分量の手法間差は概ね1.1%以下</a:t>
                      </a:r>
                    </a:p>
                  </a:txBody>
                  <a:tcPr marL="91440" marR="91440" marT="45720" marB="45720" anchor="ctr">
                    <a:solidFill>
                      <a:srgbClr val="F2F3F4"/>
                    </a:solidFill>
                  </a:tcPr>
                </a:tc>
                <a:tc>
                  <a:txBody>
                    <a:bodyPr lIns="57150" tIns="47625" rIns="57150" bIns="47625">
                      <a:normAutofit/>
                    </a:bodyPr>
                    <a:lstStyle/>
                    <a:p>
                      <a:pPr algn="ctr"/>
                      <a:r>
                        <a:rPr sz="1013" b="0">
                          <a:solidFill>
                            <a:srgbClr val="333333"/>
                          </a:solidFill>
                          <a:latin typeface="Noto Sans JP"/>
                          <a:ea typeface="Noto Sans JP"/>
                          <a:cs typeface="Noto Sans JP"/>
                        </a:rPr>
                        <a:t>Swarm 3手法間差よりEEDF表現差が支配的</a:t>
                      </a:r>
                    </a:p>
                  </a:txBody>
                  <a:tcPr marL="91440" marR="91440" marT="45720" marB="45720" anchor="ctr">
                    <a:solidFill>
                      <a:srgbClr val="F2F3F4"/>
                    </a:solidFill>
                  </a:tcPr>
                </a:tc>
              </a:tr>
              <a:tr h="585107">
                <a:tc>
                  <a:txBody>
                    <a:bodyPr lIns="57150" tIns="47625" rIns="57150" bIns="47625">
                      <a:normAutofit/>
                    </a:bodyPr>
                    <a:lstStyle/>
                    <a:p>
                      <a:pPr algn="l"/>
                      <a:r>
                        <a:rPr sz="1013" b="1">
                          <a:solidFill>
                            <a:srgbClr val="333333"/>
                          </a:solidFill>
                          <a:latin typeface="Noto Sans JP"/>
                          <a:ea typeface="Noto Sans JP"/>
                          <a:cs typeface="Noto Sans JP"/>
                        </a:rPr>
                        <a:t>標準COMSOLとの差</a:t>
                      </a:r>
                    </a:p>
                  </a:txBody>
                  <a:tcPr marL="91440" marR="91440" marT="45720" marB="45720" anchor="ctr">
                    <a:solidFill>
                      <a:srgbClr val="FFFFFF"/>
                    </a:solidFill>
                  </a:tcPr>
                </a:tc>
                <a:tc>
                  <a:txBody>
                    <a:bodyPr lIns="57150" tIns="47625" rIns="57150" bIns="47625">
                      <a:normAutofit/>
                    </a:bodyPr>
                    <a:lstStyle/>
                    <a:p>
                      <a:pPr algn="ctr"/>
                      <a:r>
                        <a:rPr sz="1013" b="0">
                          <a:solidFill>
                            <a:srgbClr val="333333"/>
                          </a:solidFill>
                          <a:latin typeface="Noto Sans JP"/>
                          <a:ea typeface="Noto Sans JP"/>
                          <a:cs typeface="Noto Sans JP"/>
                        </a:rPr>
                        <a:t>⟨ε⟩ +45.9〜46.7%、電子数 −34.8〜35.4%、Ar* 約−45%</a:t>
                      </a:r>
                    </a:p>
                  </a:txBody>
                  <a:tcPr marL="91440" marR="91440" marT="45720" marB="45720" anchor="ctr">
                    <a:solidFill>
                      <a:srgbClr val="FFFFFF"/>
                    </a:solidFill>
                  </a:tcPr>
                </a:tc>
                <a:tc>
                  <a:txBody>
                    <a:bodyPr lIns="57150" tIns="47625" rIns="57150" bIns="47625">
                      <a:normAutofit/>
                    </a:bodyPr>
                    <a:lstStyle/>
                    <a:p>
                      <a:pPr algn="ctr"/>
                      <a:r>
                        <a:rPr sz="1013" b="0">
                          <a:solidFill>
                            <a:srgbClr val="333333"/>
                          </a:solidFill>
                          <a:latin typeface="Noto Sans JP"/>
                          <a:ea typeface="Noto Sans JP"/>
                          <a:cs typeface="Noto Sans JP"/>
                        </a:rPr>
                        <a:t>局所電子物性の選択が装置解を大きく変える</a:t>
                      </a:r>
                    </a:p>
                  </a:txBody>
                  <a:tcPr marL="91440" marR="91440" marT="45720" marB="45720" anchor="ctr">
                    <a:solidFill>
                      <a:srgbClr val="FFFFFF"/>
                    </a:solidFill>
                  </a:tcPr>
                </a:tc>
              </a:tr>
              <a:tr h="585107">
                <a:tc>
                  <a:txBody>
                    <a:bodyPr lIns="57150" tIns="47625" rIns="57150" bIns="47625">
                      <a:normAutofit/>
                    </a:bodyPr>
                    <a:lstStyle/>
                    <a:p>
                      <a:pPr algn="l"/>
                      <a:r>
                        <a:rPr sz="1013" b="1">
                          <a:solidFill>
                            <a:srgbClr val="333333"/>
                          </a:solidFill>
                          <a:latin typeface="Noto Sans JP"/>
                          <a:ea typeface="Noto Sans JP"/>
                          <a:cs typeface="Noto Sans JP"/>
                        </a:rPr>
                        <a:t>CCP</a:t>
                      </a:r>
                    </a:p>
                  </a:txBody>
                  <a:tcPr marL="91440" marR="91440" marT="45720" marB="45720" anchor="ctr">
                    <a:solidFill>
                      <a:srgbClr val="F2F3F4"/>
                    </a:solidFill>
                  </a:tcPr>
                </a:tc>
                <a:tc>
                  <a:txBody>
                    <a:bodyPr lIns="57150" tIns="47625" rIns="57150" bIns="47625">
                      <a:normAutofit/>
                    </a:bodyPr>
                    <a:lstStyle/>
                    <a:p>
                      <a:pPr algn="ctr"/>
                      <a:r>
                        <a:rPr sz="1013" b="0">
                          <a:solidFill>
                            <a:srgbClr val="333333"/>
                          </a:solidFill>
                          <a:latin typeface="Noto Sans JP"/>
                          <a:ea typeface="Noto Sans JP"/>
                          <a:cs typeface="Noto Sans JP"/>
                        </a:rPr>
                        <a:t>空間CSV・周期定常性の証拠なし</a:t>
                      </a:r>
                    </a:p>
                  </a:txBody>
                  <a:tcPr marL="91440" marR="91440" marT="45720" marB="45720" anchor="ctr">
                    <a:solidFill>
                      <a:srgbClr val="F2F3F4"/>
                    </a:solidFill>
                  </a:tcPr>
                </a:tc>
                <a:tc>
                  <a:txBody>
                    <a:bodyPr lIns="57150" tIns="47625" rIns="57150" bIns="47625">
                      <a:normAutofit/>
                    </a:bodyPr>
                    <a:lstStyle/>
                    <a:p>
                      <a:pPr algn="ctr"/>
                      <a:r>
                        <a:rPr sz="1013" b="0">
                          <a:solidFill>
                            <a:srgbClr val="333333"/>
                          </a:solidFill>
                          <a:latin typeface="Noto Sans JP"/>
                          <a:ea typeface="Noto Sans JP"/>
                          <a:cs typeface="Noto Sans JP"/>
                        </a:rPr>
                        <a:t>追加COMSOL計算前に分布比較を結論づけない</a:t>
                      </a:r>
                    </a:p>
                  </a:txBody>
                  <a:tcPr marL="91440" marR="91440" marT="45720" marB="45720" anchor="ctr">
                    <a:solidFill>
                      <a:srgbClr val="F2F3F4"/>
                    </a:solidFill>
                  </a:tcPr>
                </a:tc>
              </a:tr>
            </a:tbl>
          </a:graphicData>
        </a:graphic>
      </p:graphicFrame>
      <p:sp>
        <p:nvSpPr>
          <p:cNvPr id="4" name="">
            <a:extLst xmlns:a="http://schemas.openxmlformats.org/drawingml/2006/main">
              <a:ext uri="{FF2B5EF4-FFF2-40B4-BE49-F238E27FC236}">
                <a16:creationId xmlns:a16="http://schemas.microsoft.com/office/drawing/2014/main" id="{E7B56FC8-A58D-407D-AB79-6677177331EC}"/>
              </a:ext>
            </a:extLst>
          </p:cNvPr>
          <p:cNvSpPr>
            <a:spLocks xmlns:a="http://schemas.openxmlformats.org/drawingml/2006/main" noGrp="1"/>
          </p:cNvSpPr>
          <p:nvPr/>
        </p:nvSpPr>
        <p:spPr>
          <a:xfrm xmlns:a="http://schemas.openxmlformats.org/drawingml/2006/main">
            <a:off x="857250" y="5572125"/>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425" b="1" i="0">
                <a:solidFill>
                  <a:srgbClr val="241646"/>
                </a:solidFill>
                <a:latin typeface="Noto Sans JP"/>
                <a:ea typeface="Noto Sans JP"/>
                <a:cs typeface="Noto Sans JP"/>
              </a:defRPr>
            </a:pPr>
            <a:r>
              <a:rPr sz="1425" b="1" i="0">
                <a:solidFill>
                  <a:srgbClr val="241646"/>
                </a:solidFill>
                <a:latin typeface="Noto Sans JP"/>
                <a:ea typeface="Noto Sans JP"/>
                <a:cs typeface="Noto Sans JP"/>
              </a:rPr>
              <a:t>次の決定的検証</a:t>
            </a:r>
          </a:p>
        </p:txBody>
      </p:sp>
      <p:sp>
        <p:nvSpPr>
          <p:cNvPr id="5" name="">
            <a:extLst xmlns:a="http://schemas.openxmlformats.org/drawingml/2006/main">
              <a:ext uri="{FF2B5EF4-FFF2-40B4-BE49-F238E27FC236}">
                <a16:creationId xmlns:a16="http://schemas.microsoft.com/office/drawing/2014/main" id="{9093D92E-7639-42A8-85BA-436B7E8AE3E3}"/>
              </a:ext>
            </a:extLst>
          </p:cNvPr>
          <p:cNvSpPr>
            <a:spLocks xmlns:a="http://schemas.openxmlformats.org/drawingml/2006/main" noGrp="1"/>
          </p:cNvSpPr>
          <p:nvPr/>
        </p:nvSpPr>
        <p:spPr>
          <a:xfrm xmlns:a="http://schemas.openxmlformats.org/drawingml/2006/main">
            <a:off x="2857500" y="5429250"/>
            <a:ext cx="828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0" i="0">
                <a:solidFill>
                  <a:srgbClr val="333333"/>
                </a:solidFill>
                <a:latin typeface="Noto Sans JP"/>
                <a:ea typeface="Noto Sans JP"/>
                <a:cs typeface="Noto Sans JP"/>
              </a:defRPr>
            </a:pPr>
            <a:r>
              <a:rPr sz="1350" b="0" i="0">
                <a:solidFill>
                  <a:srgbClr val="333333"/>
                </a:solidFill>
                <a:latin typeface="Noto Sans JP"/>
                <a:ea typeface="Noto Sans JP"/>
                <a:cs typeface="Noto Sans JP"/>
              </a:rPr>
              <a:t>CCPを同一MPH・同一RF位相・同一周期定常性で3入力比較し、2次元分布を共通メッシュへ出力する。</a:t>
            </a:r>
          </a:p>
        </p:txBody>
      </p:sp>
      <p:sp>
        <p:nvSpPr>
          <p:cNvPr id="6" name="takeaway-bullet">
            <a:extLst xmlns:a="http://schemas.openxmlformats.org/drawingml/2006/main">
              <a:ext uri="{FF2B5EF4-FFF2-40B4-BE49-F238E27FC236}">
                <a16:creationId xmlns:a16="http://schemas.microsoft.com/office/drawing/2014/main" id="{5A5CEBE9-75AC-4F9F-AA3E-B618DC84BB3C}"/>
              </a:ext>
            </a:extLst>
          </p:cNvPr>
          <p:cNvSpPr>
            <a:spLocks xmlns:a="http://schemas.openxmlformats.org/drawingml/2006/main" noGrp="1"/>
          </p:cNvSpPr>
          <p:nvPr/>
        </p:nvSpPr>
        <p:spPr>
          <a:xfrm xmlns:a="http://schemas.openxmlformats.org/drawingml/2006/main">
            <a:off x="457200" y="6096000"/>
            <a:ext cx="76200" cy="76200"/>
          </a:xfrm>
          <a:prstGeom xmlns:a="http://schemas.openxmlformats.org/drawingml/2006/main" prst="rect">
            <a:avLst/>
          </a:prstGeom>
          <a:solidFill xmlns:a="http://schemas.openxmlformats.org/drawingml/2006/main">
            <a:srgbClr val="6DBB20"/>
          </a:solidFill>
          <a:ln xmlns:a="http://schemas.openxmlformats.org/drawingml/2006/main" w="0">
            <a:noFill/>
            <a:prstDash val="solid"/>
          </a:ln>
        </p:spPr>
      </p:sp>
      <p:sp>
        <p:nvSpPr>
          <p:cNvPr id="7" name="takeaway">
            <a:extLst xmlns:a="http://schemas.openxmlformats.org/drawingml/2006/main">
              <a:ext uri="{FF2B5EF4-FFF2-40B4-BE49-F238E27FC236}">
                <a16:creationId xmlns:a16="http://schemas.microsoft.com/office/drawing/2014/main" id="{72CE062F-370A-4B65-B402-9DDF950EBD85}"/>
              </a:ext>
            </a:extLst>
          </p:cNvPr>
          <p:cNvSpPr>
            <a:spLocks xmlns:a="http://schemas.openxmlformats.org/drawingml/2006/main" noGrp="1"/>
          </p:cNvSpPr>
          <p:nvPr/>
        </p:nvSpPr>
        <p:spPr>
          <a:xfrm xmlns:a="http://schemas.openxmlformats.org/drawingml/2006/main">
            <a:off x="647700" y="5972175"/>
            <a:ext cx="1081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1350" b="1" i="0">
                <a:solidFill>
                  <a:srgbClr val="6DBB20"/>
                </a:solidFill>
                <a:latin typeface="Noto Sans JP"/>
                <a:ea typeface="Noto Sans JP"/>
                <a:cs typeface="Noto Sans JP"/>
              </a:defRPr>
            </a:pPr>
            <a:r>
              <a:rPr sz="1350" b="1" i="0">
                <a:solidFill>
                  <a:srgbClr val="6DBB20"/>
                </a:solidFill>
                <a:latin typeface="Noto Sans JP"/>
                <a:ea typeface="Noto Sans JP"/>
                <a:cs typeface="Noto Sans JP"/>
              </a:rPr>
              <a:t>仮定 → 数値収束 → 採用判定 → COMSOL入力 → 空間KPIの因果鎖を切らない。</a:t>
            </a:r>
          </a:p>
        </p:txBody>
      </p:sp>
      <p:sp>
        <p:nvSpPr>
          <p:cNvPr id="8" name="section">
            <a:extLst xmlns:a="http://schemas.openxmlformats.org/drawingml/2006/main">
              <a:ext uri="{FF2B5EF4-FFF2-40B4-BE49-F238E27FC236}">
                <a16:creationId xmlns:a16="http://schemas.microsoft.com/office/drawing/2014/main" id="{0EE75C81-7955-45B5-A532-F4E67F6F5D7A}"/>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IX. 結論</a:t>
            </a:r>
          </a:p>
        </p:txBody>
      </p:sp>
      <p:sp>
        <p:nvSpPr>
          <p:cNvPr id="9" name="footer">
            <a:extLst xmlns:a="http://schemas.openxmlformats.org/drawingml/2006/main">
              <a:ext uri="{FF2B5EF4-FFF2-40B4-BE49-F238E27FC236}">
                <a16:creationId xmlns:a16="http://schemas.microsoft.com/office/drawing/2014/main" id="{58CAB5BE-306F-4254-8714-89467327E25E}"/>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10" name="page">
            <a:extLst xmlns:a="http://schemas.openxmlformats.org/drawingml/2006/main">
              <a:ext uri="{FF2B5EF4-FFF2-40B4-BE49-F238E27FC236}">
                <a16:creationId xmlns:a16="http://schemas.microsoft.com/office/drawing/2014/main" id="{DC91C71D-316A-4A59-BE20-CEB1EFA1909E}"/>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r">
              <a:lnSpc>
                <a:spcPct val="102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70</a:t>
            </a:r>
          </a:p>
        </p:txBody>
      </p:sp>
    </p:spTree>
    <p:extLst>
      <p:ext uri="{BB962C8B-B14F-4D97-AF65-F5344CB8AC3E}">
        <p14:creationId xmlns:p14="http://schemas.microsoft.com/office/powerpoint/2010/main" val="31062713"/>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C29C0D-EAEC-4E24-8BDE-81C019C6C88E}"/>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7C33BCA2-7A20-4306-9C9B-EA1AB3019C24}"/>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71</a:t>
            </a:r>
          </a:p>
        </p:txBody>
      </p:sp>
      <p:sp>
        <p:nvSpPr>
          <p:cNvPr id="8" name="">
            <a:extLst xmlns:a="http://schemas.openxmlformats.org/drawingml/2006/main">
              <a:ext uri="{FF2B5EF4-FFF2-40B4-BE49-F238E27FC236}">
                <a16:creationId xmlns:a16="http://schemas.microsoft.com/office/drawing/2014/main" id="{3E5BD455-D444-45A9-9F89-60E245FD8755}"/>
              </a:ext>
            </a:extLst>
          </p:cNvPr>
          <p:cNvSpPr>
            <a:spLocks xmlns:a="http://schemas.openxmlformats.org/drawingml/2006/main" noGrp="1"/>
          </p:cNvSpPr>
          <p:nvPr/>
        </p:nvSpPr>
        <p:spPr>
          <a:xfrm xmlns:a="http://schemas.openxmlformats.org/drawingml/2006/main">
            <a:off x="523875" y="13811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[R1]</a:t>
            </a:r>
          </a:p>
        </p:txBody>
      </p:sp>
      <p:sp>
        <p:nvSpPr>
          <p:cNvPr id="9" name="">
            <a:extLst xmlns:a="http://schemas.openxmlformats.org/drawingml/2006/main">
              <a:ext uri="{FF2B5EF4-FFF2-40B4-BE49-F238E27FC236}">
                <a16:creationId xmlns:a16="http://schemas.microsoft.com/office/drawing/2014/main" id="{3C3E1078-54FB-4911-8CEE-858946BC7191}"/>
              </a:ext>
            </a:extLst>
          </p:cNvPr>
          <p:cNvSpPr>
            <a:spLocks xmlns:a="http://schemas.openxmlformats.org/drawingml/2006/main" noGrp="1"/>
          </p:cNvSpPr>
          <p:nvPr/>
        </p:nvSpPr>
        <p:spPr>
          <a:xfrm xmlns:a="http://schemas.openxmlformats.org/drawingml/2006/main">
            <a:off x="1095375" y="1343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Hagelaar &amp; Pitchford, Plasma Sources Sci. Technol. 14 (2005) 722–733. DOI:10.1088/0963-0252/14/4/011</a:t>
            </a:r>
          </a:p>
        </p:txBody>
      </p:sp>
      <p:sp>
        <p:nvSpPr>
          <p:cNvPr id="10" name="">
            <a:extLst xmlns:a="http://schemas.openxmlformats.org/drawingml/2006/main">
              <a:ext uri="{FF2B5EF4-FFF2-40B4-BE49-F238E27FC236}">
                <a16:creationId xmlns:a16="http://schemas.microsoft.com/office/drawing/2014/main" id="{F528BC2C-9B74-4D70-8D0B-3F1642A1C664}"/>
              </a:ext>
            </a:extLst>
          </p:cNvPr>
          <p:cNvSpPr>
            <a:spLocks xmlns:a="http://schemas.openxmlformats.org/drawingml/2006/main" noGrp="1"/>
          </p:cNvSpPr>
          <p:nvPr/>
        </p:nvSpPr>
        <p:spPr>
          <a:xfrm xmlns:a="http://schemas.openxmlformats.org/drawingml/2006/main">
            <a:off x="1095375" y="188595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11" name="">
            <a:extLst xmlns:a="http://schemas.openxmlformats.org/drawingml/2006/main">
              <a:ext uri="{FF2B5EF4-FFF2-40B4-BE49-F238E27FC236}">
                <a16:creationId xmlns:a16="http://schemas.microsoft.com/office/drawing/2014/main" id="{CA934A21-BE48-4B35-ABD1-605C32685212}"/>
              </a:ext>
            </a:extLst>
          </p:cNvPr>
          <p:cNvSpPr>
            <a:spLocks xmlns:a="http://schemas.openxmlformats.org/drawingml/2006/main" noGrp="1"/>
          </p:cNvSpPr>
          <p:nvPr/>
        </p:nvSpPr>
        <p:spPr>
          <a:xfrm xmlns:a="http://schemas.openxmlformats.org/drawingml/2006/main">
            <a:off x="523875" y="200977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[R2]</a:t>
            </a:r>
          </a:p>
        </p:txBody>
      </p:sp>
      <p:sp>
        <p:nvSpPr>
          <p:cNvPr id="12" name="">
            <a:extLst xmlns:a="http://schemas.openxmlformats.org/drawingml/2006/main">
              <a:ext uri="{FF2B5EF4-FFF2-40B4-BE49-F238E27FC236}">
                <a16:creationId xmlns:a16="http://schemas.microsoft.com/office/drawing/2014/main" id="{8DE1DA1C-5948-41DA-97E3-91D2B8D79490}"/>
              </a:ext>
            </a:extLst>
          </p:cNvPr>
          <p:cNvSpPr>
            <a:spLocks xmlns:a="http://schemas.openxmlformats.org/drawingml/2006/main" noGrp="1"/>
          </p:cNvSpPr>
          <p:nvPr/>
        </p:nvSpPr>
        <p:spPr>
          <a:xfrm xmlns:a="http://schemas.openxmlformats.org/drawingml/2006/main">
            <a:off x="1095375" y="19716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Pitchford et al., Plasma Process. Polym. 14 (2017) 1600098. DOI:10.1002/ppap.201600098</a:t>
            </a:r>
          </a:p>
        </p:txBody>
      </p:sp>
      <p:sp>
        <p:nvSpPr>
          <p:cNvPr id="13" name="">
            <a:extLst xmlns:a="http://schemas.openxmlformats.org/drawingml/2006/main">
              <a:ext uri="{FF2B5EF4-FFF2-40B4-BE49-F238E27FC236}">
                <a16:creationId xmlns:a16="http://schemas.microsoft.com/office/drawing/2014/main" id="{1C33245A-9DA4-4815-B56C-ACCA4CC84BA3}"/>
              </a:ext>
            </a:extLst>
          </p:cNvPr>
          <p:cNvSpPr>
            <a:spLocks xmlns:a="http://schemas.openxmlformats.org/drawingml/2006/main" noGrp="1"/>
          </p:cNvSpPr>
          <p:nvPr/>
        </p:nvSpPr>
        <p:spPr>
          <a:xfrm xmlns:a="http://schemas.openxmlformats.org/drawingml/2006/main">
            <a:off x="1095375" y="251460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14" name="">
            <a:extLst xmlns:a="http://schemas.openxmlformats.org/drawingml/2006/main">
              <a:ext uri="{FF2B5EF4-FFF2-40B4-BE49-F238E27FC236}">
                <a16:creationId xmlns:a16="http://schemas.microsoft.com/office/drawing/2014/main" id="{E09731DF-32DF-4355-A623-56AA689E41DB}"/>
              </a:ext>
            </a:extLst>
          </p:cNvPr>
          <p:cNvSpPr>
            <a:spLocks xmlns:a="http://schemas.openxmlformats.org/drawingml/2006/main" noGrp="1"/>
          </p:cNvSpPr>
          <p:nvPr/>
        </p:nvSpPr>
        <p:spPr>
          <a:xfrm xmlns:a="http://schemas.openxmlformats.org/drawingml/2006/main">
            <a:off x="523875" y="26384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[R3]</a:t>
            </a:r>
          </a:p>
        </p:txBody>
      </p:sp>
      <p:sp>
        <p:nvSpPr>
          <p:cNvPr id="15" name="">
            <a:extLst xmlns:a="http://schemas.openxmlformats.org/drawingml/2006/main">
              <a:ext uri="{FF2B5EF4-FFF2-40B4-BE49-F238E27FC236}">
                <a16:creationId xmlns:a16="http://schemas.microsoft.com/office/drawing/2014/main" id="{9D09507F-1F94-4D51-9774-8913F434D81B}"/>
              </a:ext>
            </a:extLst>
          </p:cNvPr>
          <p:cNvSpPr>
            <a:spLocks xmlns:a="http://schemas.openxmlformats.org/drawingml/2006/main" noGrp="1"/>
          </p:cNvSpPr>
          <p:nvPr/>
        </p:nvSpPr>
        <p:spPr>
          <a:xfrm xmlns:a="http://schemas.openxmlformats.org/drawingml/2006/main">
            <a:off x="1095375" y="26003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Leyh, Loffhagen &amp; Winkler, Comput. Phys. Commun. 113 (1998) 33–48. DOI:10.1016/S0010-4655(98)00062-9</a:t>
            </a:r>
          </a:p>
        </p:txBody>
      </p:sp>
      <p:sp>
        <p:nvSpPr>
          <p:cNvPr id="16" name="">
            <a:extLst xmlns:a="http://schemas.openxmlformats.org/drawingml/2006/main">
              <a:ext uri="{FF2B5EF4-FFF2-40B4-BE49-F238E27FC236}">
                <a16:creationId xmlns:a16="http://schemas.microsoft.com/office/drawing/2014/main" id="{1F2985FB-5F85-4DD9-8453-4E7E16039C86}"/>
              </a:ext>
            </a:extLst>
          </p:cNvPr>
          <p:cNvSpPr>
            <a:spLocks xmlns:a="http://schemas.openxmlformats.org/drawingml/2006/main" noGrp="1"/>
          </p:cNvSpPr>
          <p:nvPr/>
        </p:nvSpPr>
        <p:spPr>
          <a:xfrm xmlns:a="http://schemas.openxmlformats.org/drawingml/2006/main">
            <a:off x="1095375" y="314325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17" name="">
            <a:extLst xmlns:a="http://schemas.openxmlformats.org/drawingml/2006/main">
              <a:ext uri="{FF2B5EF4-FFF2-40B4-BE49-F238E27FC236}">
                <a16:creationId xmlns:a16="http://schemas.microsoft.com/office/drawing/2014/main" id="{9E70B3E5-FC7F-4D2C-8288-782A3AB7D10E}"/>
              </a:ext>
            </a:extLst>
          </p:cNvPr>
          <p:cNvSpPr>
            <a:spLocks xmlns:a="http://schemas.openxmlformats.org/drawingml/2006/main" noGrp="1"/>
          </p:cNvSpPr>
          <p:nvPr/>
        </p:nvSpPr>
        <p:spPr>
          <a:xfrm xmlns:a="http://schemas.openxmlformats.org/drawingml/2006/main">
            <a:off x="523875" y="326707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[R4]</a:t>
            </a:r>
          </a:p>
        </p:txBody>
      </p:sp>
      <p:sp>
        <p:nvSpPr>
          <p:cNvPr id="18" name="">
            <a:extLst xmlns:a="http://schemas.openxmlformats.org/drawingml/2006/main">
              <a:ext uri="{FF2B5EF4-FFF2-40B4-BE49-F238E27FC236}">
                <a16:creationId xmlns:a16="http://schemas.microsoft.com/office/drawing/2014/main" id="{3BB9977A-2046-41C2-A568-40494A76095F}"/>
              </a:ext>
            </a:extLst>
          </p:cNvPr>
          <p:cNvSpPr>
            <a:spLocks xmlns:a="http://schemas.openxmlformats.org/drawingml/2006/main" noGrp="1"/>
          </p:cNvSpPr>
          <p:nvPr/>
        </p:nvSpPr>
        <p:spPr>
          <a:xfrm xmlns:a="http://schemas.openxmlformats.org/drawingml/2006/main">
            <a:off x="1095375" y="32289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White, Robson &amp; Ness, Phys. Rev. E 60 (1999) 7457. DOI:10.1103/PhysRevE.60.7457</a:t>
            </a:r>
          </a:p>
        </p:txBody>
      </p:sp>
      <p:sp>
        <p:nvSpPr>
          <p:cNvPr id="19" name="">
            <a:extLst xmlns:a="http://schemas.openxmlformats.org/drawingml/2006/main">
              <a:ext uri="{FF2B5EF4-FFF2-40B4-BE49-F238E27FC236}">
                <a16:creationId xmlns:a16="http://schemas.microsoft.com/office/drawing/2014/main" id="{D1458B18-DC36-4AD1-806D-2D8D61E6B1CC}"/>
              </a:ext>
            </a:extLst>
          </p:cNvPr>
          <p:cNvSpPr>
            <a:spLocks xmlns:a="http://schemas.openxmlformats.org/drawingml/2006/main" noGrp="1"/>
          </p:cNvSpPr>
          <p:nvPr/>
        </p:nvSpPr>
        <p:spPr>
          <a:xfrm xmlns:a="http://schemas.openxmlformats.org/drawingml/2006/main">
            <a:off x="1095375" y="377190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20" name="">
            <a:extLst xmlns:a="http://schemas.openxmlformats.org/drawingml/2006/main">
              <a:ext uri="{FF2B5EF4-FFF2-40B4-BE49-F238E27FC236}">
                <a16:creationId xmlns:a16="http://schemas.microsoft.com/office/drawing/2014/main" id="{67B78BE1-FFE1-40D1-AE2A-BC39160B6329}"/>
              </a:ext>
            </a:extLst>
          </p:cNvPr>
          <p:cNvSpPr>
            <a:spLocks xmlns:a="http://schemas.openxmlformats.org/drawingml/2006/main" noGrp="1"/>
          </p:cNvSpPr>
          <p:nvPr/>
        </p:nvSpPr>
        <p:spPr>
          <a:xfrm xmlns:a="http://schemas.openxmlformats.org/drawingml/2006/main">
            <a:off x="523875" y="38957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[R5]</a:t>
            </a:r>
          </a:p>
        </p:txBody>
      </p:sp>
      <p:sp>
        <p:nvSpPr>
          <p:cNvPr id="21" name="">
            <a:extLst xmlns:a="http://schemas.openxmlformats.org/drawingml/2006/main">
              <a:ext uri="{FF2B5EF4-FFF2-40B4-BE49-F238E27FC236}">
                <a16:creationId xmlns:a16="http://schemas.microsoft.com/office/drawing/2014/main" id="{01112EF7-78FC-4D5B-B9EE-9890B619524A}"/>
              </a:ext>
            </a:extLst>
          </p:cNvPr>
          <p:cNvSpPr>
            <a:spLocks xmlns:a="http://schemas.openxmlformats.org/drawingml/2006/main" noGrp="1"/>
          </p:cNvSpPr>
          <p:nvPr/>
        </p:nvSpPr>
        <p:spPr>
          <a:xfrm xmlns:a="http://schemas.openxmlformats.org/drawingml/2006/main">
            <a:off x="1095375" y="38576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Longo, Plasma Sources Sci. Technol. 15 (2006) S181–S188. DOI:10.1088/0963-0252/15/4/S04</a:t>
            </a:r>
          </a:p>
        </p:txBody>
      </p:sp>
      <p:sp>
        <p:nvSpPr>
          <p:cNvPr id="22" name="">
            <a:extLst xmlns:a="http://schemas.openxmlformats.org/drawingml/2006/main">
              <a:ext uri="{FF2B5EF4-FFF2-40B4-BE49-F238E27FC236}">
                <a16:creationId xmlns:a16="http://schemas.microsoft.com/office/drawing/2014/main" id="{C8E9C1FC-6270-45C5-90C0-C3F1196C5821}"/>
              </a:ext>
            </a:extLst>
          </p:cNvPr>
          <p:cNvSpPr>
            <a:spLocks xmlns:a="http://schemas.openxmlformats.org/drawingml/2006/main" noGrp="1"/>
          </p:cNvSpPr>
          <p:nvPr/>
        </p:nvSpPr>
        <p:spPr>
          <a:xfrm xmlns:a="http://schemas.openxmlformats.org/drawingml/2006/main">
            <a:off x="1095375" y="440055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23" name="">
            <a:extLst xmlns:a="http://schemas.openxmlformats.org/drawingml/2006/main">
              <a:ext uri="{FF2B5EF4-FFF2-40B4-BE49-F238E27FC236}">
                <a16:creationId xmlns:a16="http://schemas.microsoft.com/office/drawing/2014/main" id="{A0A2B19E-2543-4400-A2CE-5391C2D4C66D}"/>
              </a:ext>
            </a:extLst>
          </p:cNvPr>
          <p:cNvSpPr>
            <a:spLocks xmlns:a="http://schemas.openxmlformats.org/drawingml/2006/main" noGrp="1"/>
          </p:cNvSpPr>
          <p:nvPr/>
        </p:nvSpPr>
        <p:spPr>
          <a:xfrm xmlns:a="http://schemas.openxmlformats.org/drawingml/2006/main">
            <a:off x="523875" y="452437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[R6]</a:t>
            </a:r>
          </a:p>
        </p:txBody>
      </p:sp>
      <p:sp>
        <p:nvSpPr>
          <p:cNvPr id="24" name="">
            <a:extLst xmlns:a="http://schemas.openxmlformats.org/drawingml/2006/main">
              <a:ext uri="{FF2B5EF4-FFF2-40B4-BE49-F238E27FC236}">
                <a16:creationId xmlns:a16="http://schemas.microsoft.com/office/drawing/2014/main" id="{90CF01FE-D2B1-4980-9EA5-BBCD52579FF7}"/>
              </a:ext>
            </a:extLst>
          </p:cNvPr>
          <p:cNvSpPr>
            <a:spLocks xmlns:a="http://schemas.openxmlformats.org/drawingml/2006/main" noGrp="1"/>
          </p:cNvSpPr>
          <p:nvPr/>
        </p:nvSpPr>
        <p:spPr>
          <a:xfrm xmlns:a="http://schemas.openxmlformats.org/drawingml/2006/main">
            <a:off x="1095375" y="44862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Longo &amp; Diomede, Eur. Phys. J. Appl. Phys. 26 (2004). DOI:10.1051/epjap:2004030</a:t>
            </a:r>
          </a:p>
        </p:txBody>
      </p:sp>
      <p:sp>
        <p:nvSpPr>
          <p:cNvPr id="25" name="">
            <a:extLst xmlns:a="http://schemas.openxmlformats.org/drawingml/2006/main">
              <a:ext uri="{FF2B5EF4-FFF2-40B4-BE49-F238E27FC236}">
                <a16:creationId xmlns:a16="http://schemas.microsoft.com/office/drawing/2014/main" id="{A7116A08-4BD6-473E-AAA9-B119CFF428A0}"/>
              </a:ext>
            </a:extLst>
          </p:cNvPr>
          <p:cNvSpPr>
            <a:spLocks xmlns:a="http://schemas.openxmlformats.org/drawingml/2006/main" noGrp="1"/>
          </p:cNvSpPr>
          <p:nvPr/>
        </p:nvSpPr>
        <p:spPr>
          <a:xfrm xmlns:a="http://schemas.openxmlformats.org/drawingml/2006/main">
            <a:off x="1095375" y="5029200"/>
            <a:ext cx="10191750" cy="0"/>
          </a:xfrm>
          <a:prstGeom xmlns:a="http://schemas.openxmlformats.org/drawingml/2006/main" prst="line">
            <a:avLst/>
          </a:prstGeom>
          <a:noFill xmlns:a="http://schemas.openxmlformats.org/drawingml/2006/main"/>
          <a:ln xmlns:a="http://schemas.openxmlformats.org/drawingml/2006/main" w="9525">
            <a:solidFill>
              <a:srgbClr val="E8E8E8"/>
            </a:solidFill>
            <a:prstDash val="solid"/>
          </a:ln>
        </p:spPr>
      </p:sp>
      <p:sp>
        <p:nvSpPr>
          <p:cNvPr id="26" name="">
            <a:extLst xmlns:a="http://schemas.openxmlformats.org/drawingml/2006/main">
              <a:ext uri="{FF2B5EF4-FFF2-40B4-BE49-F238E27FC236}">
                <a16:creationId xmlns:a16="http://schemas.microsoft.com/office/drawing/2014/main" id="{7F7C17CA-24F8-4E3F-A74A-BAC4A4E5B578}"/>
              </a:ext>
            </a:extLst>
          </p:cNvPr>
          <p:cNvSpPr>
            <a:spLocks xmlns:a="http://schemas.openxmlformats.org/drawingml/2006/main" noGrp="1"/>
          </p:cNvSpPr>
          <p:nvPr/>
        </p:nvSpPr>
        <p:spPr>
          <a:xfrm xmlns:a="http://schemas.openxmlformats.org/drawingml/2006/main">
            <a:off x="523875" y="5153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125" b="1" i="0">
                <a:solidFill>
                  <a:srgbClr val="007FAE"/>
                </a:solidFill>
                <a:latin typeface="Noto Sans JP"/>
                <a:ea typeface="Noto Sans JP"/>
                <a:cs typeface="Noto Sans JP"/>
              </a:defRPr>
            </a:pPr>
            <a:r>
              <a:rPr sz="1125" b="1" i="0">
                <a:solidFill>
                  <a:srgbClr val="007FAE"/>
                </a:solidFill>
                <a:latin typeface="Noto Sans JP"/>
                <a:ea typeface="Noto Sans JP"/>
                <a:cs typeface="Noto Sans JP"/>
              </a:rPr>
              <a:t>[R7]</a:t>
            </a:r>
          </a:p>
        </p:txBody>
      </p:sp>
      <p:sp>
        <p:nvSpPr>
          <p:cNvPr id="27" name="">
            <a:extLst xmlns:a="http://schemas.openxmlformats.org/drawingml/2006/main">
              <a:ext uri="{FF2B5EF4-FFF2-40B4-BE49-F238E27FC236}">
                <a16:creationId xmlns:a16="http://schemas.microsoft.com/office/drawing/2014/main" id="{274D3AD0-7EB7-4664-B444-1B9167A71FEC}"/>
              </a:ext>
            </a:extLst>
          </p:cNvPr>
          <p:cNvSpPr>
            <a:spLocks xmlns:a="http://schemas.openxmlformats.org/drawingml/2006/main" noGrp="1"/>
          </p:cNvSpPr>
          <p:nvPr/>
        </p:nvSpPr>
        <p:spPr>
          <a:xfrm xmlns:a="http://schemas.openxmlformats.org/drawingml/2006/main">
            <a:off x="1095375" y="51149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63" b="0" i="0">
                <a:solidFill>
                  <a:srgbClr val="2F2F2F"/>
                </a:solidFill>
                <a:latin typeface="Noto Sans JP"/>
                <a:ea typeface="Noto Sans JP"/>
                <a:cs typeface="Noto Sans JP"/>
              </a:defRPr>
            </a:pPr>
            <a:r>
              <a:rPr sz="1163" b="0" i="0">
                <a:solidFill>
                  <a:srgbClr val="2F2F2F"/>
                </a:solidFill>
                <a:latin typeface="Noto Sans JP"/>
                <a:ea typeface="Noto Sans JP"/>
                <a:cs typeface="Noto Sans JP"/>
              </a:rPr>
              <a:t>Scharfetter &amp; Gummel, IEEE Trans. Electron Devices 16 (1969) 64–77. DOI:10.1109/T-ED.1969.16566</a:t>
            </a:r>
          </a:p>
        </p:txBody>
      </p:sp>
      <p:sp>
        <p:nvSpPr>
          <p:cNvPr id="28" name="">
            <a:extLst xmlns:a="http://schemas.openxmlformats.org/drawingml/2006/main">
              <a:ext uri="{FF2B5EF4-FFF2-40B4-BE49-F238E27FC236}">
                <a16:creationId xmlns:a16="http://schemas.microsoft.com/office/drawing/2014/main" id="{BBB41381-447F-4564-AFB9-88FCAB2D5967}"/>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DOIs are included for direct retrieval.</a:t>
            </a:r>
          </a:p>
        </p:txBody>
      </p:sp>
      <p:sp>
        <p:nvSpPr>
          <p:cNvPr id="30" name="title">
            <a:extLst xmlns:a="http://schemas.openxmlformats.org/drawingml/2006/main">
              <a:ext uri="{FF2B5EF4-FFF2-40B4-BE49-F238E27FC236}">
                <a16:creationId xmlns:a16="http://schemas.microsoft.com/office/drawing/2014/main" id="{66453372-91ED-4846-A784-56ACE7F31625}"/>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参考文献 I：電子Boltzmann・Swarm数値法</a:t>
            </a:r>
          </a:p>
        </p:txBody>
      </p:sp>
      <p:sp>
        <p:nvSpPr>
          <p:cNvPr id="31" name="section">
            <a:extLst xmlns:a="http://schemas.openxmlformats.org/drawingml/2006/main">
              <a:ext uri="{FF2B5EF4-FFF2-40B4-BE49-F238E27FC236}">
                <a16:creationId xmlns:a16="http://schemas.microsoft.com/office/drawing/2014/main" id="{831E3249-0A10-44A0-9525-B75EA5C499BE}"/>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REFERENCES</a:t>
            </a:r>
          </a:p>
        </p:txBody>
      </p:sp>
    </p:spTree>
    <p:extLst>
      <p:ext uri="{BB962C8B-B14F-4D97-AF65-F5344CB8AC3E}">
        <p14:creationId xmlns:p14="http://schemas.microsoft.com/office/powerpoint/2010/main" val="1540649486"/>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729046-D4DD-4EF9-A242-57094C13FC80}"/>
              </a:ext>
            </a:extLst>
          </p:cNvPr>
          <p:cNvSpPr>
            <a:spLocks xmlns:a="http://schemas.openxmlformats.org/drawingml/2006/main" noGrp="1"/>
          </p:cNvSpPr>
          <p:nvPr/>
        </p:nvSpPr>
        <p:spPr>
          <a:xfrm xmlns:a="http://schemas.openxmlformats.org/drawingml/2006/main">
            <a:off x="419100" y="6572250"/>
            <a:ext cx="4095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lnSpc>
                <a:spcPct val="105000"/>
              </a:lnSpc>
              <a:buNone/>
              <a:defRPr sz="675" b="0" i="0">
                <a:solidFill>
                  <a:srgbClr val="A0A0A0"/>
                </a:solidFill>
                <a:latin typeface="Noto Sans JP"/>
                <a:ea typeface="Noto Sans JP"/>
                <a:cs typeface="Noto Sans JP"/>
              </a:defRPr>
            </a:pPr>
            <a:r>
              <a:rPr sz="675" b="0" i="0">
                <a:solidFill>
                  <a:srgbClr val="A0A0A0"/>
                </a:solidFill>
                <a:latin typeface="Noto Sans JP"/>
                <a:ea typeface="Noto Sans JP"/>
                <a:cs typeface="Noto Sans JP"/>
              </a:rPr>
              <a:t>ELECTRON SWARM / PLASMA MODELING / 2026-09-18</a:t>
            </a:r>
          </a:p>
        </p:txBody>
      </p:sp>
      <p:sp>
        <p:nvSpPr>
          <p:cNvPr id="7" name="">
            <a:extLst xmlns:a="http://schemas.openxmlformats.org/drawingml/2006/main">
              <a:ext uri="{FF2B5EF4-FFF2-40B4-BE49-F238E27FC236}">
                <a16:creationId xmlns:a16="http://schemas.microsoft.com/office/drawing/2014/main" id="{B79CBBDD-50F1-437D-B0C7-665C09BD1BB3}"/>
              </a:ext>
            </a:extLst>
          </p:cNvPr>
          <p:cNvSpPr>
            <a:spLocks xmlns:a="http://schemas.openxmlformats.org/drawingml/2006/main" noGrp="1"/>
          </p:cNvSpPr>
          <p:nvPr/>
        </p:nvSpPr>
        <p:spPr>
          <a:xfrm xmlns:a="http://schemas.openxmlformats.org/drawingml/2006/main">
            <a:off x="11239500" y="65436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r">
              <a:lnSpc>
                <a:spcPct val="105000"/>
              </a:lnSpc>
              <a:buNone/>
              <a:defRPr sz="750" b="0" i="0">
                <a:solidFill>
                  <a:srgbClr val="666666"/>
                </a:solidFill>
                <a:latin typeface="Noto Sans JP"/>
                <a:ea typeface="Noto Sans JP"/>
                <a:cs typeface="Noto Sans JP"/>
              </a:defRPr>
            </a:pPr>
            <a:r>
              <a:rPr sz="750" b="0" i="0">
                <a:solidFill>
                  <a:srgbClr val="666666"/>
                </a:solidFill>
                <a:latin typeface="Noto Sans JP"/>
                <a:ea typeface="Noto Sans JP"/>
                <a:cs typeface="Noto Sans JP"/>
              </a:rPr>
              <a:t>72</a:t>
            </a:r>
          </a:p>
        </p:txBody>
      </p:sp>
      <p:sp>
        <p:nvSpPr>
          <p:cNvPr id="8" name="">
            <a:extLst xmlns:a="http://schemas.openxmlformats.org/drawingml/2006/main">
              <a:ext uri="{FF2B5EF4-FFF2-40B4-BE49-F238E27FC236}">
                <a16:creationId xmlns:a16="http://schemas.microsoft.com/office/drawing/2014/main" id="{51BF4DDA-FF06-410B-BC01-B57E4E93470E}"/>
              </a:ext>
            </a:extLst>
          </p:cNvPr>
          <p:cNvSpPr>
            <a:spLocks xmlns:a="http://schemas.openxmlformats.org/drawingml/2006/main" noGrp="1"/>
          </p:cNvSpPr>
          <p:nvPr/>
        </p:nvSpPr>
        <p:spPr>
          <a:xfrm xmlns:a="http://schemas.openxmlformats.org/drawingml/2006/main">
            <a:off x="523875" y="1333500"/>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[R8]</a:t>
            </a:r>
          </a:p>
        </p:txBody>
      </p:sp>
      <p:sp>
        <p:nvSpPr>
          <p:cNvPr id="9" name="">
            <a:extLst xmlns:a="http://schemas.openxmlformats.org/drawingml/2006/main">
              <a:ext uri="{FF2B5EF4-FFF2-40B4-BE49-F238E27FC236}">
                <a16:creationId xmlns:a16="http://schemas.microsoft.com/office/drawing/2014/main" id="{2B561BC0-A5B6-406E-AEF4-62A4DCF7E170}"/>
              </a:ext>
            </a:extLst>
          </p:cNvPr>
          <p:cNvSpPr>
            <a:spLocks xmlns:a="http://schemas.openxmlformats.org/drawingml/2006/main" noGrp="1"/>
          </p:cNvSpPr>
          <p:nvPr/>
        </p:nvSpPr>
        <p:spPr>
          <a:xfrm xmlns:a="http://schemas.openxmlformats.org/drawingml/2006/main">
            <a:off x="1190625" y="1304925"/>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Hargis et al., Rev. Sci. Instrum. 65 (1994) 140–154. DOI:10.1063/1.1144770</a:t>
            </a:r>
          </a:p>
        </p:txBody>
      </p:sp>
      <p:sp>
        <p:nvSpPr>
          <p:cNvPr id="10" name="">
            <a:extLst xmlns:a="http://schemas.openxmlformats.org/drawingml/2006/main">
              <a:ext uri="{FF2B5EF4-FFF2-40B4-BE49-F238E27FC236}">
                <a16:creationId xmlns:a16="http://schemas.microsoft.com/office/drawing/2014/main" id="{ED4F9A0A-C2AB-4226-8006-8565FE932BFC}"/>
              </a:ext>
            </a:extLst>
          </p:cNvPr>
          <p:cNvSpPr>
            <a:spLocks xmlns:a="http://schemas.openxmlformats.org/drawingml/2006/main" noGrp="1"/>
          </p:cNvSpPr>
          <p:nvPr/>
        </p:nvSpPr>
        <p:spPr>
          <a:xfrm xmlns:a="http://schemas.openxmlformats.org/drawingml/2006/main">
            <a:off x="523875" y="1914525"/>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[R9]</a:t>
            </a:r>
          </a:p>
        </p:txBody>
      </p:sp>
      <p:sp>
        <p:nvSpPr>
          <p:cNvPr id="11" name="">
            <a:extLst xmlns:a="http://schemas.openxmlformats.org/drawingml/2006/main">
              <a:ext uri="{FF2B5EF4-FFF2-40B4-BE49-F238E27FC236}">
                <a16:creationId xmlns:a16="http://schemas.microsoft.com/office/drawing/2014/main" id="{023C96A5-3287-43BE-AA3A-0A5993960D8C}"/>
              </a:ext>
            </a:extLst>
          </p:cNvPr>
          <p:cNvSpPr>
            <a:spLocks xmlns:a="http://schemas.openxmlformats.org/drawingml/2006/main" noGrp="1"/>
          </p:cNvSpPr>
          <p:nvPr/>
        </p:nvSpPr>
        <p:spPr>
          <a:xfrm xmlns:a="http://schemas.openxmlformats.org/drawingml/2006/main">
            <a:off x="1190625" y="1885950"/>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Miller et al., J. Res. NIST 100 (1995) 427–439. DOI:10.6028/jres.100.032</a:t>
            </a:r>
          </a:p>
        </p:txBody>
      </p:sp>
      <p:sp>
        <p:nvSpPr>
          <p:cNvPr id="12" name="">
            <a:extLst xmlns:a="http://schemas.openxmlformats.org/drawingml/2006/main">
              <a:ext uri="{FF2B5EF4-FFF2-40B4-BE49-F238E27FC236}">
                <a16:creationId xmlns:a16="http://schemas.microsoft.com/office/drawing/2014/main" id="{C77833AE-4615-43EF-8F0D-9E6AE1D5A53E}"/>
              </a:ext>
            </a:extLst>
          </p:cNvPr>
          <p:cNvSpPr>
            <a:spLocks xmlns:a="http://schemas.openxmlformats.org/drawingml/2006/main" noGrp="1"/>
          </p:cNvSpPr>
          <p:nvPr/>
        </p:nvSpPr>
        <p:spPr>
          <a:xfrm xmlns:a="http://schemas.openxmlformats.org/drawingml/2006/main">
            <a:off x="523875" y="2495550"/>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[R10]</a:t>
            </a:r>
          </a:p>
        </p:txBody>
      </p:sp>
      <p:sp>
        <p:nvSpPr>
          <p:cNvPr id="13" name="">
            <a:extLst xmlns:a="http://schemas.openxmlformats.org/drawingml/2006/main">
              <a:ext uri="{FF2B5EF4-FFF2-40B4-BE49-F238E27FC236}">
                <a16:creationId xmlns:a16="http://schemas.microsoft.com/office/drawing/2014/main" id="{CED5D925-E569-4396-9D61-6F91FB5B79E3}"/>
              </a:ext>
            </a:extLst>
          </p:cNvPr>
          <p:cNvSpPr>
            <a:spLocks xmlns:a="http://schemas.openxmlformats.org/drawingml/2006/main" noGrp="1"/>
          </p:cNvSpPr>
          <p:nvPr/>
        </p:nvSpPr>
        <p:spPr>
          <a:xfrm xmlns:a="http://schemas.openxmlformats.org/drawingml/2006/main">
            <a:off x="1190625" y="2466975"/>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Godyak, Piejak &amp; Alexandrovich, Plasma Sources Sci. Technol. 11 (2002) 525–543. DOI:10.1088/0963-0252/11/4/320</a:t>
            </a:r>
          </a:p>
        </p:txBody>
      </p:sp>
      <p:sp>
        <p:nvSpPr>
          <p:cNvPr id="14" name="">
            <a:extLst xmlns:a="http://schemas.openxmlformats.org/drawingml/2006/main">
              <a:ext uri="{FF2B5EF4-FFF2-40B4-BE49-F238E27FC236}">
                <a16:creationId xmlns:a16="http://schemas.microsoft.com/office/drawing/2014/main" id="{9345C60C-BBDE-4418-A366-07FFA958D505}"/>
              </a:ext>
            </a:extLst>
          </p:cNvPr>
          <p:cNvSpPr>
            <a:spLocks xmlns:a="http://schemas.openxmlformats.org/drawingml/2006/main" noGrp="1"/>
          </p:cNvSpPr>
          <p:nvPr/>
        </p:nvSpPr>
        <p:spPr>
          <a:xfrm xmlns:a="http://schemas.openxmlformats.org/drawingml/2006/main">
            <a:off x="523875" y="3076575"/>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[R11]</a:t>
            </a:r>
          </a:p>
        </p:txBody>
      </p:sp>
      <p:sp>
        <p:nvSpPr>
          <p:cNvPr id="15" name="">
            <a:extLst xmlns:a="http://schemas.openxmlformats.org/drawingml/2006/main">
              <a:ext uri="{FF2B5EF4-FFF2-40B4-BE49-F238E27FC236}">
                <a16:creationId xmlns:a16="http://schemas.microsoft.com/office/drawing/2014/main" id="{A7824158-1869-4369-8FA2-38428EFE07CE}"/>
              </a:ext>
            </a:extLst>
          </p:cNvPr>
          <p:cNvSpPr>
            <a:spLocks xmlns:a="http://schemas.openxmlformats.org/drawingml/2006/main" noGrp="1"/>
          </p:cNvSpPr>
          <p:nvPr/>
        </p:nvSpPr>
        <p:spPr>
          <a:xfrm xmlns:a="http://schemas.openxmlformats.org/drawingml/2006/main">
            <a:off x="1190625" y="3048000"/>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Godyak &amp; Kolobov, Phys. Rev. Lett. 81 (1998) 369. DOI:10.1103/PhysRevLett.81.369</a:t>
            </a:r>
          </a:p>
        </p:txBody>
      </p:sp>
      <p:sp>
        <p:nvSpPr>
          <p:cNvPr id="16" name="">
            <a:extLst xmlns:a="http://schemas.openxmlformats.org/drawingml/2006/main">
              <a:ext uri="{FF2B5EF4-FFF2-40B4-BE49-F238E27FC236}">
                <a16:creationId xmlns:a16="http://schemas.microsoft.com/office/drawing/2014/main" id="{D88DB595-0448-4D62-B48F-97CB90CE6934}"/>
              </a:ext>
            </a:extLst>
          </p:cNvPr>
          <p:cNvSpPr>
            <a:spLocks xmlns:a="http://schemas.openxmlformats.org/drawingml/2006/main" noGrp="1"/>
          </p:cNvSpPr>
          <p:nvPr/>
        </p:nvSpPr>
        <p:spPr>
          <a:xfrm xmlns:a="http://schemas.openxmlformats.org/drawingml/2006/main">
            <a:off x="523875" y="3657600"/>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[R12]</a:t>
            </a:r>
          </a:p>
        </p:txBody>
      </p:sp>
      <p:sp>
        <p:nvSpPr>
          <p:cNvPr id="17" name="">
            <a:extLst xmlns:a="http://schemas.openxmlformats.org/drawingml/2006/main">
              <a:ext uri="{FF2B5EF4-FFF2-40B4-BE49-F238E27FC236}">
                <a16:creationId xmlns:a16="http://schemas.microsoft.com/office/drawing/2014/main" id="{780B271D-7279-47AF-8ADF-27CA0FD7C415}"/>
              </a:ext>
            </a:extLst>
          </p:cNvPr>
          <p:cNvSpPr>
            <a:spLocks xmlns:a="http://schemas.openxmlformats.org/drawingml/2006/main" noGrp="1"/>
          </p:cNvSpPr>
          <p:nvPr/>
        </p:nvSpPr>
        <p:spPr>
          <a:xfrm xmlns:a="http://schemas.openxmlformats.org/drawingml/2006/main">
            <a:off x="1190625" y="3629025"/>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Godyak et al., Phys. Rev. E 64 (2001) 026406. DOI:10.1103/PhysRevE.64.026406</a:t>
            </a:r>
          </a:p>
        </p:txBody>
      </p:sp>
      <p:sp>
        <p:nvSpPr>
          <p:cNvPr id="18" name="">
            <a:extLst xmlns:a="http://schemas.openxmlformats.org/drawingml/2006/main">
              <a:ext uri="{FF2B5EF4-FFF2-40B4-BE49-F238E27FC236}">
                <a16:creationId xmlns:a16="http://schemas.microsoft.com/office/drawing/2014/main" id="{F7D1706F-AEDC-42B9-A3F8-3CACF517DC4C}"/>
              </a:ext>
            </a:extLst>
          </p:cNvPr>
          <p:cNvSpPr>
            <a:spLocks xmlns:a="http://schemas.openxmlformats.org/drawingml/2006/main" noGrp="1"/>
          </p:cNvSpPr>
          <p:nvPr/>
        </p:nvSpPr>
        <p:spPr>
          <a:xfrm xmlns:a="http://schemas.openxmlformats.org/drawingml/2006/main">
            <a:off x="523875" y="4238625"/>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[R13]</a:t>
            </a:r>
          </a:p>
        </p:txBody>
      </p:sp>
      <p:sp>
        <p:nvSpPr>
          <p:cNvPr id="19" name="">
            <a:extLst xmlns:a="http://schemas.openxmlformats.org/drawingml/2006/main">
              <a:ext uri="{FF2B5EF4-FFF2-40B4-BE49-F238E27FC236}">
                <a16:creationId xmlns:a16="http://schemas.microsoft.com/office/drawing/2014/main" id="{3AE72F61-0390-49F4-ABD6-B136B0093D16}"/>
              </a:ext>
            </a:extLst>
          </p:cNvPr>
          <p:cNvSpPr>
            <a:spLocks xmlns:a="http://schemas.openxmlformats.org/drawingml/2006/main" noGrp="1"/>
          </p:cNvSpPr>
          <p:nvPr/>
        </p:nvSpPr>
        <p:spPr>
          <a:xfrm xmlns:a="http://schemas.openxmlformats.org/drawingml/2006/main">
            <a:off x="1190625" y="4210050"/>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COMSOL 6.4 Application Library: Argon GEC ICP, argon_gec_icp.html</a:t>
            </a:r>
          </a:p>
        </p:txBody>
      </p:sp>
      <p:sp>
        <p:nvSpPr>
          <p:cNvPr id="20" name="">
            <a:extLst xmlns:a="http://schemas.openxmlformats.org/drawingml/2006/main">
              <a:ext uri="{FF2B5EF4-FFF2-40B4-BE49-F238E27FC236}">
                <a16:creationId xmlns:a16="http://schemas.microsoft.com/office/drawing/2014/main" id="{AF6505D7-C6F1-421F-B581-25E38F00C0E0}"/>
              </a:ext>
            </a:extLst>
          </p:cNvPr>
          <p:cNvSpPr>
            <a:spLocks xmlns:a="http://schemas.openxmlformats.org/drawingml/2006/main" noGrp="1"/>
          </p:cNvSpPr>
          <p:nvPr/>
        </p:nvSpPr>
        <p:spPr>
          <a:xfrm xmlns:a="http://schemas.openxmlformats.org/drawingml/2006/main">
            <a:off x="523875" y="4819650"/>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088" b="1" i="0">
                <a:solidFill>
                  <a:srgbClr val="72B51F"/>
                </a:solidFill>
                <a:latin typeface="Noto Sans JP"/>
                <a:ea typeface="Noto Sans JP"/>
                <a:cs typeface="Noto Sans JP"/>
              </a:defRPr>
            </a:pPr>
            <a:r>
              <a:rPr sz="1088" b="1" i="0">
                <a:solidFill>
                  <a:srgbClr val="72B51F"/>
                </a:solidFill>
                <a:latin typeface="Noto Sans JP"/>
                <a:ea typeface="Noto Sans JP"/>
                <a:cs typeface="Noto Sans JP"/>
              </a:rPr>
              <a:t>[R14]</a:t>
            </a:r>
          </a:p>
        </p:txBody>
      </p:sp>
      <p:sp>
        <p:nvSpPr>
          <p:cNvPr id="21" name="">
            <a:extLst xmlns:a="http://schemas.openxmlformats.org/drawingml/2006/main">
              <a:ext uri="{FF2B5EF4-FFF2-40B4-BE49-F238E27FC236}">
                <a16:creationId xmlns:a16="http://schemas.microsoft.com/office/drawing/2014/main" id="{F618CAAB-3E8D-465B-B679-22F40237EA8C}"/>
              </a:ext>
            </a:extLst>
          </p:cNvPr>
          <p:cNvSpPr>
            <a:spLocks xmlns:a="http://schemas.openxmlformats.org/drawingml/2006/main" noGrp="1"/>
          </p:cNvSpPr>
          <p:nvPr/>
        </p:nvSpPr>
        <p:spPr>
          <a:xfrm xmlns:a="http://schemas.openxmlformats.org/drawingml/2006/main">
            <a:off x="1190625" y="4791075"/>
            <a:ext cx="1014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1125" b="0" i="0">
                <a:solidFill>
                  <a:srgbClr val="2F2F2F"/>
                </a:solidFill>
                <a:latin typeface="Noto Sans JP"/>
                <a:ea typeface="Noto Sans JP"/>
                <a:cs typeface="Noto Sans JP"/>
              </a:defRPr>
            </a:pPr>
            <a:r>
              <a:rPr sz="1125" b="0" i="0">
                <a:solidFill>
                  <a:srgbClr val="2F2F2F"/>
                </a:solidFill>
                <a:latin typeface="Noto Sans JP"/>
                <a:ea typeface="Noto Sans JP"/>
                <a:cs typeface="Noto Sans JP"/>
              </a:rPr>
              <a:t>COMSOL 6.4 Application Library: GEC CCP Reactor, argon_gec_ccp.html</a:t>
            </a:r>
          </a:p>
        </p:txBody>
      </p:sp>
      <p:sp>
        <p:nvSpPr>
          <p:cNvPr id="22" name="">
            <a:extLst xmlns:a="http://schemas.openxmlformats.org/drawingml/2006/main">
              <a:ext uri="{FF2B5EF4-FFF2-40B4-BE49-F238E27FC236}">
                <a16:creationId xmlns:a16="http://schemas.microsoft.com/office/drawing/2014/main" id="{87F77CC7-9554-4C56-AFA1-6BB45C598DE9}"/>
              </a:ext>
            </a:extLst>
          </p:cNvPr>
          <p:cNvSpPr>
            <a:spLocks xmlns:a="http://schemas.openxmlformats.org/drawingml/2006/main" noGrp="1"/>
          </p:cNvSpPr>
          <p:nvPr/>
        </p:nvSpPr>
        <p:spPr>
          <a:xfrm xmlns:a="http://schemas.openxmlformats.org/drawingml/2006/main">
            <a:off x="523875" y="5476875"/>
            <a:ext cx="10763250" cy="0"/>
          </a:xfrm>
          <a:prstGeom xmlns:a="http://schemas.openxmlformats.org/drawingml/2006/main" prst="line">
            <a:avLst/>
          </a:prstGeom>
          <a:noFill xmlns:a="http://schemas.openxmlformats.org/drawingml/2006/main"/>
          <a:ln xmlns:a="http://schemas.openxmlformats.org/drawingml/2006/main" w="9525">
            <a:solidFill>
              <a:srgbClr val="D5D5D5"/>
            </a:solidFill>
            <a:prstDash val="solid"/>
          </a:ln>
        </p:spPr>
      </p:sp>
      <p:sp>
        <p:nvSpPr>
          <p:cNvPr id="23" name="">
            <a:extLst xmlns:a="http://schemas.openxmlformats.org/drawingml/2006/main">
              <a:ext uri="{FF2B5EF4-FFF2-40B4-BE49-F238E27FC236}">
                <a16:creationId xmlns:a16="http://schemas.microsoft.com/office/drawing/2014/main" id="{16E2205A-8CFC-46FF-995F-703F74FEE9D8}"/>
              </a:ext>
            </a:extLst>
          </p:cNvPr>
          <p:cNvSpPr>
            <a:spLocks xmlns:a="http://schemas.openxmlformats.org/drawingml/2006/main" noGrp="1"/>
          </p:cNvSpPr>
          <p:nvPr/>
        </p:nvSpPr>
        <p:spPr>
          <a:xfrm xmlns:a="http://schemas.openxmlformats.org/drawingml/2006/main">
            <a:off x="523875" y="561975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200" b="1" i="0">
                <a:solidFill>
                  <a:srgbClr val="211441"/>
                </a:solidFill>
                <a:latin typeface="Noto Sans JP"/>
                <a:ea typeface="Noto Sans JP"/>
                <a:cs typeface="Noto Sans JP"/>
              </a:defRPr>
            </a:pPr>
            <a:r>
              <a:rPr sz="1200" b="1" i="0">
                <a:solidFill>
                  <a:srgbClr val="211441"/>
                </a:solidFill>
                <a:latin typeface="Noto Sans JP"/>
                <a:ea typeface="Noto Sans JP"/>
                <a:cs typeface="Noto Sans JP"/>
              </a:rPr>
              <a:t>Repository sources</a:t>
            </a:r>
          </a:p>
        </p:txBody>
      </p:sp>
      <p:sp>
        <p:nvSpPr>
          <p:cNvPr id="24" name="">
            <a:extLst xmlns:a="http://schemas.openxmlformats.org/drawingml/2006/main">
              <a:ext uri="{FF2B5EF4-FFF2-40B4-BE49-F238E27FC236}">
                <a16:creationId xmlns:a16="http://schemas.microsoft.com/office/drawing/2014/main" id="{6CDF1CB3-6F36-4299-978B-52C67F7702E0}"/>
              </a:ext>
            </a:extLst>
          </p:cNvPr>
          <p:cNvSpPr>
            <a:spLocks xmlns:a="http://schemas.openxmlformats.org/drawingml/2006/main" noGrp="1"/>
          </p:cNvSpPr>
          <p:nvPr/>
        </p:nvSpPr>
        <p:spPr>
          <a:xfrm xmlns:a="http://schemas.openxmlformats.org/drawingml/2006/main">
            <a:off x="2381250" y="5553075"/>
            <a:ext cx="885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333333"/>
                </a:solidFill>
                <a:latin typeface="Noto Sans JP"/>
                <a:ea typeface="Noto Sans JP"/>
                <a:cs typeface="Noto Sans JP"/>
              </a:defRPr>
            </a:pPr>
            <a:r>
              <a:rPr sz="750" b="0" i="0">
                <a:solidFill>
                  <a:srgbClr val="333333"/>
                </a:solidFill>
                <a:latin typeface="Noto Sans JP"/>
                <a:ea typeface="Noto Sans JP"/>
                <a:cs typeface="Noto Sans JP"/>
              </a:rPr>
              <a:t>docs/{product_schema_v2,physics_limitations,comsol_workflow,comsol_gec_icp,comsol_gec_ccp}.md</a:t>
            </a:r>
          </a:p>
          <a:p xmlns:a="http://schemas.openxmlformats.org/drawingml/2006/main">
            <a:pPr algn="l">
              <a:lnSpc>
                <a:spcPct val="105000"/>
              </a:lnSpc>
              <a:buNone/>
              <a:defRPr sz="750" b="0" i="0">
                <a:solidFill>
                  <a:srgbClr val="333333"/>
                </a:solidFill>
                <a:latin typeface="Noto Sans JP"/>
                <a:ea typeface="Noto Sans JP"/>
                <a:cs typeface="Noto Sans JP"/>
              </a:defRPr>
            </a:pPr>
            <a:r>
              <a:rPr sz="750" b="0" i="0">
                <a:solidFill>
                  <a:srgbClr val="333333"/>
                </a:solidFill>
                <a:latin typeface="Noto Sans JP"/>
                <a:ea typeface="Noto Sans JP"/>
                <a:cs typeface="Noto Sans JP"/>
              </a:rPr>
              <a:t>outputs/argon_gec_icp/* · lxcat_swarm_validation/{mc_refinement_v7,mc_core_v8} · electron_swarm/solvers/*</a:t>
            </a:r>
          </a:p>
        </p:txBody>
      </p:sp>
      <p:sp>
        <p:nvSpPr>
          <p:cNvPr id="25" name="">
            <a:extLst xmlns:a="http://schemas.openxmlformats.org/drawingml/2006/main">
              <a:ext uri="{FF2B5EF4-FFF2-40B4-BE49-F238E27FC236}">
                <a16:creationId xmlns:a16="http://schemas.microsoft.com/office/drawing/2014/main" id="{667448B4-D439-4470-ACB7-667686B76134}"/>
              </a:ext>
            </a:extLst>
          </p:cNvPr>
          <p:cNvSpPr>
            <a:spLocks xmlns:a="http://schemas.openxmlformats.org/drawingml/2006/main" noGrp="1"/>
          </p:cNvSpPr>
          <p:nvPr/>
        </p:nvSpPr>
        <p:spPr>
          <a:xfrm xmlns:a="http://schemas.openxmlformats.org/drawingml/2006/main">
            <a:off x="400050" y="63627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lnSpc>
                <a:spcPct val="105000"/>
              </a:lnSpc>
              <a:buNone/>
              <a:defRPr sz="750" b="0" i="0">
                <a:solidFill>
                  <a:srgbClr val="8A8A8A"/>
                </a:solidFill>
                <a:latin typeface="Noto Sans JP"/>
                <a:ea typeface="Noto Sans JP"/>
                <a:cs typeface="Noto Sans JP"/>
              </a:defRPr>
            </a:pPr>
            <a:r>
              <a:rPr sz="750" b="0" i="0">
                <a:solidFill>
                  <a:srgbClr val="8A8A8A"/>
                </a:solidFill>
                <a:latin typeface="Noto Sans JP"/>
                <a:ea typeface="Noto Sans JP"/>
                <a:cs typeface="Noto Sans JP"/>
              </a:rPr>
              <a:t>Official COMSOL pages: doc.comsol.com/6.4/.../argon_gec_{icp,ccp}.html</a:t>
            </a:r>
          </a:p>
        </p:txBody>
      </p:sp>
      <p:sp>
        <p:nvSpPr>
          <p:cNvPr id="27" name="title">
            <a:extLst xmlns:a="http://schemas.openxmlformats.org/drawingml/2006/main">
              <a:ext uri="{FF2B5EF4-FFF2-40B4-BE49-F238E27FC236}">
                <a16:creationId xmlns:a16="http://schemas.microsoft.com/office/drawing/2014/main" id="{3FC68337-0737-4EC8-AAAE-9A5D59D5DBAE}"/>
              </a:ext>
            </a:extLst>
          </p:cNvPr>
          <p:cNvSpPr>
            <a:spLocks xmlns:a="http://schemas.openxmlformats.org/drawingml/2006/main" noGrp="1"/>
          </p:cNvSpPr>
          <p:nvPr/>
        </p:nvSpPr>
        <p:spPr>
          <a:xfrm xmlns:a="http://schemas.openxmlformats.org/drawingml/2006/main">
            <a:off x="419100" y="457200"/>
            <a:ext cx="1114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lnSpc>
                <a:spcPct val="102000"/>
              </a:lnSpc>
              <a:buNone/>
              <a:defRPr sz="2700" b="0" i="0">
                <a:solidFill>
                  <a:srgbClr val="00A6D6"/>
                </a:solidFill>
                <a:latin typeface="Noto Sans JP"/>
                <a:ea typeface="Noto Sans JP"/>
                <a:cs typeface="Noto Sans JP"/>
              </a:defRPr>
            </a:pPr>
            <a:r>
              <a:rPr sz="2700" b="0" i="0">
                <a:solidFill>
                  <a:srgbClr val="00A6D6"/>
                </a:solidFill>
                <a:latin typeface="Noto Sans JP"/>
                <a:ea typeface="Noto Sans JP"/>
                <a:cs typeface="Noto Sans JP"/>
              </a:rPr>
              <a:t>参考文献 II：GEC装置・非局所動力学・実装資料</a:t>
            </a:r>
          </a:p>
        </p:txBody>
      </p:sp>
      <p:sp>
        <p:nvSpPr>
          <p:cNvPr id="28" name="section">
            <a:extLst xmlns:a="http://schemas.openxmlformats.org/drawingml/2006/main">
              <a:ext uri="{FF2B5EF4-FFF2-40B4-BE49-F238E27FC236}">
                <a16:creationId xmlns:a16="http://schemas.microsoft.com/office/drawing/2014/main" id="{33ECBE81-6CBC-4F7C-9B7B-1EB25DFFF5DB}"/>
              </a:ext>
            </a:extLst>
          </p:cNvPr>
          <p:cNvSpPr>
            <a:spLocks xmlns:a="http://schemas.openxmlformats.org/drawingml/2006/main" noGrp="1"/>
          </p:cNvSpPr>
          <p:nvPr/>
        </p:nvSpPr>
        <p:spPr>
          <a:xfrm xmlns:a="http://schemas.openxmlformats.org/drawingml/2006/main">
            <a:off x="419100" y="1714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l">
              <a:lnSpc>
                <a:spcPct val="102000"/>
              </a:lnSpc>
              <a:buNone/>
              <a:defRPr sz="1050" b="1" i="0">
                <a:solidFill>
                  <a:srgbClr val="666666"/>
                </a:solidFill>
                <a:latin typeface="Noto Sans JP"/>
                <a:ea typeface="Noto Sans JP"/>
                <a:cs typeface="Noto Sans JP"/>
              </a:defRPr>
            </a:pPr>
            <a:r>
              <a:rPr sz="1050" b="1" i="0">
                <a:solidFill>
                  <a:srgbClr val="666666"/>
                </a:solidFill>
                <a:latin typeface="Noto Sans JP"/>
                <a:ea typeface="Noto Sans JP"/>
                <a:cs typeface="Noto Sans JP"/>
              </a:rPr>
              <a:t>REFERENCES</a:t>
            </a:r>
          </a:p>
        </p:txBody>
      </p:sp>
    </p:spTree>
    <p:extLst>
      <p:ext uri="{BB962C8B-B14F-4D97-AF65-F5344CB8AC3E}">
        <p14:creationId xmlns:p14="http://schemas.microsoft.com/office/powerpoint/2010/main" val="14945456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2026-09-17T23:31:44.6490000Z</dcterms:created>
  <dcterms:modified xsi:type="dcterms:W3CDTF">2026-09-17T23:31:44.6490000Z</dcterms:modified>
</coreProperties>
</file>